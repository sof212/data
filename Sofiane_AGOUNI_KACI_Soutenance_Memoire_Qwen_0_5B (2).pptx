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98532b3acd40d6" /><Relationship Type="http://schemas.openxmlformats.org/officeDocument/2006/relationships/extended-properties" Target="/docProps/app.xml" Id="Rcef59c319e224a0e" /><Relationship Type="http://schemas.openxmlformats.org/officeDocument/2006/relationships/officeDocument" Target="/ppt/presentation.xml" Id="Rd19aa516e2cd4bf3" /></Relationships>
</file>

<file path=ppt/presentation.xml><?xml version="1.0" encoding="utf-8"?>
<p:presentation xmlns:p="http://schemas.openxmlformats.org/presentationml/2006/main">
  <p:sldMasterIdLst>
    <p:sldMasterId xmlns:r="http://schemas.openxmlformats.org/officeDocument/2006/relationships" id="2147483648" r:id="R9d538a2bc4dc42d3"/>
    <p:sldMasterId xmlns:r="http://schemas.openxmlformats.org/officeDocument/2006/relationships" id="2147483674" r:id="R9698e382986742be"/>
  </p:sldMasterIdLst>
  <p:notesMasterIdLst>
    <p:notesMasterId xmlns:r="http://schemas.openxmlformats.org/officeDocument/2006/relationships" r:id="R0664a84b18ee4ce9"/>
  </p:notesMasterIdLst>
  <p:sldIdLst>
    <p:sldId xmlns:r="http://schemas.openxmlformats.org/officeDocument/2006/relationships" id="256" r:id="Rae6a525476e64a8a"/>
    <p:sldId xmlns:r="http://schemas.openxmlformats.org/officeDocument/2006/relationships" id="257" r:id="R5ce609e007eb4724"/>
    <p:sldId xmlns:r="http://schemas.openxmlformats.org/officeDocument/2006/relationships" id="258" r:id="Re648cbf84af74840"/>
    <p:sldId xmlns:r="http://schemas.openxmlformats.org/officeDocument/2006/relationships" id="259" r:id="Re94c62284d0f4235"/>
    <p:sldId xmlns:r="http://schemas.openxmlformats.org/officeDocument/2006/relationships" id="260" r:id="R788572a4a8044dd1"/>
    <p:sldId xmlns:r="http://schemas.openxmlformats.org/officeDocument/2006/relationships" id="261" r:id="Ra0a1f88c317041eb"/>
    <p:sldId xmlns:r="http://schemas.openxmlformats.org/officeDocument/2006/relationships" id="262" r:id="R60f7cb116f7b48ef"/>
    <p:sldId xmlns:r="http://schemas.openxmlformats.org/officeDocument/2006/relationships" id="263" r:id="R96ce9246c9514b2b"/>
    <p:sldId xmlns:r="http://schemas.openxmlformats.org/officeDocument/2006/relationships" id="264" r:id="R738dc889d2af4632"/>
    <p:sldId xmlns:r="http://schemas.openxmlformats.org/officeDocument/2006/relationships" id="265" r:id="R9251eedbe3484330"/>
    <p:sldId xmlns:r="http://schemas.openxmlformats.org/officeDocument/2006/relationships" id="266" r:id="Ree0664e542284c34"/>
    <p:sldId xmlns:r="http://schemas.openxmlformats.org/officeDocument/2006/relationships" id="267" r:id="Rf1bfe009372a46b3"/>
    <p:sldId xmlns:r="http://schemas.openxmlformats.org/officeDocument/2006/relationships" id="268" r:id="R8942153a0f664c5e"/>
    <p:sldId xmlns:r="http://schemas.openxmlformats.org/officeDocument/2006/relationships" id="269" r:id="R36cf49ba39d34b75"/>
    <p:sldId xmlns:r="http://schemas.openxmlformats.org/officeDocument/2006/relationships" id="270" r:id="Rdf705cd8a46f4a53"/>
    <p:sldId xmlns:r="http://schemas.openxmlformats.org/officeDocument/2006/relationships" id="271" r:id="R6f139eca53e8415b"/>
    <p:sldId xmlns:r="http://schemas.openxmlformats.org/officeDocument/2006/relationships" id="272" r:id="Rc18b1c33184e4970"/>
    <p:sldId xmlns:r="http://schemas.openxmlformats.org/officeDocument/2006/relationships" id="273" r:id="R7402b07a4f384e6f"/>
    <p:sldId xmlns:r="http://schemas.openxmlformats.org/officeDocument/2006/relationships" id="274" r:id="Rb43675a35b3c45bb"/>
    <p:sldId xmlns:r="http://schemas.openxmlformats.org/officeDocument/2006/relationships" id="275" r:id="R133faae9f4eb4a28"/>
    <p:sldId xmlns:r="http://schemas.openxmlformats.org/officeDocument/2006/relationships" id="276" r:id="Rd93e62055773442c"/>
    <p:sldId xmlns:r="http://schemas.openxmlformats.org/officeDocument/2006/relationships" id="277" r:id="R91021a3787c34b66"/>
    <p:sldId xmlns:r="http://schemas.openxmlformats.org/officeDocument/2006/relationships" id="278" r:id="R419600b76b4b4fab"/>
    <p:sldId xmlns:r="http://schemas.openxmlformats.org/officeDocument/2006/relationships" id="279" r:id="Rc1f3f83e0ecc43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c17db4ecddd405f" /><Relationship Type="http://schemas.openxmlformats.org/officeDocument/2006/relationships/slideMaster" Target="/ppt/slideMasters/slideMaster1.xml" Id="R9d538a2bc4dc42d3" /><Relationship Type="http://schemas.openxmlformats.org/officeDocument/2006/relationships/slideMaster" Target="/ppt/slideMasters/slideMaster2.xml" Id="R9698e382986742be" /><Relationship Type="http://schemas.openxmlformats.org/officeDocument/2006/relationships/notesMaster" Target="/ppt/notesMasters/notesMaster1.xml" Id="R0664a84b18ee4ce9" /><Relationship Type="http://schemas.openxmlformats.org/officeDocument/2006/relationships/presProps" Target="/ppt/presProps.xml" Id="R64c34903105b4ff5" /><Relationship Type="http://schemas.openxmlformats.org/officeDocument/2006/relationships/viewProps" Target="/ppt/viewProps.xml" Id="Rc63276ba55ae4395" /><Relationship Type="http://schemas.openxmlformats.org/officeDocument/2006/relationships/tableStyles" Target="/ppt/tableStyles.xml" Id="R403672345b3d42d5" /><Relationship Type="http://schemas.openxmlformats.org/officeDocument/2006/relationships/slide" Target="/ppt/slides/slide1.xml" Id="Rae6a525476e64a8a" /><Relationship Type="http://schemas.openxmlformats.org/officeDocument/2006/relationships/slide" Target="/ppt/slides/slide2.xml" Id="R5ce609e007eb4724" /><Relationship Type="http://schemas.openxmlformats.org/officeDocument/2006/relationships/slide" Target="/ppt/slides/slide3.xml" Id="Re648cbf84af74840" /><Relationship Type="http://schemas.openxmlformats.org/officeDocument/2006/relationships/slide" Target="/ppt/slides/slide4.xml" Id="Re94c62284d0f4235" /><Relationship Type="http://schemas.openxmlformats.org/officeDocument/2006/relationships/slide" Target="/ppt/slides/slide5.xml" Id="R788572a4a8044dd1" /><Relationship Type="http://schemas.openxmlformats.org/officeDocument/2006/relationships/slide" Target="/ppt/slides/slide6.xml" Id="Ra0a1f88c317041eb" /><Relationship Type="http://schemas.openxmlformats.org/officeDocument/2006/relationships/slide" Target="/ppt/slides/slide7.xml" Id="R60f7cb116f7b48ef" /><Relationship Type="http://schemas.openxmlformats.org/officeDocument/2006/relationships/slide" Target="/ppt/slides/slide8.xml" Id="R96ce9246c9514b2b" /><Relationship Type="http://schemas.openxmlformats.org/officeDocument/2006/relationships/slide" Target="/ppt/slides/slide9.xml" Id="R738dc889d2af4632" /><Relationship Type="http://schemas.openxmlformats.org/officeDocument/2006/relationships/slide" Target="/ppt/slides/slide10.xml" Id="R9251eedbe3484330" /><Relationship Type="http://schemas.openxmlformats.org/officeDocument/2006/relationships/slide" Target="/ppt/slides/slide11.xml" Id="Ree0664e542284c34" /><Relationship Type="http://schemas.openxmlformats.org/officeDocument/2006/relationships/slide" Target="/ppt/slides/slide12.xml" Id="Rf1bfe009372a46b3" /><Relationship Type="http://schemas.openxmlformats.org/officeDocument/2006/relationships/slide" Target="/ppt/slides/slide13.xml" Id="R8942153a0f664c5e" /><Relationship Type="http://schemas.openxmlformats.org/officeDocument/2006/relationships/slide" Target="/ppt/slides/slide14.xml" Id="R36cf49ba39d34b75" /><Relationship Type="http://schemas.openxmlformats.org/officeDocument/2006/relationships/slide" Target="/ppt/slides/slide15.xml" Id="Rdf705cd8a46f4a53" /><Relationship Type="http://schemas.openxmlformats.org/officeDocument/2006/relationships/slide" Target="/ppt/slides/slide16.xml" Id="R6f139eca53e8415b" /><Relationship Type="http://schemas.openxmlformats.org/officeDocument/2006/relationships/slide" Target="/ppt/slides/slide17.xml" Id="Rc18b1c33184e4970" /><Relationship Type="http://schemas.openxmlformats.org/officeDocument/2006/relationships/slide" Target="/ppt/slides/slide18.xml" Id="R7402b07a4f384e6f" /><Relationship Type="http://schemas.openxmlformats.org/officeDocument/2006/relationships/slide" Target="/ppt/slides/slide19.xml" Id="Rb43675a35b3c45bb" /><Relationship Type="http://schemas.openxmlformats.org/officeDocument/2006/relationships/slide" Target="/ppt/slides/slide20.xml" Id="R133faae9f4eb4a28" /><Relationship Type="http://schemas.openxmlformats.org/officeDocument/2006/relationships/slide" Target="/ppt/slides/slide21.xml" Id="Rd93e62055773442c" /><Relationship Type="http://schemas.openxmlformats.org/officeDocument/2006/relationships/slide" Target="/ppt/slides/slide22.xml" Id="R91021a3787c34b66" /><Relationship Type="http://schemas.openxmlformats.org/officeDocument/2006/relationships/slide" Target="/ppt/slides/slide23.xml" Id="R419600b76b4b4fab" /><Relationship Type="http://schemas.openxmlformats.org/officeDocument/2006/relationships/slide" Target="/ppt/slides/slide24.xml" Id="Rc1f3f83e0ecc43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e3535c2d70694c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Thème Office">
  <a:themeElements>
    <a:clrScheme name="Personnalisé 259">
      <a:dk1>
        <a:srgbClr val="111515"/>
      </a:dk1>
      <a:lt1>
        <a:sysClr val="window" lastClr="FFFFFF"/>
      </a:lt1>
      <a:dk2>
        <a:srgbClr val="111515"/>
      </a:dk2>
      <a:lt2>
        <a:srgbClr val="F9F7EC"/>
      </a:lt2>
      <a:accent1>
        <a:srgbClr val="009691"/>
      </a:accent1>
      <a:accent2>
        <a:srgbClr val="00DA88"/>
      </a:accent2>
      <a:accent3>
        <a:srgbClr val="B1478C"/>
      </a:accent3>
      <a:accent4>
        <a:srgbClr val="950663"/>
      </a:accent4>
      <a:accent5>
        <a:srgbClr val="FD9553"/>
      </a:accent5>
      <a:accent6>
        <a:srgbClr val="5C8A94"/>
      </a:accent6>
      <a:hlink>
        <a:srgbClr val="009691"/>
      </a:hlink>
      <a:folHlink>
        <a:srgbClr val="009691"/>
      </a:folHlink>
    </a:clrScheme>
    <a:fontScheme name="Personnalisé 155">
      <a:majorFont>
        <a:latin typeface="Arial"/>
        <a:ea typeface=""/>
        <a:cs typeface=""/>
      </a:majorFont>
      <a:minorFont>
        <a:latin typeface="Arial"/>
        <a:ea typeface=""/>
        <a:cs typeface=""/>
      </a:minorFont>
    </a:fontScheme>
    <a:fmtScheme name="Personnalisé 25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875a4109fd40e7" /><Relationship Type="http://schemas.openxmlformats.org/officeDocument/2006/relationships/notesMaster" Target="/ppt/notesMasters/notesMaster1.xml" Id="R811ae648f52847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38ee62aea34b81" /><Relationship Type="http://schemas.openxmlformats.org/officeDocument/2006/relationships/notesMaster" Target="/ppt/notesMasters/notesMaster1.xml" Id="R78da42fabde04a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e0b21cbc4b4c49" /><Relationship Type="http://schemas.openxmlformats.org/officeDocument/2006/relationships/notesMaster" Target="/ppt/notesMasters/notesMaster1.xml" Id="Ra33025c89e61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add3ae5a3c4b87" /><Relationship Type="http://schemas.openxmlformats.org/officeDocument/2006/relationships/notesMaster" Target="/ppt/notesMasters/notesMaster1.xml" Id="R739dcb8bbd3041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bcb8a284d449c7" /><Relationship Type="http://schemas.openxmlformats.org/officeDocument/2006/relationships/notesMaster" Target="/ppt/notesMasters/notesMaster1.xml" Id="Rb75ac19f2b8d46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cfff29172d43d1" /><Relationship Type="http://schemas.openxmlformats.org/officeDocument/2006/relationships/notesMaster" Target="/ppt/notesMasters/notesMaster1.xml" Id="Re0e7c2d7de6240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ba30b676444a39" /><Relationship Type="http://schemas.openxmlformats.org/officeDocument/2006/relationships/notesMaster" Target="/ppt/notesMasters/notesMaster1.xml" Id="Rac70f5be3df24b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99907011f0498b" /><Relationship Type="http://schemas.openxmlformats.org/officeDocument/2006/relationships/notesMaster" Target="/ppt/notesMasters/notesMaster1.xml" Id="Rcad92d8f045443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12bd3e906648b0" /><Relationship Type="http://schemas.openxmlformats.org/officeDocument/2006/relationships/notesMaster" Target="/ppt/notesMasters/notesMaster1.xml" Id="R80ee8810dd3340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92174ebdc7423a" /><Relationship Type="http://schemas.openxmlformats.org/officeDocument/2006/relationships/notesMaster" Target="/ppt/notesMasters/notesMaster1.xml" Id="R7770f80aed3e42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fb73bb8e764437" /><Relationship Type="http://schemas.openxmlformats.org/officeDocument/2006/relationships/notesMaster" Target="/ppt/notesMasters/notesMaster1.xml" Id="Rf52b1e236be04c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76525d4410489c" /><Relationship Type="http://schemas.openxmlformats.org/officeDocument/2006/relationships/notesMaster" Target="/ppt/notesMasters/notesMaster1.xml" Id="R48f827d446fa48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84b518fbce443d" /><Relationship Type="http://schemas.openxmlformats.org/officeDocument/2006/relationships/notesMaster" Target="/ppt/notesMasters/notesMaster1.xml" Id="R72c38f81733b48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4b6f617b884108" /><Relationship Type="http://schemas.openxmlformats.org/officeDocument/2006/relationships/notesMaster" Target="/ppt/notesMasters/notesMaster1.xml" Id="Rd42809ce1c2147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95339a19084e1a" /><Relationship Type="http://schemas.openxmlformats.org/officeDocument/2006/relationships/notesMaster" Target="/ppt/notesMasters/notesMaster1.xml" Id="R87bc213bdf6648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813a37e99d4c26" /><Relationship Type="http://schemas.openxmlformats.org/officeDocument/2006/relationships/notesMaster" Target="/ppt/notesMasters/notesMaster1.xml" Id="R7d2db55396b64e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2d0caa628f467b" /><Relationship Type="http://schemas.openxmlformats.org/officeDocument/2006/relationships/notesMaster" Target="/ppt/notesMasters/notesMaster1.xml" Id="Rc94ca98d5dee4b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5f90617b464347" /><Relationship Type="http://schemas.openxmlformats.org/officeDocument/2006/relationships/notesMaster" Target="/ppt/notesMasters/notesMaster1.xml" Id="Rad409537f7aa44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b44c65d1984700" /><Relationship Type="http://schemas.openxmlformats.org/officeDocument/2006/relationships/notesMaster" Target="/ppt/notesMasters/notesMaster1.xml" Id="Rcf9c9ef7aa9849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415670de7247d9" /><Relationship Type="http://schemas.openxmlformats.org/officeDocument/2006/relationships/notesMaster" Target="/ppt/notesMasters/notesMaster1.xml" Id="R66a49dd9310c4d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84da47ddc984f96" /><Relationship Type="http://schemas.openxmlformats.org/officeDocument/2006/relationships/notesMaster" Target="/ppt/notesMasters/notesMaster1.xml" Id="Rebae3658c22947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9d9817ea0548c3" /><Relationship Type="http://schemas.openxmlformats.org/officeDocument/2006/relationships/notesMaster" Target="/ppt/notesMasters/notesMaster1.xml" Id="R5176776bc66545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480603e7b984a8b" /><Relationship Type="http://schemas.openxmlformats.org/officeDocument/2006/relationships/notesMaster" Target="/ppt/notesMasters/notesMaster1.xml" Id="R89c3eccd9f9c400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9c633dec54d4556" /><Relationship Type="http://schemas.openxmlformats.org/officeDocument/2006/relationships/notesMaster" Target="/ppt/notesMasters/notesMaster1.xml" Id="Rf18156a2d47d4f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 sujet, le Master Vision et Machine Intelligente, le contexte d'alternance et l'objectif : proposer un protocole reproductible de détection et d'évaluation, pas certifier un modèle.</a:t>
            </a:r>
          </a:p>
          <a:p xmlns:a="http://schemas.openxmlformats.org/drawingml/2006/main">
            <a:r>
              <a:t/>
            </a:r>
          </a:p>
          <a:p xmlns:a="http://schemas.openxmlformats.org/drawingml/2006/main">
            <a:r>
              <a:t>[Sources]</a:t>
            </a:r>
          </a:p>
          <a:p xmlns:a="http://schemas.openxmlformats.org/drawingml/2006/main">
            <a:r>
              <a:t>- Nouveau mémoire fourni, page de couverture et résumé.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Formuler la tension scientifique : un modèle peut présenter une association WEAT forte, une préférence probabiliste opposée et des générations proches. Un désaccord entre métriques est un résultat, pas une anomalie à masquer.</a:t>
            </a:r>
          </a:p>
          <a:p xmlns:a="http://schemas.openxmlformats.org/drawingml/2006/main">
            <a:r>
              <a:t/>
            </a:r>
          </a:p>
          <a:p xmlns:a="http://schemas.openxmlformats.org/drawingml/2006/main">
            <a:r>
              <a:t>[Sources]</a:t>
            </a:r>
          </a:p>
          <a:p xmlns:a="http://schemas.openxmlformats.org/drawingml/2006/main">
            <a:r>
              <a:t>- Nouveau mémoire fourni, problématique et section 9.1 Trois niveaux, trois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Annoncer quatre temps : construire le cadre de mesure, détailler le protocole, interpréter les résultats, puis traduire l'audit dans une décision d'entreprise.</a:t>
            </a:r>
          </a:p>
          <a:p xmlns:a="http://schemas.openxmlformats.org/drawingml/2006/main">
            <a:r>
              <a:t/>
            </a:r>
          </a:p>
          <a:p xmlns:a="http://schemas.openxmlformats.org/drawingml/2006/main">
            <a:r>
              <a:t>[Sources]</a:t>
            </a:r>
          </a:p>
          <a:p xmlns:a="http://schemas.openxmlformats.org/drawingml/2006/main">
            <a:r>
              <a:t>- Structure fondée sur les chapitres 6 à 12 du nouveau mémoire fourni.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vers les trois familles de mesure.</a:t>
            </a:r>
          </a:p>
          <a:p xmlns:a="http://schemas.openxmlformats.org/drawingml/2006/main">
            <a:r>
              <a:t/>
            </a:r>
          </a:p>
          <a:p xmlns:a="http://schemas.openxmlformats.org/drawingml/2006/main">
            <a:r>
              <a:t>[Sources]</a:t>
            </a:r>
          </a:p>
          <a:p xmlns:a="http://schemas.openxmlformats.org/drawingml/2006/main">
            <a:r>
              <a:t>- Nouveau mémoire fourni, chapitres 6 à 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Souligner que chaque famille mesure un construit distinct. Une association interne ne prédit pas mécaniquement une génération discriminatoire, et l'alignement peut modifier l'expression du signal.</a:t>
            </a:r>
          </a:p>
          <a:p xmlns:a="http://schemas.openxmlformats.org/drawingml/2006/main">
            <a:r>
              <a:t/>
            </a:r>
          </a:p>
          <a:p xmlns:a="http://schemas.openxmlformats.org/drawingml/2006/main">
            <a:r>
              <a:t>[Sources]</a:t>
            </a:r>
          </a:p>
          <a:p xmlns:a="http://schemas.openxmlformats.org/drawingml/2006/main">
            <a:r>
              <a:t>- Nouveau mémoire fourni, Tableau 1 et section 9.1.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vers le plan 3 × 3, les unités statistiques et les contrôles.</a:t>
            </a:r>
          </a:p>
          <a:p xmlns:a="http://schemas.openxmlformats.org/drawingml/2006/main">
            <a:r>
              <a:t/>
            </a:r>
          </a:p>
          <a:p xmlns:a="http://schemas.openxmlformats.org/drawingml/2006/main">
            <a:r>
              <a:t>[Sources]</a:t>
            </a:r>
          </a:p>
          <a:p xmlns:a="http://schemas.openxmlformats.org/drawingml/2006/main">
            <a:r>
              <a:t>- Nouveau mémoire fourni, chapitre 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deux Qwen partagent une lignée instruction-tuned ; Mistral est un modèle de base. Les différences observées mélangent taille, architecture, corpus, tokenisation et post-entraînement : la relation à la taille reste descriptive.</a:t>
            </a:r>
          </a:p>
          <a:p xmlns:a="http://schemas.openxmlformats.org/drawingml/2006/main">
            <a:r>
              <a:t/>
            </a:r>
          </a:p>
          <a:p xmlns:a="http://schemas.openxmlformats.org/drawingml/2006/main">
            <a:r>
              <a:t>[Sources]</a:t>
            </a:r>
          </a:p>
          <a:p xmlns:a="http://schemas.openxmlformats.org/drawingml/2006/main">
            <a:r>
              <a:t>- Nouveau mémoire fourni, section 10.2, Figure 4 et Tableau 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pourquoi l'appariement augmente la précision : les deux variantes partagent le même scénario. Pour les générations, l'unité pertinente est le scénario avec ses variantes et ses graines, pas chaque token isolé.</a:t>
            </a:r>
          </a:p>
          <a:p xmlns:a="http://schemas.openxmlformats.org/drawingml/2006/main">
            <a:r>
              <a:t/>
            </a:r>
          </a:p>
          <a:p xmlns:a="http://schemas.openxmlformats.org/drawingml/2006/main">
            <a:r>
              <a:t>[Sources]</a:t>
            </a:r>
          </a:p>
          <a:p xmlns:a="http://schemas.openxmlformats.org/drawingml/2006/main">
            <a:r>
              <a:t>- Nouveau mémoire fourni, sections 10.1 à 10.3 et Tableaux 6–7.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Décomposer l'exemple XLM-R-large : le signe négatif favorise la formulation féminine en PLL ; l'IC exclut zéro ; l'effet standardisé est fort ; la permutation donne la plus petite résolution possible avec 10 000 tirages ; la correction FDR conserve la significativité. Une p-value ne donne pas la probabilité que le résultat soit faux.</a:t>
            </a:r>
          </a:p>
          <a:p xmlns:a="http://schemas.openxmlformats.org/drawingml/2006/main">
            <a:r>
              <a:t/>
            </a:r>
          </a:p>
          <a:p xmlns:a="http://schemas.openxmlformats.org/drawingml/2006/main">
            <a:r>
              <a:t>[Sources]</a:t>
            </a:r>
          </a:p>
          <a:p xmlns:a="http://schemas.openxmlformats.org/drawingml/2006/main">
            <a:r>
              <a:t>- Nouveau mémoire fourni, section 10.1.1 Lecture statistique des résultats.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Lire la formule en trois étapes : le cosinus mesure la proximité ; s oppose les deux pôles pour une cible ; d standardise l'écart entre cibles masculines et féminines. SEAT réutilise le calcul après insertion dans des gabarits. Une association géométrique n'est pas une décision discriminatoire.</a:t>
            </a:r>
          </a:p>
          <a:p xmlns:a="http://schemas.openxmlformats.org/drawingml/2006/main">
            <a:r>
              <a:t/>
            </a:r>
          </a:p>
          <a:p xmlns:a="http://schemas.openxmlformats.org/drawingml/2006/main">
            <a:r>
              <a:t>[Sources]</a:t>
            </a:r>
          </a:p>
          <a:p xmlns:a="http://schemas.openxmlformats.org/drawingml/2006/main">
            <a:r>
              <a:t>- Nouveau mémoire fourni, sections 6.1 à 6.3.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score négatif pour Δ signifie que la formulation féminine reçoit un score supérieur. Ces métriques évaluent une préférence linguistique conditionnelle ; morphologie, accords et tokenisation peuvent contribuer au résultat. AUL et AULA utilisent l'entrée non masquée, tandis que PLL masque successivement.</a:t>
            </a:r>
          </a:p>
          <a:p xmlns:a="http://schemas.openxmlformats.org/drawingml/2006/main">
            <a:r>
              <a:t/>
            </a:r>
          </a:p>
          <a:p xmlns:a="http://schemas.openxmlformats.org/drawingml/2006/main">
            <a:r>
              <a:t>[Sources]</a:t>
            </a:r>
          </a:p>
          <a:p xmlns:a="http://schemas.openxmlformats.org/drawingml/2006/main">
            <a:r>
              <a:t>- Nouveau mémoire fourni, sections 7.2–7.3 et 10.2.</a:t>
            </a:r>
          </a:p>
          <a:p xmlns:a="http://schemas.openxmlformats.org/drawingml/2006/main">
            <a:r>
              <a:t>- Kaneko &amp; Bollegala (2022), Unmasking the Mask, DOI 10.1609/aaai.v36i11.21453.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que les taux lexicaux sont normalisés par la longueur. La polarité n'est pas automatiquement un stéréotype : elle peut refléter l'accord grammatical. Le COBS mesure une cooccurrence signée ; sa normalisation exacte doit suivre le notebook. La divergence dépend de mMiniLM-L12 et inclut le bruit d'échantillonnage.</a:t>
            </a:r>
          </a:p>
          <a:p xmlns:a="http://schemas.openxmlformats.org/drawingml/2006/main">
            <a:r>
              <a:t/>
            </a:r>
          </a:p>
          <a:p xmlns:a="http://schemas.openxmlformats.org/drawingml/2006/main">
            <a:r>
              <a:t>[Sources]</a:t>
            </a:r>
          </a:p>
          <a:p xmlns:a="http://schemas.openxmlformats.org/drawingml/2006/main">
            <a:r>
              <a:t>- Nouveau mémoire fourni, sections 8.3 à 8.7 et 10.6.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 interpréter chaque famille dans sa propre unité avant de comparer les profils.</a:t>
            </a:r>
          </a:p>
          <a:p xmlns:a="http://schemas.openxmlformats.org/drawingml/2006/main">
            <a:r>
              <a:t/>
            </a:r>
          </a:p>
          <a:p xmlns:a="http://schemas.openxmlformats.org/drawingml/2006/main">
            <a:r>
              <a:t>[Sources]</a:t>
            </a:r>
          </a:p>
          <a:p xmlns:a="http://schemas.openxmlformats.org/drawingml/2006/main">
            <a:r>
              <a:t>- Nouveau mémoire fourni, sections 10.4 à 10.8.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signe positif associe relativement les termes masculins au premier pôle, par exemple carrière plutôt que famille. Pour mMiniLM, l'IC SEAT carrière/famille traverse légèrement zéro malgré une q-value significative : l'évidence est borderline et doit être présentée comme moins robuste.</a:t>
            </a:r>
          </a:p>
          <a:p xmlns:a="http://schemas.openxmlformats.org/drawingml/2006/main">
            <a:r>
              <a:t/>
            </a:r>
          </a:p>
          <a:p xmlns:a="http://schemas.openxmlformats.org/drawingml/2006/main">
            <a:r>
              <a:t>[Sources]</a:t>
            </a:r>
          </a:p>
          <a:p xmlns:a="http://schemas.openxmlformats.org/drawingml/2006/main">
            <a:r>
              <a:t>- Nouveau mémoire fourni, section 10.4 et Figure 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XLM-R comme exemple complet : Δ=-0,393, IC entièrement négatif, d_z=-0,822, p=0,0001 et q=0,0002. La formulation féminine reçoit une PLL plus élevée dans les phrases testées ; cela ne prouve pas une préférence sociale générale.</a:t>
            </a:r>
          </a:p>
          <a:p xmlns:a="http://schemas.openxmlformats.org/drawingml/2006/main">
            <a:r>
              <a:t/>
            </a:r>
          </a:p>
          <a:p xmlns:a="http://schemas.openxmlformats.org/drawingml/2006/main">
            <a:r>
              <a:t>[Sources]</a:t>
            </a:r>
          </a:p>
          <a:p xmlns:a="http://schemas.openxmlformats.org/drawingml/2006/main">
            <a:r>
              <a:t>- Nouveau mémoire fourni, section 10.5 et Figure 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L'effet d'incertitude de Qwen 0,5B est statistiquement corrigé mais faible en amplitude. Les cooccurrences de Qwen 1,5B et Mistral évoluent dans le même sens pour leadership, soin et science : cela suggère surtout le maintien du genre grammatical. Le modèle mixte leadership reste non significatif, β=-0,059, p=0,205, avec covariance singulière.</a:t>
            </a:r>
          </a:p>
          <a:p xmlns:a="http://schemas.openxmlformats.org/drawingml/2006/main">
            <a:r>
              <a:t/>
            </a:r>
          </a:p>
          <a:p xmlns:a="http://schemas.openxmlformats.org/drawingml/2006/main">
            <a:r>
              <a:t>[Sources]</a:t>
            </a:r>
          </a:p>
          <a:p xmlns:a="http://schemas.openxmlformats.org/drawingml/2006/main">
            <a:r>
              <a:t>- Nouveau mémoire fourni, section 10.6 et Figure 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 1 - similarité cosinus ; plus D est faible, plus les sorties sont proches. Les IC sont [0,348;0,384], [0,293;0,322] et [0,545;0,576]. Ne pas conclure que Qwen 1,5B est globalement le moins biaisé : la divergence n'est qu'une dimension et dépend d'un juge auxiliaire.</a:t>
            </a:r>
          </a:p>
          <a:p xmlns:a="http://schemas.openxmlformats.org/drawingml/2006/main">
            <a:r>
              <a:t/>
            </a:r>
          </a:p>
          <a:p xmlns:a="http://schemas.openxmlformats.org/drawingml/2006/main">
            <a:r>
              <a:t>[Sources]</a:t>
            </a:r>
          </a:p>
          <a:p xmlns:a="http://schemas.openxmlformats.org/drawingml/2006/main">
            <a:r>
              <a:t>- Nouveau mémoire fourni, section 10.6 et Figure 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Toutes les mesures reposent sur le même GPU A100 et 768 générations par modèle. Qwen 0,5B a le meilleur compromis vitesse/mémoire, mais ses sorties comptent 62,9 tokens contre 77,7 pour Qwen 1,5B et 80 pour Mistral : le débit ne doit pas être confondu avec la qualité.</a:t>
            </a:r>
          </a:p>
          <a:p xmlns:a="http://schemas.openxmlformats.org/drawingml/2006/main">
            <a:r>
              <a:t/>
            </a:r>
          </a:p>
          <a:p xmlns:a="http://schemas.openxmlformats.org/drawingml/2006/main">
            <a:r>
              <a:t>[Sources]</a:t>
            </a:r>
          </a:p>
          <a:p xmlns:a="http://schemas.openxmlformats.org/drawingml/2006/main">
            <a:r>
              <a:t>- Nouveau mémoire fourni, section 10.7, Tableau 8 et Figure 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Conclure la partie résultats : les encodeurs ont des associations fortes, les modèles masqués favorisent souvent les formulations féminines, et les générateurs montrent surtout des effets grammaticaux. Aucun score unique ne peut additionner ces unités ni désigner un meilleur modèle global.</a:t>
            </a:r>
          </a:p>
          <a:p xmlns:a="http://schemas.openxmlformats.org/drawingml/2006/main">
            <a:r>
              <a:t/>
            </a:r>
          </a:p>
          <a:p xmlns:a="http://schemas.openxmlformats.org/drawingml/2006/main">
            <a:r>
              <a:t>[Sources]</a:t>
            </a:r>
          </a:p>
          <a:p xmlns:a="http://schemas.openxmlformats.org/drawingml/2006/main">
            <a:r>
              <a:t>- Nouveau mémoire fourni, section 10.8 et Tableau 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 une mesure n'a de valeur opérationnelle qu'une fois reliée à un cas d'usage, un seuil et une gouvernance.</a:t>
            </a:r>
          </a:p>
          <a:p xmlns:a="http://schemas.openxmlformats.org/drawingml/2006/main">
            <a:r>
              <a:t/>
            </a:r>
          </a:p>
          <a:p xmlns:a="http://schemas.openxmlformats.org/drawingml/2006/main">
            <a:r>
              <a:t>[Sources]</a:t>
            </a:r>
          </a:p>
          <a:p xmlns:a="http://schemas.openxmlformats.org/drawingml/2006/main">
            <a:r>
              <a:t>- Nouveau mémoire fourni, chapitre 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Relier le benchmark au cycle de risque. Dans le mémoire, les scénarios sont fictifs et aucune donnée de client ou de salarié BNP Paribas n'est utilisée. Le seuil acceptable dépend du cas d'usage et du coût des erreurs.</a:t>
            </a:r>
          </a:p>
          <a:p xmlns:a="http://schemas.openxmlformats.org/drawingml/2006/main">
            <a:r>
              <a:t/>
            </a:r>
          </a:p>
          <a:p xmlns:a="http://schemas.openxmlformats.org/drawingml/2006/main">
            <a:r>
              <a:t>[Sources]</a:t>
            </a:r>
          </a:p>
          <a:p xmlns:a="http://schemas.openxmlformats.org/drawingml/2006/main">
            <a:r>
              <a:t>- Nouveau mémoire fourni, sections 11.1 à 11.5.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limites comme des travaux futurs concrets : relecture par deux francophones, dix graines ou plus, annotation humaine en aveugle, baseline avec deux sorties du même prompt, extension intersectionnelle et évaluation de terrain.</a:t>
            </a:r>
          </a:p>
          <a:p xmlns:a="http://schemas.openxmlformats.org/drawingml/2006/main">
            <a:r>
              <a:t/>
            </a:r>
          </a:p>
          <a:p xmlns:a="http://schemas.openxmlformats.org/drawingml/2006/main">
            <a:r>
              <a:t>[Sources]</a:t>
            </a:r>
          </a:p>
          <a:p xmlns:a="http://schemas.openxmlformats.org/drawingml/2006/main">
            <a:r>
              <a:t>- Nouveau mémoire fourni, sections 10.9, 10.10 et 12.2–12.3.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Résoudre l'ouverture : l'objectif n'est pas d'apposer l'étiquette « débiaisé », mais de produire des résultats vérifiables, contextualisés et révisables. Un résultat robuste combine taille d'effet, IC resserré, q-value, stabilité et validité du construit.</a:t>
            </a:r>
          </a:p>
          <a:p xmlns:a="http://schemas.openxmlformats.org/drawingml/2006/main">
            <a:r>
              <a:t/>
            </a:r>
          </a:p>
          <a:p xmlns:a="http://schemas.openxmlformats.org/drawingml/2006/main">
            <a:r>
              <a:t>[Sources]</a:t>
            </a:r>
          </a:p>
          <a:p xmlns:a="http://schemas.openxmlformats.org/drawingml/2006/main">
            <a:r>
              <a:t>- Nouveau mémoire fourni, conclusion générale.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Inviter le jury à discuter les choix de métriques, la lecture de p/q/IC, la validité linguistique et la traduction du benchmark vers un cas d'usage réel.</a:t>
            </a:r>
          </a:p>
          <a:p xmlns:a="http://schemas.openxmlformats.org/drawingml/2006/main">
            <a:r>
              <a:t/>
            </a:r>
          </a:p>
          <a:p xmlns:a="http://schemas.openxmlformats.org/drawingml/2006/main">
            <a:r>
              <a:t>[Sources]</a:t>
            </a:r>
          </a:p>
          <a:p xmlns:a="http://schemas.openxmlformats.org/drawingml/2006/main">
            <a:r>
              <a:t>- Présentation de soutenance fondée sur le nouveau mémoire fourni.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acf48395814fdb" /><Relationship Type="http://schemas.openxmlformats.org/officeDocument/2006/relationships/image" Target="/ppt/media/image3.png" Id="Rbd474272398c44e4" /><Relationship Type="http://schemas.openxmlformats.org/officeDocument/2006/relationships/image" Target="/ppt/media/image.png" Id="Ra6844c193ade46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261f406e7b41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d3171ab8fc41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28042f6a904573" /><Relationship Type="http://schemas.openxmlformats.org/officeDocument/2006/relationships/image" Target="/ppt/media/image4.png" Id="R407c8bb4dfb547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10b5e52587432c" /><Relationship Type="http://schemas.openxmlformats.org/officeDocument/2006/relationships/image" Target="/ppt/media/image4.png" Id="R2f9f229806804b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6f5c328a4b4b35" /><Relationship Type="http://schemas.openxmlformats.org/officeDocument/2006/relationships/image" Target="/ppt/media/image.png" Id="R72dcf2d27449479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25fdfa44cac45e0" /><Relationship Type="http://schemas.openxmlformats.org/officeDocument/2006/relationships/image" Target="/ppt/media/image.png" Id="Re91e1a0b1bfb4bf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16af78311d74028" /><Relationship Type="http://schemas.openxmlformats.org/officeDocument/2006/relationships/image" Target="/ppt/media/image.png" Id="R17f8e746e6d7470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8daef40ee9d44ce" /><Relationship Type="http://schemas.openxmlformats.org/officeDocument/2006/relationships/image" Target="/ppt/media/image.png" Id="R453337c356004a6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f0fa2a875774e5f" /><Relationship Type="http://schemas.openxmlformats.org/officeDocument/2006/relationships/image" Target="/ppt/media/image.png" Id="R4984c5dc5bef48a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e19c3e540144c3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75e135872af4d6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a77c6151098459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7508da9bb57462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53b1d733fb114b6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61f333175cb747f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149b481085bd4798"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1efb49cfdebf403e"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12a3769a0114b27"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a7840aaae414d1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5f2513cf968e4600"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a7259801eac74cbb"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1537b3c0927d4d00" /><Relationship Type="http://schemas.openxmlformats.org/officeDocument/2006/relationships/image" Target="/ppt/media/image.png" Id="Ra3dc551dca34485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563f1475b0d6446e" /><Relationship Type="http://schemas.openxmlformats.org/officeDocument/2006/relationships/image" Target="/ppt/media/image.png" Id="R366fba183f1c477f"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d772c5eff7564e26" /><Relationship Type="http://schemas.openxmlformats.org/officeDocument/2006/relationships/image" Target="/ppt/media/image5.png" Id="R7abfb7839f76424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b4b6f1e258fb4bf4" /><Relationship Type="http://schemas.openxmlformats.org/officeDocument/2006/relationships/image" Target="/ppt/media/image.svg" Id="R0a9e165b0b924a88" /><Relationship Type="http://schemas.openxmlformats.org/officeDocument/2006/relationships/image" Target="/ppt/media/image.png" Id="Rb098aa82f9ea45cf" /><Relationship Type="http://schemas.openxmlformats.org/officeDocument/2006/relationships/image" Target="/ppt/media/image3.png" Id="R1b386052cc724975" /><Relationship Type="http://schemas.openxmlformats.org/officeDocument/2006/relationships/image" Target="/ppt/media/image2.png" Id="R9c8dd47a36aa4885"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8f0e0f11c0744ecc" /><Relationship Type="http://schemas.openxmlformats.org/officeDocument/2006/relationships/image" Target="/ppt/media/image6.png" Id="R0c042463e6604aae" /><Relationship Type="http://schemas.openxmlformats.org/officeDocument/2006/relationships/image" Target="/ppt/media/image5.png" Id="R3c5f96fceb1d4765"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e707739dfc934fd5" /><Relationship Type="http://schemas.openxmlformats.org/officeDocument/2006/relationships/image" Target="/ppt/media/image6.png" Id="R17e3500f53e74638" /><Relationship Type="http://schemas.openxmlformats.org/officeDocument/2006/relationships/image" Target="/ppt/media/image5.png" Id="Rdeed56659ea94baf"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55ab43c0a8384035" /><Relationship Type="http://schemas.openxmlformats.org/officeDocument/2006/relationships/image" Target="/ppt/media/image6.png" Id="R516af276135c413a" /><Relationship Type="http://schemas.openxmlformats.org/officeDocument/2006/relationships/image" Target="/ppt/media/image5.png" Id="Ref256697a5c04e81"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87c906f022434873" /><Relationship Type="http://schemas.openxmlformats.org/officeDocument/2006/relationships/image" Target="/ppt/media/image6.png" Id="R778db189da544058" /><Relationship Type="http://schemas.openxmlformats.org/officeDocument/2006/relationships/image" Target="/ppt/media/image5.png" Id="R524d1db7bbd744d4"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ad2b545097d74c73"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fdeb613aa7054cd7"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2.xml" Id="R0a86c8d6f5da4376"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2.xml" Id="R5b514d0a58404d6c"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2.xml" Id="R57ec046524074849"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2.xml" Id="R8e61a26177564b32"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2.xml" Id="R2dea6f4b02544ae8" /><Relationship Type="http://schemas.openxmlformats.org/officeDocument/2006/relationships/image" Target="/ppt/media/image6.png" Id="R9d748ffbd4294ade" /><Relationship Type="http://schemas.openxmlformats.org/officeDocument/2006/relationships/image" Target="/ppt/media/image2.png" Id="R8cd5fbe8dad94a4f"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2.xml" Id="R9e09800d756443b8" /><Relationship Type="http://schemas.openxmlformats.org/officeDocument/2006/relationships/image" Target="/ppt/media/image6.png" Id="Rd92c884321a841cf"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2.xml" Id="Rfde8ad163f5e4ce4" /></Relationships>
</file>

<file path=ppt/slideLayouts/slideLayout1.xml><?xml version="1.0" encoding="utf-8"?>
<p:sldLayout xmlns:p="http://schemas.openxmlformats.org/presentationml/2006/main" showMasterSp="0" preserve="1" userDrawn="1">
  <p:cSld name="Couverture">
    <p:bg>
      <p:bgPr>
        <a:solidFill xmlns:a="http://schemas.openxmlformats.org/drawingml/2006/main">
          <a:schemeClr val="bg2"/>
        </a:solidFill>
      </p:bgPr>
    </p:bg>
    <p:spTree>
      <p:nvGrpSpPr>
        <p:cNvPr id="1" name=""/>
        <p:cNvGrpSpPr/>
        <p:nvPr/>
      </p:nvGrpSpPr>
      <p:grpSpPr>
        <a:xfrm xmlns:a="http://schemas.openxmlformats.org/drawingml/2006/main"/>
      </p:grpSpPr>
      <p:sp>
        <p:nvSpPr>
          <p:cNvPr id="105" name="Rectangle 104">
            <a:extLst xmlns:a="http://schemas.openxmlformats.org/drawingml/2006/main">
              <a:ext uri="{FF2B5EF4-FFF2-40B4-BE49-F238E27FC236}">
                <a16:creationId xmlns:a16="http://schemas.microsoft.com/office/drawing/2014/main" id="{4CAF390A-2F76-2296-CE54-97DAF826D707}"/>
              </a:ext>
            </a:extLst>
          </p:cNvPr>
          <p:cNvSpPr>
            <a:spLocks xmlns:a="http://schemas.openxmlformats.org/drawingml/2006/main" noGrp="1"/>
          </p:cNvSpPr>
          <p:nvPr/>
        </p:nvSpPr>
        <p:spPr>
          <a:xfrm xmlns:a="http://schemas.openxmlformats.org/drawingml/2006/main">
            <a:off x="0" y="5635251"/>
            <a:ext cx="12191999" cy="12227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Forme libre : forme 46">
            <a:extLst xmlns:a="http://schemas.openxmlformats.org/drawingml/2006/main">
              <a:ext uri="{FF2B5EF4-FFF2-40B4-BE49-F238E27FC236}">
                <a16:creationId xmlns:a16="http://schemas.microsoft.com/office/drawing/2014/main" id="{0F91BCC0-C3BE-6892-4069-A2370D841BE2}"/>
              </a:ext>
            </a:extLst>
          </p:cNvPr>
          <p:cNvSpPr>
            <a:spLocks xmlns:a="http://schemas.openxmlformats.org/drawingml/2006/main" noGrp="1"/>
          </p:cNvSpPr>
          <p:nvPr/>
        </p:nvSpPr>
        <p:spPr>
          <a:xfrm xmlns:a="http://schemas.openxmlformats.org/drawingml/2006/main" rot="0" flipH="0" flipV="0">
            <a:off x="626351" y="762882"/>
            <a:ext cx="161554" cy="410762"/>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292F0BBF-E6A2-81CA-993E-C629624A8A18}"/>
              </a:ext>
            </a:extLst>
          </p:cNvPr>
          <p:cNvSpPr>
            <a:spLocks xmlns:a="http://schemas.openxmlformats.org/drawingml/2006/main" noGrp="1"/>
          </p:cNvSpPr>
          <p:nvPr/>
        </p:nvSpPr>
        <p:spPr>
          <a:xfrm xmlns:a="http://schemas.openxmlformats.org/drawingml/2006/main" rot="0" flipH="0" flipV="0">
            <a:off x="856160" y="766278"/>
            <a:ext cx="42577" cy="71996"/>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8B9CF0FF-B336-189A-A9D8-62C71A742063}"/>
              </a:ext>
            </a:extLst>
          </p:cNvPr>
          <p:cNvSpPr>
            <a:spLocks xmlns:a="http://schemas.openxmlformats.org/drawingml/2006/main" noGrp="1"/>
          </p:cNvSpPr>
          <p:nvPr/>
        </p:nvSpPr>
        <p:spPr>
          <a:xfrm xmlns:a="http://schemas.openxmlformats.org/drawingml/2006/main" rot="0" flipH="0" flipV="0">
            <a:off x="856160" y="904593"/>
            <a:ext cx="42577" cy="266341"/>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3C3C2FFA-D111-9DDE-852F-A214B6765B70}"/>
              </a:ext>
            </a:extLst>
          </p:cNvPr>
          <p:cNvSpPr>
            <a:spLocks xmlns:a="http://schemas.openxmlformats.org/drawingml/2006/main" noGrp="1"/>
          </p:cNvSpPr>
          <p:nvPr/>
        </p:nvSpPr>
        <p:spPr>
          <a:xfrm xmlns:a="http://schemas.openxmlformats.org/drawingml/2006/main" rot="0" flipH="0" flipV="0">
            <a:off x="1001931" y="812620"/>
            <a:ext cx="137186" cy="358988"/>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536F63BA-4685-16DD-358D-F7D32E02F3E3}"/>
              </a:ext>
            </a:extLst>
          </p:cNvPr>
          <p:cNvSpPr>
            <a:spLocks xmlns:a="http://schemas.openxmlformats.org/drawingml/2006/main" noGrp="1"/>
          </p:cNvSpPr>
          <p:nvPr/>
        </p:nvSpPr>
        <p:spPr>
          <a:xfrm xmlns:a="http://schemas.openxmlformats.org/drawingml/2006/main" rot="0" flipH="0" flipV="0">
            <a:off x="1203279" y="812632"/>
            <a:ext cx="137861" cy="354230"/>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Forme libre : forme 51">
            <a:extLst xmlns:a="http://schemas.openxmlformats.org/drawingml/2006/main">
              <a:ext uri="{FF2B5EF4-FFF2-40B4-BE49-F238E27FC236}">
                <a16:creationId xmlns:a16="http://schemas.microsoft.com/office/drawing/2014/main" id="{B3C7DCB8-E20C-68C6-F103-D53F522CED6D}"/>
              </a:ext>
            </a:extLst>
          </p:cNvPr>
          <p:cNvSpPr>
            <a:spLocks xmlns:a="http://schemas.openxmlformats.org/drawingml/2006/main" noGrp="1"/>
          </p:cNvSpPr>
          <p:nvPr/>
        </p:nvSpPr>
        <p:spPr>
          <a:xfrm xmlns:a="http://schemas.openxmlformats.org/drawingml/2006/main" rot="0" flipH="0" flipV="0">
            <a:off x="663177" y="562895"/>
            <a:ext cx="638633" cy="192603"/>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3" name="Forme libre : forme 52">
            <a:extLst xmlns:a="http://schemas.openxmlformats.org/drawingml/2006/main">
              <a:ext uri="{FF2B5EF4-FFF2-40B4-BE49-F238E27FC236}">
                <a16:creationId xmlns:a16="http://schemas.microsoft.com/office/drawing/2014/main" id="{B8E2CF08-17BC-2CB7-7738-1C7B42BD0EAF}"/>
              </a:ext>
            </a:extLst>
          </p:cNvPr>
          <p:cNvSpPr>
            <a:spLocks xmlns:a="http://schemas.openxmlformats.org/drawingml/2006/main" noGrp="1"/>
          </p:cNvSpPr>
          <p:nvPr/>
        </p:nvSpPr>
        <p:spPr>
          <a:xfrm xmlns:a="http://schemas.openxmlformats.org/drawingml/2006/main" rot="0" flipH="0" flipV="0">
            <a:off x="681678" y="1227526"/>
            <a:ext cx="70332" cy="73051"/>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4" name="Forme libre : forme 53">
            <a:extLst xmlns:a="http://schemas.openxmlformats.org/drawingml/2006/main">
              <a:ext uri="{FF2B5EF4-FFF2-40B4-BE49-F238E27FC236}">
                <a16:creationId xmlns:a16="http://schemas.microsoft.com/office/drawing/2014/main" id="{04A2C595-5A3D-8489-5CD1-98A9F48EAD59}"/>
              </a:ext>
            </a:extLst>
          </p:cNvPr>
          <p:cNvSpPr>
            <a:spLocks xmlns:a="http://schemas.openxmlformats.org/drawingml/2006/main" noGrp="1"/>
          </p:cNvSpPr>
          <p:nvPr/>
        </p:nvSpPr>
        <p:spPr>
          <a:xfrm xmlns:a="http://schemas.openxmlformats.org/drawingml/2006/main" rot="0" flipH="0" flipV="0">
            <a:off x="760579" y="1277750"/>
            <a:ext cx="51405" cy="60176"/>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orme libre : forme 54">
            <a:extLst xmlns:a="http://schemas.openxmlformats.org/drawingml/2006/main">
              <a:ext uri="{FF2B5EF4-FFF2-40B4-BE49-F238E27FC236}">
                <a16:creationId xmlns:a16="http://schemas.microsoft.com/office/drawing/2014/main" id="{2018153D-5A47-699E-720F-CD88C6C59B5B}"/>
              </a:ext>
            </a:extLst>
          </p:cNvPr>
          <p:cNvSpPr>
            <a:spLocks xmlns:a="http://schemas.openxmlformats.org/drawingml/2006/main" noGrp="1"/>
          </p:cNvSpPr>
          <p:nvPr/>
        </p:nvSpPr>
        <p:spPr>
          <a:xfrm xmlns:a="http://schemas.openxmlformats.org/drawingml/2006/main" rot="0" flipH="0" flipV="0">
            <a:off x="811994" y="1300412"/>
            <a:ext cx="58220" cy="67298"/>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 name="Forme libre : forme 55">
            <a:extLst xmlns:a="http://schemas.openxmlformats.org/drawingml/2006/main">
              <a:ext uri="{FF2B5EF4-FFF2-40B4-BE49-F238E27FC236}">
                <a16:creationId xmlns:a16="http://schemas.microsoft.com/office/drawing/2014/main" id="{6ED4D727-34EC-6E25-0E71-E43B4167740C}"/>
              </a:ext>
            </a:extLst>
          </p:cNvPr>
          <p:cNvSpPr>
            <a:spLocks xmlns:a="http://schemas.openxmlformats.org/drawingml/2006/main" noGrp="1"/>
          </p:cNvSpPr>
          <p:nvPr/>
        </p:nvSpPr>
        <p:spPr>
          <a:xfrm xmlns:a="http://schemas.openxmlformats.org/drawingml/2006/main" rot="0" flipH="0" flipV="0">
            <a:off x="876445" y="1319687"/>
            <a:ext cx="42510" cy="56808"/>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orme libre : forme 56">
            <a:extLst xmlns:a="http://schemas.openxmlformats.org/drawingml/2006/main">
              <a:ext uri="{FF2B5EF4-FFF2-40B4-BE49-F238E27FC236}">
                <a16:creationId xmlns:a16="http://schemas.microsoft.com/office/drawing/2014/main" id="{965118B7-A109-2A4E-6C6F-C34BCF7789C3}"/>
              </a:ext>
            </a:extLst>
          </p:cNvPr>
          <p:cNvSpPr>
            <a:spLocks xmlns:a="http://schemas.openxmlformats.org/drawingml/2006/main" noGrp="1"/>
          </p:cNvSpPr>
          <p:nvPr/>
        </p:nvSpPr>
        <p:spPr>
          <a:xfrm xmlns:a="http://schemas.openxmlformats.org/drawingml/2006/main" rot="0" flipH="0" flipV="0">
            <a:off x="963156" y="1329542"/>
            <a:ext cx="35306" cy="57785"/>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 name="Forme libre : forme 57">
            <a:extLst xmlns:a="http://schemas.openxmlformats.org/drawingml/2006/main">
              <a:ext uri="{FF2B5EF4-FFF2-40B4-BE49-F238E27FC236}">
                <a16:creationId xmlns:a16="http://schemas.microsoft.com/office/drawing/2014/main" id="{DB1E3ED8-E951-A5A6-06BA-CDEA9CF4A89D}"/>
              </a:ext>
            </a:extLst>
          </p:cNvPr>
          <p:cNvSpPr>
            <a:spLocks xmlns:a="http://schemas.openxmlformats.org/drawingml/2006/main" noGrp="1"/>
          </p:cNvSpPr>
          <p:nvPr/>
        </p:nvSpPr>
        <p:spPr>
          <a:xfrm xmlns:a="http://schemas.openxmlformats.org/drawingml/2006/main" rot="0" flipH="0" flipV="0">
            <a:off x="1009647" y="1326061"/>
            <a:ext cx="43190" cy="59933"/>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9" name="Forme libre : forme 58">
            <a:extLst xmlns:a="http://schemas.openxmlformats.org/drawingml/2006/main">
              <a:ext uri="{FF2B5EF4-FFF2-40B4-BE49-F238E27FC236}">
                <a16:creationId xmlns:a16="http://schemas.microsoft.com/office/drawing/2014/main" id="{0B20BD0D-619F-6408-D21B-DC8EF2AE4C2E}"/>
              </a:ext>
            </a:extLst>
          </p:cNvPr>
          <p:cNvSpPr>
            <a:spLocks xmlns:a="http://schemas.openxmlformats.org/drawingml/2006/main" noGrp="1"/>
          </p:cNvSpPr>
          <p:nvPr/>
        </p:nvSpPr>
        <p:spPr>
          <a:xfrm xmlns:a="http://schemas.openxmlformats.org/drawingml/2006/main" rot="0" flipH="0" flipV="0">
            <a:off x="1057721" y="1315060"/>
            <a:ext cx="48147" cy="60309"/>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0" name="Forme libre : forme 59">
            <a:extLst xmlns:a="http://schemas.openxmlformats.org/drawingml/2006/main">
              <a:ext uri="{FF2B5EF4-FFF2-40B4-BE49-F238E27FC236}">
                <a16:creationId xmlns:a16="http://schemas.microsoft.com/office/drawing/2014/main" id="{82DCBB3B-7E0D-A1E6-06AF-F4F148318C43}"/>
              </a:ext>
            </a:extLst>
          </p:cNvPr>
          <p:cNvSpPr>
            <a:spLocks xmlns:a="http://schemas.openxmlformats.org/drawingml/2006/main" noGrp="1"/>
          </p:cNvSpPr>
          <p:nvPr/>
        </p:nvSpPr>
        <p:spPr>
          <a:xfrm xmlns:a="http://schemas.openxmlformats.org/drawingml/2006/main" rot="0" flipH="0" flipV="0">
            <a:off x="1106701" y="1302615"/>
            <a:ext cx="27894" cy="54966"/>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orme libre : forme 60">
            <a:extLst xmlns:a="http://schemas.openxmlformats.org/drawingml/2006/main">
              <a:ext uri="{FF2B5EF4-FFF2-40B4-BE49-F238E27FC236}">
                <a16:creationId xmlns:a16="http://schemas.microsoft.com/office/drawing/2014/main" id="{B8DD9168-AEE8-BDB0-3A13-27C2664815E0}"/>
              </a:ext>
            </a:extLst>
          </p:cNvPr>
          <p:cNvSpPr>
            <a:spLocks xmlns:a="http://schemas.openxmlformats.org/drawingml/2006/main" noGrp="1"/>
          </p:cNvSpPr>
          <p:nvPr/>
        </p:nvSpPr>
        <p:spPr>
          <a:xfrm xmlns:a="http://schemas.openxmlformats.org/drawingml/2006/main" rot="0" flipH="0" flipV="0">
            <a:off x="1132282" y="1283708"/>
            <a:ext cx="51767" cy="59966"/>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2" name="Forme libre : forme 61">
            <a:extLst xmlns:a="http://schemas.openxmlformats.org/drawingml/2006/main">
              <a:ext uri="{FF2B5EF4-FFF2-40B4-BE49-F238E27FC236}">
                <a16:creationId xmlns:a16="http://schemas.microsoft.com/office/drawing/2014/main" id="{571C0D87-AA16-8BA2-7D3A-074D50D35F42}"/>
              </a:ext>
            </a:extLst>
          </p:cNvPr>
          <p:cNvSpPr>
            <a:spLocks xmlns:a="http://schemas.openxmlformats.org/drawingml/2006/main" noGrp="1"/>
          </p:cNvSpPr>
          <p:nvPr/>
        </p:nvSpPr>
        <p:spPr>
          <a:xfrm xmlns:a="http://schemas.openxmlformats.org/drawingml/2006/main" rot="0" flipH="0" flipV="0">
            <a:off x="1182913" y="1259236"/>
            <a:ext cx="53711" cy="60172"/>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3" name="Forme libre : forme 62">
            <a:extLst xmlns:a="http://schemas.openxmlformats.org/drawingml/2006/main">
              <a:ext uri="{FF2B5EF4-FFF2-40B4-BE49-F238E27FC236}">
                <a16:creationId xmlns:a16="http://schemas.microsoft.com/office/drawing/2014/main" id="{3F1AA5D3-26B6-7BE8-90E9-A77D4C1C6D76}"/>
              </a:ext>
            </a:extLst>
          </p:cNvPr>
          <p:cNvSpPr>
            <a:spLocks xmlns:a="http://schemas.openxmlformats.org/drawingml/2006/main" noGrp="1"/>
          </p:cNvSpPr>
          <p:nvPr/>
        </p:nvSpPr>
        <p:spPr>
          <a:xfrm xmlns:a="http://schemas.openxmlformats.org/drawingml/2006/main" rot="0" flipH="0" flipV="0">
            <a:off x="1216249" y="1223917"/>
            <a:ext cx="53428" cy="55995"/>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126" name="Image 148"/>
          <p:cNvPicPr>
            <a:picLocks xmlns:a="http://schemas.openxmlformats.org/drawingml/2006/main" noChangeAspect="1"/>
          </p:cNvPicPr>
          <p:nvPr/>
        </p:nvPicPr>
        <p:blipFill>
          <a:blip xmlns:r="http://schemas.openxmlformats.org/officeDocument/2006/relationships" xmlns:a="http://schemas.openxmlformats.org/drawingml/2006/main" r:embed="Rbd474272398c44e4"/>
          <a:stretch xmlns:a="http://schemas.openxmlformats.org/drawingml/2006/main">
            <a:fillRect l="0" t="0" r="0" b="0"/>
          </a:stretch>
        </p:blipFill>
        <p:spPr>
          <a:xfrm xmlns:a="http://schemas.openxmlformats.org/drawingml/2006/main">
            <a:off x="8544587" y="6164251"/>
            <a:ext cx="3016914" cy="207974"/>
          </a:xfrm>
          <a:prstGeom xmlns:a="http://schemas.openxmlformats.org/drawingml/2006/main" prst="rect">
            <a:avLst/>
          </a:prstGeom>
        </p:spPr>
      </p:pic>
      <p:sp>
        <p:nvSpPr>
          <p:cNvPr id="28" name="Forme libre : forme 27">
            <a:extLst xmlns:a="http://schemas.openxmlformats.org/drawingml/2006/main">
              <a:ext uri="{FF2B5EF4-FFF2-40B4-BE49-F238E27FC236}">
                <a16:creationId xmlns:a16="http://schemas.microsoft.com/office/drawing/2014/main" id="{A7035AED-D228-A587-4889-532559330528}"/>
              </a:ext>
            </a:extLst>
          </p:cNvPr>
          <p:cNvSpPr>
            <a:spLocks xmlns:a="http://schemas.openxmlformats.org/drawingml/2006/main" noGrp="1"/>
          </p:cNvSpPr>
          <p:nvPr/>
        </p:nvSpPr>
        <p:spPr>
          <a:xfrm xmlns:a="http://schemas.openxmlformats.org/drawingml/2006/main" rot="0" flipH="0" flipV="0">
            <a:off x="2370293" y="3249920"/>
            <a:ext cx="556905" cy="789138"/>
          </a:xfrm>
          <a:custGeom xmlns:a="http://schemas.openxmlformats.org/drawingml/2006/main">
            <a:gdLst>
              <a:gd name="connsiteX0" fmla="*/ 0 w 947039"/>
              <a:gd name="connsiteY0" fmla="*/ 0 h 1341961"/>
              <a:gd name="connsiteX1" fmla="*/ 947040 w 947039"/>
              <a:gd name="connsiteY1" fmla="*/ 1341961 h 1341961"/>
            </a:gdLst>
            <a:rect l="l" t="t" r="r" b="b"/>
            <a:pathLst>
              <a:path w="947039" h="1341961">
                <a:moveTo>
                  <a:pt x="0" y="0"/>
                </a:moveTo>
                <a:lnTo>
                  <a:pt x="947040" y="1341961"/>
                </a:lnTo>
              </a:path>
            </a:pathLst>
          </a:custGeom>
          <a:ln xmlns:a="http://schemas.openxmlformats.org/drawingml/2006/main" w="431800">
            <a:solidFill>
              <a:schemeClr val="accent3"/>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7EF208DC-D024-093D-FE25-88A3F4602933}"/>
              </a:ext>
            </a:extLst>
          </p:cNvPr>
          <p:cNvSpPr>
            <a:spLocks xmlns:a="http://schemas.openxmlformats.org/drawingml/2006/main" noGrp="1"/>
          </p:cNvSpPr>
          <p:nvPr/>
        </p:nvSpPr>
        <p:spPr>
          <a:xfrm xmlns:a="http://schemas.openxmlformats.org/drawingml/2006/main" rot="0" flipH="0" flipV="0">
            <a:off x="2404332" y="2311280"/>
            <a:ext cx="433043" cy="433363"/>
          </a:xfrm>
          <a:custGeom xmlns:a="http://schemas.openxmlformats.org/drawingml/2006/main">
            <a:gdLst>
              <a:gd name="connsiteX0" fmla="*/ 0 w 736407"/>
              <a:gd name="connsiteY0" fmla="*/ 0 h 736952"/>
              <a:gd name="connsiteX1" fmla="*/ 736408 w 736407"/>
              <a:gd name="connsiteY1" fmla="*/ 736952 h 736952"/>
            </a:gdLst>
            <a:rect l="l" t="t" r="r" b="b"/>
            <a:pathLst>
              <a:path w="736407" h="736952">
                <a:moveTo>
                  <a:pt x="0" y="0"/>
                </a:moveTo>
                <a:cubicBezTo>
                  <a:pt x="406793" y="0"/>
                  <a:pt x="736408" y="331468"/>
                  <a:pt x="736408" y="736952"/>
                </a:cubicBezTo>
              </a:path>
            </a:pathLst>
          </a:custGeom>
          <a:noFill xmlns:a="http://schemas.openxmlformats.org/drawingml/2006/main"/>
          <a:ln xmlns:a="http://schemas.openxmlformats.org/drawingml/2006/main" w="431800">
            <a:solidFill>
              <a:schemeClr val="accent5"/>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024300A8-A886-C4D2-73E2-6A3E3CF0E609}"/>
              </a:ext>
            </a:extLst>
          </p:cNvPr>
          <p:cNvSpPr>
            <a:spLocks xmlns:a="http://schemas.openxmlformats.org/drawingml/2006/main" noGrp="1"/>
          </p:cNvSpPr>
          <p:nvPr/>
        </p:nvSpPr>
        <p:spPr>
          <a:xfrm xmlns:a="http://schemas.openxmlformats.org/drawingml/2006/main" rot="0" flipH="0" flipV="0">
            <a:off x="2404332" y="2744644"/>
            <a:ext cx="433043" cy="433363"/>
          </a:xfrm>
          <a:custGeom xmlns:a="http://schemas.openxmlformats.org/drawingml/2006/main">
            <a:gdLst>
              <a:gd name="connsiteX0" fmla="*/ 736408 w 736407"/>
              <a:gd name="connsiteY0" fmla="*/ 0 h 736952"/>
              <a:gd name="connsiteX1" fmla="*/ 0 w 736407"/>
              <a:gd name="connsiteY1" fmla="*/ 736952 h 736952"/>
            </a:gdLst>
            <a:rect l="l" t="t" r="r" b="b"/>
            <a:pathLst>
              <a:path w="736407" h="736952">
                <a:moveTo>
                  <a:pt x="736408" y="0"/>
                </a:moveTo>
                <a:cubicBezTo>
                  <a:pt x="736408" y="407094"/>
                  <a:pt x="405185" y="736952"/>
                  <a:pt x="0" y="736952"/>
                </a:cubicBezTo>
              </a:path>
            </a:pathLst>
          </a:custGeom>
          <a:noFill xmlns:a="http://schemas.openxmlformats.org/drawingml/2006/main"/>
          <a:ln xmlns:a="http://schemas.openxmlformats.org/drawingml/2006/main" w="431800">
            <a:solidFill>
              <a:schemeClr val="accent3"/>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1" name="Forme libre : forme 30">
            <a:extLst xmlns:a="http://schemas.openxmlformats.org/drawingml/2006/main">
              <a:ext uri="{FF2B5EF4-FFF2-40B4-BE49-F238E27FC236}">
                <a16:creationId xmlns:a16="http://schemas.microsoft.com/office/drawing/2014/main" id="{9EF05747-F89D-F49F-60ED-937761F1AFDA}"/>
              </a:ext>
            </a:extLst>
          </p:cNvPr>
          <p:cNvSpPr>
            <a:spLocks xmlns:a="http://schemas.openxmlformats.org/drawingml/2006/main" noGrp="1"/>
          </p:cNvSpPr>
          <p:nvPr/>
        </p:nvSpPr>
        <p:spPr>
          <a:xfrm xmlns:a="http://schemas.openxmlformats.org/drawingml/2006/main" rot="0" flipH="0" flipV="0">
            <a:off x="1856881" y="3178008"/>
            <a:ext cx="511521" cy="9461"/>
          </a:xfrm>
          <a:custGeom xmlns:a="http://schemas.openxmlformats.org/drawingml/2006/main">
            <a:gdLst>
              <a:gd name="connsiteX0" fmla="*/ 869862 w 869861"/>
              <a:gd name="connsiteY0" fmla="*/ 0 h 16090"/>
              <a:gd name="connsiteX1" fmla="*/ 0 w 869861"/>
              <a:gd name="connsiteY1" fmla="*/ 0 h 16090"/>
            </a:gdLst>
            <a:rect l="l" t="t" r="r" b="b"/>
            <a:pathLst>
              <a:path w="869861" h="16090">
                <a:moveTo>
                  <a:pt x="869862" y="0"/>
                </a:moveTo>
                <a:lnTo>
                  <a:pt x="0" y="0"/>
                </a:lnTo>
              </a:path>
            </a:pathLst>
          </a:custGeom>
          <a:ln xmlns:a="http://schemas.openxmlformats.org/drawingml/2006/main" w="431800">
            <a:solidFill>
              <a:schemeClr val="accent3"/>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2" name="Forme libre : forme 31">
            <a:extLst xmlns:a="http://schemas.openxmlformats.org/drawingml/2006/main">
              <a:ext uri="{FF2B5EF4-FFF2-40B4-BE49-F238E27FC236}">
                <a16:creationId xmlns:a16="http://schemas.microsoft.com/office/drawing/2014/main" id="{BB5928BB-5D14-4DC5-7D02-BE09F804706B}"/>
              </a:ext>
            </a:extLst>
          </p:cNvPr>
          <p:cNvSpPr>
            <a:spLocks xmlns:a="http://schemas.openxmlformats.org/drawingml/2006/main" noGrp="1"/>
          </p:cNvSpPr>
          <p:nvPr/>
        </p:nvSpPr>
        <p:spPr>
          <a:xfrm xmlns:a="http://schemas.openxmlformats.org/drawingml/2006/main" rot="0" flipH="0" flipV="0">
            <a:off x="3444394" y="2342505"/>
            <a:ext cx="9454" cy="1696554"/>
          </a:xfrm>
          <a:custGeom xmlns:a="http://schemas.openxmlformats.org/drawingml/2006/main">
            <a:gdLst>
              <a:gd name="connsiteX0" fmla="*/ 0 w 16078"/>
              <a:gd name="connsiteY0" fmla="*/ 0 h 2885056"/>
              <a:gd name="connsiteX1" fmla="*/ 0 w 16078"/>
              <a:gd name="connsiteY1" fmla="*/ 2885056 h 2885056"/>
            </a:gdLst>
            <a:rect l="l" t="t" r="r" b="b"/>
            <a:pathLst>
              <a:path w="16078" h="2885056">
                <a:moveTo>
                  <a:pt x="0" y="0"/>
                </a:moveTo>
                <a:lnTo>
                  <a:pt x="0" y="2885056"/>
                </a:lnTo>
              </a:path>
            </a:pathLst>
          </a:custGeom>
          <a:ln xmlns:a="http://schemas.openxmlformats.org/drawingml/2006/main" w="431800">
            <a:solidFill>
              <a:schemeClr val="accent5"/>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FAF36566-785D-E884-0FB7-D3D1AB75A3A3}"/>
              </a:ext>
            </a:extLst>
          </p:cNvPr>
          <p:cNvSpPr>
            <a:spLocks xmlns:a="http://schemas.openxmlformats.org/drawingml/2006/main" noGrp="1"/>
          </p:cNvSpPr>
          <p:nvPr/>
        </p:nvSpPr>
        <p:spPr>
          <a:xfrm xmlns:a="http://schemas.openxmlformats.org/drawingml/2006/main" rot="0" flipH="0" flipV="0">
            <a:off x="3445340" y="3172331"/>
            <a:ext cx="993732" cy="9461"/>
          </a:xfrm>
          <a:custGeom xmlns:a="http://schemas.openxmlformats.org/drawingml/2006/main">
            <a:gdLst>
              <a:gd name="connsiteX0" fmla="*/ 1689879 w 1689879"/>
              <a:gd name="connsiteY0" fmla="*/ 0 h 16090"/>
              <a:gd name="connsiteX1" fmla="*/ 0 w 1689879"/>
              <a:gd name="connsiteY1" fmla="*/ 0 h 16090"/>
            </a:gdLst>
            <a:rect l="l" t="t" r="r" b="b"/>
            <a:pathLst>
              <a:path w="1689879" h="16090">
                <a:moveTo>
                  <a:pt x="1689879" y="0"/>
                </a:moveTo>
                <a:lnTo>
                  <a:pt x="0" y="0"/>
                </a:lnTo>
              </a:path>
            </a:pathLst>
          </a:custGeom>
          <a:ln xmlns:a="http://schemas.openxmlformats.org/drawingml/2006/main" w="431800">
            <a:solidFill>
              <a:schemeClr val="accent3"/>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Forme libre : forme 33">
            <a:extLst xmlns:a="http://schemas.openxmlformats.org/drawingml/2006/main">
              <a:ext uri="{FF2B5EF4-FFF2-40B4-BE49-F238E27FC236}">
                <a16:creationId xmlns:a16="http://schemas.microsoft.com/office/drawing/2014/main" id="{E489E09F-BA2B-81E8-80EC-D36A72B086F3}"/>
              </a:ext>
            </a:extLst>
          </p:cNvPr>
          <p:cNvSpPr>
            <a:spLocks xmlns:a="http://schemas.openxmlformats.org/drawingml/2006/main" noGrp="1"/>
          </p:cNvSpPr>
          <p:nvPr/>
        </p:nvSpPr>
        <p:spPr>
          <a:xfrm xmlns:a="http://schemas.openxmlformats.org/drawingml/2006/main" rot="0" flipH="0" flipV="0">
            <a:off x="4498639" y="2342505"/>
            <a:ext cx="9454" cy="1696554"/>
          </a:xfrm>
          <a:custGeom xmlns:a="http://schemas.openxmlformats.org/drawingml/2006/main">
            <a:gdLst>
              <a:gd name="connsiteX0" fmla="*/ 0 w 16078"/>
              <a:gd name="connsiteY0" fmla="*/ 0 h 2885056"/>
              <a:gd name="connsiteX1" fmla="*/ 0 w 16078"/>
              <a:gd name="connsiteY1" fmla="*/ 2885056 h 2885056"/>
            </a:gdLst>
            <a:rect l="l" t="t" r="r" b="b"/>
            <a:pathLst>
              <a:path w="16078" h="2885056">
                <a:moveTo>
                  <a:pt x="0" y="0"/>
                </a:moveTo>
                <a:lnTo>
                  <a:pt x="0" y="2885056"/>
                </a:lnTo>
              </a:path>
            </a:pathLst>
          </a:custGeom>
          <a:ln xmlns:a="http://schemas.openxmlformats.org/drawingml/2006/main" w="431800">
            <a:solidFill>
              <a:schemeClr val="accent4"/>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orme libre : forme 34">
            <a:extLst xmlns:a="http://schemas.openxmlformats.org/drawingml/2006/main">
              <a:ext uri="{FF2B5EF4-FFF2-40B4-BE49-F238E27FC236}">
                <a16:creationId xmlns:a16="http://schemas.microsoft.com/office/drawing/2014/main" id="{987EA25E-C0B3-9212-40DA-7EDADC045DFD}"/>
              </a:ext>
            </a:extLst>
          </p:cNvPr>
          <p:cNvSpPr>
            <a:spLocks xmlns:a="http://schemas.openxmlformats.org/drawingml/2006/main" noGrp="1"/>
          </p:cNvSpPr>
          <p:nvPr/>
        </p:nvSpPr>
        <p:spPr>
          <a:xfrm xmlns:a="http://schemas.openxmlformats.org/drawingml/2006/main" rot="0" flipH="0" flipV="0">
            <a:off x="1807714" y="2313172"/>
            <a:ext cx="9454" cy="1725887"/>
          </a:xfrm>
          <a:custGeom xmlns:a="http://schemas.openxmlformats.org/drawingml/2006/main">
            <a:gdLst>
              <a:gd name="connsiteX0" fmla="*/ 0 w 16078"/>
              <a:gd name="connsiteY0" fmla="*/ 2934937 h 2934937"/>
              <a:gd name="connsiteX1" fmla="*/ 0 w 16078"/>
              <a:gd name="connsiteY1" fmla="*/ 0 h 2934937"/>
            </a:gdLst>
            <a:rect l="l" t="t" r="r" b="b"/>
            <a:pathLst>
              <a:path w="16078" h="2934937">
                <a:moveTo>
                  <a:pt x="0" y="2934937"/>
                </a:moveTo>
                <a:lnTo>
                  <a:pt x="0" y="0"/>
                </a:lnTo>
              </a:path>
            </a:pathLst>
          </a:custGeom>
          <a:ln xmlns:a="http://schemas.openxmlformats.org/drawingml/2006/main" w="431800">
            <a:solidFill>
              <a:schemeClr val="accent1"/>
            </a:solid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orme libre : forme 35">
            <a:extLst xmlns:a="http://schemas.openxmlformats.org/drawingml/2006/main">
              <a:ext uri="{FF2B5EF4-FFF2-40B4-BE49-F238E27FC236}">
                <a16:creationId xmlns:a16="http://schemas.microsoft.com/office/drawing/2014/main" id="{807EAF0F-C440-CC2B-F26B-C45D10D54E4A}"/>
              </a:ext>
            </a:extLst>
          </p:cNvPr>
          <p:cNvSpPr>
            <a:spLocks xmlns:a="http://schemas.openxmlformats.org/drawingml/2006/main" noGrp="1"/>
          </p:cNvSpPr>
          <p:nvPr/>
        </p:nvSpPr>
        <p:spPr>
          <a:xfrm xmlns:a="http://schemas.openxmlformats.org/drawingml/2006/main" rot="0" flipH="0" flipV="0">
            <a:off x="1807714" y="2311280"/>
            <a:ext cx="596617" cy="9461"/>
          </a:xfrm>
          <a:custGeom xmlns:a="http://schemas.openxmlformats.org/drawingml/2006/main">
            <a:gdLst>
              <a:gd name="connsiteX0" fmla="*/ 0 w 1014570"/>
              <a:gd name="connsiteY0" fmla="*/ 0 h 16090"/>
              <a:gd name="connsiteX1" fmla="*/ 1014571 w 1014570"/>
              <a:gd name="connsiteY1" fmla="*/ 0 h 16090"/>
            </a:gdLst>
            <a:rect l="l" t="t" r="r" b="b"/>
            <a:pathLst>
              <a:path w="1014570" h="16090">
                <a:moveTo>
                  <a:pt x="0" y="0"/>
                </a:moveTo>
                <a:lnTo>
                  <a:pt x="1014571" y="0"/>
                </a:lnTo>
              </a:path>
            </a:pathLst>
          </a:custGeom>
          <a:ln xmlns:a="http://schemas.openxmlformats.org/drawingml/2006/main" w="431800">
            <a:solidFill>
              <a:schemeClr val="accent5"/>
            </a:solidFill>
            <a:prstDash val="solid"/>
          </a:ln>
        </p:spPr>
        <p:txBody>
          <a:bodyPr xmlns:a="http://schemas.openxmlformats.org/drawingml/2006/main" anchor="ctr"/>
          <a:lstStyle xmlns:a="http://schemas.openxmlformats.org/drawingml/2006/main"/>
          <a:p xmlns:a="http://schemas.openxmlformats.org/drawingml/2006/main">
            <a:endParaRPr/>
          </a:p>
        </p:txBody>
      </p:sp>
      <p:pic>
        <p:nvPicPr>
          <p:cNvPr id="136" name="Image 36"/>
          <p:cNvPicPr>
            <a:picLocks xmlns:a="http://schemas.openxmlformats.org/drawingml/2006/main" noChangeAspect="1"/>
          </p:cNvPicPr>
          <p:nvPr/>
        </p:nvPicPr>
        <p:blipFill>
          <a:blip xmlns:r="http://schemas.openxmlformats.org/officeDocument/2006/relationships" xmlns:a="http://schemas.openxmlformats.org/drawingml/2006/main" r:embed="Ra6844c193ade46e3"/>
          <a:stretch xmlns:a="http://schemas.openxmlformats.org/drawingml/2006/main">
            <a:fillRect l="0" t="0" r="0" b="0"/>
          </a:stretch>
        </p:blipFill>
        <p:spPr>
          <a:xfrm xmlns:a="http://schemas.openxmlformats.org/drawingml/2006/main">
            <a:off x="634998" y="5998962"/>
            <a:ext cx="2390776" cy="495328"/>
          </a:xfrm>
          <a:prstGeom xmlns:a="http://schemas.openxmlformats.org/drawingml/2006/main" prst="rect">
            <a:avLst/>
          </a:prstGeom>
        </p:spPr>
      </p:pic>
      <p:sp>
        <p:nvSpPr>
          <p:cNvPr id="38" name="Espace réservé de la date 37">
            <a:extLst xmlns:a="http://schemas.openxmlformats.org/drawingml/2006/main">
              <a:ext uri="{FF2B5EF4-FFF2-40B4-BE49-F238E27FC236}">
                <a16:creationId xmlns:a16="http://schemas.microsoft.com/office/drawing/2014/main" id="{B560FBFC-7F82-B255-84A2-38164CFF7A6F}"/>
              </a:ext>
            </a:extLst>
          </p:cNvPr>
          <p:cNvSpPr>
            <a:spLocks xmlns:a="http://schemas.openxmlformats.org/drawingml/2006/main" noGrp="1"/>
          </p:cNvSpPr>
          <p:nvPr>
            <p:ph type="dt" idx="10"/>
          </p:nvPr>
        </p:nvSpPr>
        <p:spPr>
          <a:xfrm xmlns:a="http://schemas.openxmlformats.org/drawingml/2006/main">
            <a:off x="5741670" y="4095881"/>
            <a:ext cx="5852742" cy="184666"/>
          </a:xfrm>
        </p:spPr>
        <p:txBody>
          <a:bodyPr xmlns:a="http://schemas.openxmlformats.org/drawingml/2006/main" wrap="square">
            <a:spAutoFit/>
          </a:bodyPr>
          <a:lstStyle xmlns:a="http://schemas.openxmlformats.org/drawingml/2006/main">
            <a:lvl1pPr>
              <a:buNone/>
              <a:defRPr sz="1200" b="1">
                <a:latin typeface="BNPPSans"/>
                <a:ea typeface="BNPPSans"/>
                <a:cs typeface="BNPPSans"/>
              </a:defRPr>
            </a:lvl1pPr>
          </a:lstStyle>
          <a:p xmlns:a="http://schemas.openxmlformats.org/drawingml/2006/main">
            <a:fld id="{2DF9B93F-5A2C-4BE4-8E2B-05CA4746F95D}" type="datetime1">
              <a:t>21/08/2026</a:t>
            </a:fld>
            <a:endParaRPr/>
          </a:p>
        </p:txBody>
      </p:sp>
      <p:sp>
        <p:nvSpPr>
          <p:cNvPr id="39" name="Espace réservé du pied de page 38">
            <a:extLst xmlns:a="http://schemas.openxmlformats.org/drawingml/2006/main">
              <a:ext uri="{FF2B5EF4-FFF2-40B4-BE49-F238E27FC236}">
                <a16:creationId xmlns:a16="http://schemas.microsoft.com/office/drawing/2014/main" id="{16B97C6B-0E1D-6F34-7C29-23A15D6C236D}"/>
              </a:ext>
            </a:extLst>
          </p:cNvPr>
          <p:cNvSpPr>
            <a:spLocks xmlns:a="http://schemas.openxmlformats.org/drawingml/2006/main" noGrp="1"/>
          </p:cNvSpPr>
          <p:nvPr>
            <p:ph type="ftr" idx="11"/>
          </p:nvPr>
        </p:nvSpPr>
        <p:spPr>
          <a:xfrm xmlns:a="http://schemas.openxmlformats.org/drawingml/2006/main" rot="10800000" flipH="1" flipV="1">
            <a:off x="12192000" y="6858000"/>
            <a:ext cx="36000" cy="36000"/>
          </a:xfrm>
        </p:spPr>
        <p:txBody>
          <a:bodyPr xmlns:a="http://schemas.openxmlformats.org/drawingml/2006/main">
            <a:spAutoFit/>
          </a:bodyPr>
          <a:lstStyle xmlns:a="http://schemas.openxmlformats.org/drawingml/2006/main">
            <a:lvl1pPr>
              <a:buNone/>
              <a:defRPr sz="100"/>
            </a:lvl1pPr>
          </a:lstStyle>
          <a:p xmlns:a="http://schemas.openxmlformats.org/drawingml/2006/main">
            <a:r>
              <a:t>Titre de la présentation</a:t>
            </a:r>
          </a:p>
        </p:txBody>
      </p:sp>
      <p:sp>
        <p:nvSpPr>
          <p:cNvPr id="40" name="Espace réservé du numéro de diapositive 39">
            <a:extLst xmlns:a="http://schemas.openxmlformats.org/drawingml/2006/main">
              <a:ext uri="{FF2B5EF4-FFF2-40B4-BE49-F238E27FC236}">
                <a16:creationId xmlns:a16="http://schemas.microsoft.com/office/drawing/2014/main" id="{83BDF5C1-2F1D-012A-CCCF-7C3F93FC809F}"/>
              </a:ext>
            </a:extLst>
          </p:cNvPr>
          <p:cNvSpPr>
            <a:spLocks xmlns:a="http://schemas.openxmlformats.org/drawingml/2006/main" noGrp="1"/>
          </p:cNvSpPr>
          <p:nvPr>
            <p:ph type="sldNum" idx="12"/>
          </p:nvPr>
        </p:nvSpPr>
        <p:spPr>
          <a:xfrm xmlns:a="http://schemas.openxmlformats.org/drawingml/2006/main">
            <a:off x="12192000" y="6858000"/>
            <a:ext cx="36000" cy="36000"/>
          </a:xfrm>
        </p:spPr>
        <p:txBody>
          <a:bodyPr xmlns:a="http://schemas.openxmlformats.org/drawingml/2006/main">
            <a:spAutoFit/>
          </a:bodyPr>
          <a:lstStyle xmlns:a="http://schemas.openxmlformats.org/drawingml/2006/main">
            <a:lvl1pPr>
              <a:buNone/>
              <a:defRPr sz="100"/>
            </a:lvl1pPr>
          </a:lstStyle>
          <a:p xmlns:a="http://schemas.openxmlformats.org/drawingml/2006/main">
            <a:fld id="{12EA5F4A-9FB0-4812-AB35-92F9E0180226}" type="slidenum">
              <a:t>‹#›</a:t>
            </a:fld>
            <a:endParaRPr/>
          </a:p>
        </p:txBody>
      </p:sp>
      <p:sp>
        <p:nvSpPr>
          <p:cNvPr id="42" name="Espace réservé du texte 41">
            <a:extLst xmlns:a="http://schemas.openxmlformats.org/drawingml/2006/main">
              <a:ext uri="{FF2B5EF4-FFF2-40B4-BE49-F238E27FC236}">
                <a16:creationId xmlns:a16="http://schemas.microsoft.com/office/drawing/2014/main" id="{CF888A3E-58B5-A2A1-2FB2-066CC1437908}"/>
              </a:ext>
            </a:extLst>
          </p:cNvPr>
          <p:cNvSpPr>
            <a:spLocks xmlns:a="http://schemas.openxmlformats.org/drawingml/2006/main" noGrp="1"/>
          </p:cNvSpPr>
          <p:nvPr>
            <p:ph type="body" idx="13" hasCustomPrompt="1"/>
          </p:nvPr>
        </p:nvSpPr>
        <p:spPr>
          <a:xfrm xmlns:a="http://schemas.openxmlformats.org/drawingml/2006/main">
            <a:off x="5741670" y="1997432"/>
            <a:ext cx="5753100" cy="1846659"/>
          </a:xfrm>
        </p:spPr>
        <p:txBody>
          <a:bodyPr xmlns:a="http://schemas.openxmlformats.org/drawingml/2006/main"/>
          <a:lstStyle xmlns:a="http://schemas.openxmlformats.org/drawingml/2006/main">
            <a:lvl1pPr>
              <a:lnSpc>
                <a:spcPct val="100000"/>
              </a:lnSpc>
              <a:spcBef>
                <a:spcPts val="0"/>
              </a:spcBef>
              <a:buNone/>
              <a:defRPr sz="4000" b="1" cap="all" baseline="0">
                <a:solidFill>
                  <a:schemeClr val="accent1"/>
                </a:solidFill>
              </a:defRPr>
            </a:lvl1pPr>
          </a:lstStyle>
          <a:p xmlns:a="http://schemas.openxmlformats.org/drawingml/2006/main">
            <a:pPr lvl="0">
              <a:buNone/>
            </a:pPr>
            <a:r>
              <a:t>Titre de la présentation </a:t>
            </a:r>
            <a:br/>
            <a:r>
              <a:t>sur trois lignes</a:t>
            </a:r>
          </a:p>
        </p:txBody>
      </p:sp>
    </p:spTree>
  </p:cSld>
</p:sldLayout>
</file>

<file path=ppt/slideLayouts/slideLayout2.xml><?xml version="1.0" encoding="utf-8"?>
<p:sldLayout xmlns:p="http://schemas.openxmlformats.org/presentationml/2006/main" preserve="1" userDrawn="1">
  <p:cSld name="Sommaire simple - 4 parties">
    <p:bg>
      <p:bgPr>
        <a:solidFill xmlns:a="http://schemas.openxmlformats.org/drawingml/2006/main">
          <a:schemeClr val="bg2"/>
        </a:solidFill>
      </p:bgPr>
    </p:bg>
    <p:spTree>
      <p:nvGrpSpPr>
        <p:cNvPr id="1" name=""/>
        <p:cNvGrpSpPr/>
        <p:nvPr/>
      </p:nvGrpSpPr>
      <p:grpSpPr>
        <a:xfrm xmlns:a="http://schemas.openxmlformats.org/drawingml/2006/main"/>
      </p:grpSpPr>
      <p:sp useBgFill="1">
        <p:nvSpPr>
          <p:cNvPr id="25" name="ZoneTexte 24">
            <a:extLst xmlns:a="http://schemas.openxmlformats.org/drawingml/2006/main">
              <a:ext uri="{FF2B5EF4-FFF2-40B4-BE49-F238E27FC236}">
                <a16:creationId xmlns:a16="http://schemas.microsoft.com/office/drawing/2014/main" id="{9143D709-8AA1-2B94-E3A4-2455F180DFC1}"/>
              </a:ext>
            </a:extLst>
          </p:cNvPr>
          <p:cNvSpPr>
            <a:spLocks xmlns:a="http://schemas.openxmlformats.org/drawingml/2006/main" noGrp="1"/>
          </p:cNvSpPr>
          <p:nvPr/>
        </p:nvSpPr>
        <p:spPr>
          <a:xfrm xmlns:a="http://schemas.openxmlformats.org/drawingml/2006/main">
            <a:off x="634998" y="457370"/>
            <a:ext cx="3800720" cy="923330"/>
          </a:xfrm>
          <a:prstGeom xmlns:a="http://schemas.openxmlformats.org/drawingml/2006/main" prst="rect">
            <a:avLst/>
          </a:prstGeom>
        </p:spPr>
        <p:txBody>
          <a:bodyPr xmlns:a="http://schemas.openxmlformats.org/drawingml/2006/main" wrap="none" lIns="0" tIns="0" rIns="0" bIns="0" anchor="b">
            <a:spAutoFit/>
          </a:bodyPr>
          <a:lstStyle xmlns:a="http://schemas.openxmlformats.org/drawingml/2006/main"/>
          <a:p xmlns:a="http://schemas.openxmlformats.org/drawingml/2006/main">
            <a:r>
              <a:rPr sz="6000" b="1" cap="all">
                <a:solidFill>
                  <a:schemeClr val="accent1"/>
                </a:solidFill>
                <a:latin typeface="BNPPSans"/>
                <a:ea typeface="BNPPSans"/>
                <a:cs typeface="BNPPSans"/>
              </a:rPr>
              <a:t>SOMMAIRE</a:t>
            </a:r>
          </a:p>
        </p:txBody>
      </p:sp>
      <p:sp>
        <p:nvSpPr>
          <p:cNvPr id="26" name="Connecteur droit 25">
            <a:extLst xmlns:a="http://schemas.openxmlformats.org/drawingml/2006/main">
              <a:ext uri="{FF2B5EF4-FFF2-40B4-BE49-F238E27FC236}">
                <a16:creationId xmlns:a16="http://schemas.microsoft.com/office/drawing/2014/main" id="{28DF2CC2-976F-4235-BC14-C622C9FC5C92}"/>
              </a:ext>
            </a:extLst>
          </p:cNvPr>
          <p:cNvSpPr>
            <a:spLocks xmlns:a="http://schemas.openxmlformats.org/drawingml/2006/main" noGrp="1"/>
          </p:cNvSpPr>
          <p:nvPr/>
        </p:nvSpPr>
        <p:spPr>
          <a:xfrm xmlns:a="http://schemas.openxmlformats.org/drawingml/2006/main">
            <a:off x="6868160" y="929216"/>
            <a:ext cx="5059680" cy="0"/>
          </a:xfrm>
          <a:prstGeom xmlns:a="http://schemas.openxmlformats.org/drawingml/2006/main" prst="line">
            <a:avLst/>
          </a:prstGeom>
          <a:ln xmlns:a="http://schemas.openxmlformats.org/drawingml/2006/main" w="53022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eur droit 26">
            <a:extLst xmlns:a="http://schemas.openxmlformats.org/drawingml/2006/main">
              <a:ext uri="{FF2B5EF4-FFF2-40B4-BE49-F238E27FC236}">
                <a16:creationId xmlns:a16="http://schemas.microsoft.com/office/drawing/2014/main" id="{C1153E02-1709-4262-8EFD-A35221EBDBF2}"/>
              </a:ext>
            </a:extLst>
          </p:cNvPr>
          <p:cNvSpPr>
            <a:spLocks xmlns:a="http://schemas.openxmlformats.org/drawingml/2006/main" noGrp="1"/>
          </p:cNvSpPr>
          <p:nvPr/>
        </p:nvSpPr>
        <p:spPr>
          <a:xfrm xmlns:a="http://schemas.openxmlformats.org/drawingml/2006/main">
            <a:off x="6965950" y="929216"/>
            <a:ext cx="1073150" cy="0"/>
          </a:xfrm>
          <a:prstGeom xmlns:a="http://schemas.openxmlformats.org/drawingml/2006/main" prst="line">
            <a:avLst/>
          </a:prstGeom>
          <a:ln xmlns:a="http://schemas.openxmlformats.org/drawingml/2006/main" w="53022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9" name="Connecteur droit 28">
            <a:extLst xmlns:a="http://schemas.openxmlformats.org/drawingml/2006/main">
              <a:ext uri="{FF2B5EF4-FFF2-40B4-BE49-F238E27FC236}">
                <a16:creationId xmlns:a16="http://schemas.microsoft.com/office/drawing/2014/main" id="{FD265524-2BE4-4DA6-B3BB-1B73A87E4F7B}"/>
              </a:ext>
            </a:extLst>
          </p:cNvPr>
          <p:cNvSpPr>
            <a:spLocks xmlns:a="http://schemas.openxmlformats.org/drawingml/2006/main" noGrp="1"/>
          </p:cNvSpPr>
          <p:nvPr/>
        </p:nvSpPr>
        <p:spPr>
          <a:xfrm xmlns:a="http://schemas.openxmlformats.org/drawingml/2006/main" flipH="1">
            <a:off x="8007350" y="929216"/>
            <a:ext cx="218213" cy="0"/>
          </a:xfrm>
          <a:prstGeom xmlns:a="http://schemas.openxmlformats.org/drawingml/2006/main" prst="line">
            <a:avLst/>
          </a:prstGeom>
          <a:ln xmlns:a="http://schemas.openxmlformats.org/drawingml/2006/main" w="530225">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Connecteur droit 27">
            <a:extLst xmlns:a="http://schemas.openxmlformats.org/drawingml/2006/main">
              <a:ext uri="{FF2B5EF4-FFF2-40B4-BE49-F238E27FC236}">
                <a16:creationId xmlns:a16="http://schemas.microsoft.com/office/drawing/2014/main" id="{FFFED6B4-B85E-44B9-92AD-0E863EA07A15}"/>
              </a:ext>
            </a:extLst>
          </p:cNvPr>
          <p:cNvSpPr>
            <a:spLocks xmlns:a="http://schemas.openxmlformats.org/drawingml/2006/main" noGrp="1"/>
          </p:cNvSpPr>
          <p:nvPr/>
        </p:nvSpPr>
        <p:spPr>
          <a:xfrm xmlns:a="http://schemas.openxmlformats.org/drawingml/2006/main">
            <a:off x="5520463" y="929216"/>
            <a:ext cx="1445487" cy="0"/>
          </a:xfrm>
          <a:prstGeom xmlns:a="http://schemas.openxmlformats.org/drawingml/2006/main" prst="line">
            <a:avLst/>
          </a:prstGeom>
          <a:ln xmlns:a="http://schemas.openxmlformats.org/drawingml/2006/main" w="530225">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Espace réservé de la date 29">
            <a:extLst xmlns:a="http://schemas.openxmlformats.org/drawingml/2006/main">
              <a:ext uri="{FF2B5EF4-FFF2-40B4-BE49-F238E27FC236}">
                <a16:creationId xmlns:a16="http://schemas.microsoft.com/office/drawing/2014/main" id="{C6CA0E2E-DD0E-8573-A2BD-8F9639550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F9B93F-5A2C-4BE4-8E2B-05CA4746F95D}" type="datetime1">
              <a:t>21/08/2026</a:t>
            </a:fld>
            <a:endParaRPr/>
          </a:p>
        </p:txBody>
      </p:sp>
      <p:sp>
        <p:nvSpPr>
          <p:cNvPr id="31" name="Espace réservé du pied de page 30">
            <a:extLst xmlns:a="http://schemas.openxmlformats.org/drawingml/2006/main">
              <a:ext uri="{FF2B5EF4-FFF2-40B4-BE49-F238E27FC236}">
                <a16:creationId xmlns:a16="http://schemas.microsoft.com/office/drawing/2014/main" id="{69C8EDE0-208D-3B43-B5A9-19D8DD4F17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32" name="Espace réservé du numéro de diapositive 31">
            <a:extLst xmlns:a="http://schemas.openxmlformats.org/drawingml/2006/main">
              <a:ext uri="{FF2B5EF4-FFF2-40B4-BE49-F238E27FC236}">
                <a16:creationId xmlns:a16="http://schemas.microsoft.com/office/drawing/2014/main" id="{2AF07D3A-B874-88C6-B5E3-6E732E8458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35" name="Espace réservé du texte 33">
            <a:extLst xmlns:a="http://schemas.openxmlformats.org/drawingml/2006/main">
              <a:ext uri="{FF2B5EF4-FFF2-40B4-BE49-F238E27FC236}">
                <a16:creationId xmlns:a16="http://schemas.microsoft.com/office/drawing/2014/main" id="{324FD154-BCD9-3FFD-1C2B-3D7A6C6C8BD5}"/>
              </a:ext>
            </a:extLst>
          </p:cNvPr>
          <p:cNvSpPr>
            <a:spLocks xmlns:a="http://schemas.openxmlformats.org/drawingml/2006/main" noGrp="1"/>
          </p:cNvSpPr>
          <p:nvPr>
            <p:ph type="body" idx="13" hasCustomPrompt="1"/>
          </p:nvPr>
        </p:nvSpPr>
        <p:spPr>
          <a:xfrm xmlns:a="http://schemas.openxmlformats.org/drawingml/2006/main">
            <a:off x="1459136" y="1979088"/>
            <a:ext cx="869949" cy="630759"/>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1</a:t>
            </a:r>
          </a:p>
        </p:txBody>
      </p:sp>
      <p:sp>
        <p:nvSpPr>
          <p:cNvPr id="42" name="Espace réservé du texte 33">
            <a:extLst xmlns:a="http://schemas.openxmlformats.org/drawingml/2006/main">
              <a:ext uri="{FF2B5EF4-FFF2-40B4-BE49-F238E27FC236}">
                <a16:creationId xmlns:a16="http://schemas.microsoft.com/office/drawing/2014/main" id="{D92B36B7-C388-64BC-3C88-B2A9ECE3057A}"/>
              </a:ext>
            </a:extLst>
          </p:cNvPr>
          <p:cNvSpPr>
            <a:spLocks xmlns:a="http://schemas.openxmlformats.org/drawingml/2006/main" noGrp="1"/>
          </p:cNvSpPr>
          <p:nvPr>
            <p:ph type="body" idx="14" hasCustomPrompt="1"/>
          </p:nvPr>
        </p:nvSpPr>
        <p:spPr>
          <a:xfrm xmlns:a="http://schemas.openxmlformats.org/drawingml/2006/main">
            <a:off x="1459136" y="2867690"/>
            <a:ext cx="869949" cy="630759"/>
          </a:xfrm>
          <a:prstGeom xmlns:a="http://schemas.openxmlformats.org/drawingml/2006/main" prst="roundRect">
            <a:avLst>
              <a:gd name="adj" fmla="val 50000"/>
            </a:avLst>
          </a:prstGeom>
          <a:solidFill xmlns:a="http://schemas.openxmlformats.org/drawingml/2006/main">
            <a:schemeClr val="accent5"/>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2</a:t>
            </a:r>
          </a:p>
        </p:txBody>
      </p:sp>
      <p:sp>
        <p:nvSpPr>
          <p:cNvPr id="44" name="Espace réservé du texte 33">
            <a:extLst xmlns:a="http://schemas.openxmlformats.org/drawingml/2006/main">
              <a:ext uri="{FF2B5EF4-FFF2-40B4-BE49-F238E27FC236}">
                <a16:creationId xmlns:a16="http://schemas.microsoft.com/office/drawing/2014/main" id="{2D17B6A0-B226-3983-7121-B58E9DF9D7A7}"/>
              </a:ext>
            </a:extLst>
          </p:cNvPr>
          <p:cNvSpPr>
            <a:spLocks xmlns:a="http://schemas.openxmlformats.org/drawingml/2006/main" noGrp="1"/>
          </p:cNvSpPr>
          <p:nvPr>
            <p:ph type="body" idx="15" hasCustomPrompt="1"/>
          </p:nvPr>
        </p:nvSpPr>
        <p:spPr>
          <a:xfrm xmlns:a="http://schemas.openxmlformats.org/drawingml/2006/main">
            <a:off x="1459136" y="3756292"/>
            <a:ext cx="869949" cy="630759"/>
          </a:xfrm>
          <a:prstGeom xmlns:a="http://schemas.openxmlformats.org/drawingml/2006/main" prst="roundRect">
            <a:avLst>
              <a:gd name="adj" fmla="val 50000"/>
            </a:avLst>
          </a:prstGeom>
          <a:solidFill xmlns:a="http://schemas.openxmlformats.org/drawingml/2006/main">
            <a:schemeClr val="accent3"/>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3</a:t>
            </a:r>
          </a:p>
        </p:txBody>
      </p:sp>
      <p:sp>
        <p:nvSpPr>
          <p:cNvPr id="46" name="Espace réservé du texte 33">
            <a:extLst xmlns:a="http://schemas.openxmlformats.org/drawingml/2006/main">
              <a:ext uri="{FF2B5EF4-FFF2-40B4-BE49-F238E27FC236}">
                <a16:creationId xmlns:a16="http://schemas.microsoft.com/office/drawing/2014/main" id="{80A45ED8-BBE0-EDA0-2AA4-4887E8454E94}"/>
              </a:ext>
            </a:extLst>
          </p:cNvPr>
          <p:cNvSpPr>
            <a:spLocks xmlns:a="http://schemas.openxmlformats.org/drawingml/2006/main" noGrp="1"/>
          </p:cNvSpPr>
          <p:nvPr>
            <p:ph type="body" idx="16" hasCustomPrompt="1"/>
          </p:nvPr>
        </p:nvSpPr>
        <p:spPr>
          <a:xfrm xmlns:a="http://schemas.openxmlformats.org/drawingml/2006/main">
            <a:off x="1459136" y="4644894"/>
            <a:ext cx="869949" cy="630759"/>
          </a:xfrm>
          <a:prstGeom xmlns:a="http://schemas.openxmlformats.org/drawingml/2006/main" prst="roundRect">
            <a:avLst>
              <a:gd name="adj" fmla="val 50000"/>
            </a:avLst>
          </a:prstGeom>
          <a:solidFill xmlns:a="http://schemas.openxmlformats.org/drawingml/2006/main">
            <a:schemeClr val="accent4"/>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4</a:t>
            </a:r>
          </a:p>
        </p:txBody>
      </p:sp>
      <p:sp>
        <p:nvSpPr>
          <p:cNvPr id="50" name="Espace réservé du texte 48">
            <a:extLst xmlns:a="http://schemas.openxmlformats.org/drawingml/2006/main">
              <a:ext uri="{FF2B5EF4-FFF2-40B4-BE49-F238E27FC236}">
                <a16:creationId xmlns:a16="http://schemas.microsoft.com/office/drawing/2014/main" id="{3A03424E-4C0C-B4E7-DD06-E5DCBDBE4788}"/>
              </a:ext>
            </a:extLst>
          </p:cNvPr>
          <p:cNvSpPr>
            <a:spLocks xmlns:a="http://schemas.openxmlformats.org/drawingml/2006/main" noGrp="1"/>
          </p:cNvSpPr>
          <p:nvPr>
            <p:ph type="body" idx="17" hasCustomPrompt="1"/>
          </p:nvPr>
        </p:nvSpPr>
        <p:spPr>
          <a:xfrm xmlns:a="http://schemas.openxmlformats.org/drawingml/2006/main">
            <a:off x="2717801" y="2186672"/>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51" name="Espace réservé du texte 48">
            <a:extLst xmlns:a="http://schemas.openxmlformats.org/drawingml/2006/main">
              <a:ext uri="{FF2B5EF4-FFF2-40B4-BE49-F238E27FC236}">
                <a16:creationId xmlns:a16="http://schemas.microsoft.com/office/drawing/2014/main" id="{55ECA287-064B-955B-078D-4B3E46EED550}"/>
              </a:ext>
            </a:extLst>
          </p:cNvPr>
          <p:cNvSpPr>
            <a:spLocks xmlns:a="http://schemas.openxmlformats.org/drawingml/2006/main" noGrp="1"/>
          </p:cNvSpPr>
          <p:nvPr>
            <p:ph type="body" idx="18" hasCustomPrompt="1"/>
          </p:nvPr>
        </p:nvSpPr>
        <p:spPr>
          <a:xfrm xmlns:a="http://schemas.openxmlformats.org/drawingml/2006/main">
            <a:off x="2717801" y="3058419"/>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52" name="Espace réservé du texte 48">
            <a:extLst xmlns:a="http://schemas.openxmlformats.org/drawingml/2006/main">
              <a:ext uri="{FF2B5EF4-FFF2-40B4-BE49-F238E27FC236}">
                <a16:creationId xmlns:a16="http://schemas.microsoft.com/office/drawing/2014/main" id="{6806B51D-97F6-914C-50E6-6034DED5F181}"/>
              </a:ext>
            </a:extLst>
          </p:cNvPr>
          <p:cNvSpPr>
            <a:spLocks xmlns:a="http://schemas.openxmlformats.org/drawingml/2006/main" noGrp="1"/>
          </p:cNvSpPr>
          <p:nvPr>
            <p:ph type="body" idx="19" hasCustomPrompt="1"/>
          </p:nvPr>
        </p:nvSpPr>
        <p:spPr>
          <a:xfrm xmlns:a="http://schemas.openxmlformats.org/drawingml/2006/main">
            <a:off x="2717801" y="3930166"/>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53" name="Espace réservé du texte 48">
            <a:extLst xmlns:a="http://schemas.openxmlformats.org/drawingml/2006/main">
              <a:ext uri="{FF2B5EF4-FFF2-40B4-BE49-F238E27FC236}">
                <a16:creationId xmlns:a16="http://schemas.microsoft.com/office/drawing/2014/main" id="{071B9356-717D-9104-0349-7826DA86FC02}"/>
              </a:ext>
            </a:extLst>
          </p:cNvPr>
          <p:cNvSpPr>
            <a:spLocks xmlns:a="http://schemas.openxmlformats.org/drawingml/2006/main" noGrp="1"/>
          </p:cNvSpPr>
          <p:nvPr>
            <p:ph type="body" idx="20" hasCustomPrompt="1"/>
          </p:nvPr>
        </p:nvSpPr>
        <p:spPr>
          <a:xfrm xmlns:a="http://schemas.openxmlformats.org/drawingml/2006/main">
            <a:off x="2717801" y="480191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Tree>
  </p:cSld>
</p:sldLayout>
</file>

<file path=ppt/slideLayouts/slideLayout3.xml><?xml version="1.0" encoding="utf-8"?>
<p:sldLayout xmlns:p="http://schemas.openxmlformats.org/presentationml/2006/main" preserve="1" userDrawn="1">
  <p:cSld name="1_Sommaire simple - 8 parties">
    <p:bg>
      <p:bgPr>
        <a:solidFill xmlns:a="http://schemas.openxmlformats.org/drawingml/2006/main">
          <a:schemeClr val="bg2"/>
        </a:solidFill>
      </p:bgPr>
    </p:bg>
    <p:spTree>
      <p:nvGrpSpPr>
        <p:cNvPr id="1" name=""/>
        <p:cNvGrpSpPr/>
        <p:nvPr/>
      </p:nvGrpSpPr>
      <p:grpSpPr>
        <a:xfrm xmlns:a="http://schemas.openxmlformats.org/drawingml/2006/main"/>
      </p:grpSpPr>
      <p:sp useBgFill="1">
        <p:nvSpPr>
          <p:cNvPr id="25" name="ZoneTexte 24">
            <a:extLst xmlns:a="http://schemas.openxmlformats.org/drawingml/2006/main">
              <a:ext uri="{FF2B5EF4-FFF2-40B4-BE49-F238E27FC236}">
                <a16:creationId xmlns:a16="http://schemas.microsoft.com/office/drawing/2014/main" id="{9143D709-8AA1-2B94-E3A4-2455F180DFC1}"/>
              </a:ext>
            </a:extLst>
          </p:cNvPr>
          <p:cNvSpPr>
            <a:spLocks xmlns:a="http://schemas.openxmlformats.org/drawingml/2006/main" noGrp="1"/>
          </p:cNvSpPr>
          <p:nvPr/>
        </p:nvSpPr>
        <p:spPr>
          <a:xfrm xmlns:a="http://schemas.openxmlformats.org/drawingml/2006/main">
            <a:off x="634998" y="457370"/>
            <a:ext cx="3800720" cy="923330"/>
          </a:xfrm>
          <a:prstGeom xmlns:a="http://schemas.openxmlformats.org/drawingml/2006/main" prst="rect">
            <a:avLst/>
          </a:prstGeom>
        </p:spPr>
        <p:txBody>
          <a:bodyPr xmlns:a="http://schemas.openxmlformats.org/drawingml/2006/main" wrap="none" lIns="0" tIns="0" rIns="0" bIns="0" anchor="b">
            <a:spAutoFit/>
          </a:bodyPr>
          <a:lstStyle xmlns:a="http://schemas.openxmlformats.org/drawingml/2006/main"/>
          <a:p xmlns:a="http://schemas.openxmlformats.org/drawingml/2006/main">
            <a:r>
              <a:rPr sz="6000" b="1" cap="all">
                <a:solidFill>
                  <a:schemeClr val="accent1"/>
                </a:solidFill>
                <a:latin typeface="BNPPSans"/>
                <a:ea typeface="BNPPSans"/>
                <a:cs typeface="BNPPSans"/>
              </a:rPr>
              <a:t>SOMMAIRE</a:t>
            </a:r>
          </a:p>
        </p:txBody>
      </p:sp>
      <p:sp>
        <p:nvSpPr>
          <p:cNvPr id="26" name="Connecteur droit 25">
            <a:extLst xmlns:a="http://schemas.openxmlformats.org/drawingml/2006/main">
              <a:ext uri="{FF2B5EF4-FFF2-40B4-BE49-F238E27FC236}">
                <a16:creationId xmlns:a16="http://schemas.microsoft.com/office/drawing/2014/main" id="{24929C6A-2C64-4E64-A28E-4954F2EC0C2D}"/>
              </a:ext>
            </a:extLst>
          </p:cNvPr>
          <p:cNvSpPr>
            <a:spLocks xmlns:a="http://schemas.openxmlformats.org/drawingml/2006/main" noGrp="1"/>
          </p:cNvSpPr>
          <p:nvPr/>
        </p:nvSpPr>
        <p:spPr>
          <a:xfrm xmlns:a="http://schemas.openxmlformats.org/drawingml/2006/main">
            <a:off x="6868160" y="929216"/>
            <a:ext cx="5059680" cy="0"/>
          </a:xfrm>
          <a:prstGeom xmlns:a="http://schemas.openxmlformats.org/drawingml/2006/main" prst="line">
            <a:avLst/>
          </a:prstGeom>
          <a:ln xmlns:a="http://schemas.openxmlformats.org/drawingml/2006/main" w="53022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eur droit 26">
            <a:extLst xmlns:a="http://schemas.openxmlformats.org/drawingml/2006/main">
              <a:ext uri="{FF2B5EF4-FFF2-40B4-BE49-F238E27FC236}">
                <a16:creationId xmlns:a16="http://schemas.microsoft.com/office/drawing/2014/main" id="{9652A06C-C73D-44DB-86ED-2F63E770DA75}"/>
              </a:ext>
            </a:extLst>
          </p:cNvPr>
          <p:cNvSpPr>
            <a:spLocks xmlns:a="http://schemas.openxmlformats.org/drawingml/2006/main" noGrp="1"/>
          </p:cNvSpPr>
          <p:nvPr/>
        </p:nvSpPr>
        <p:spPr>
          <a:xfrm xmlns:a="http://schemas.openxmlformats.org/drawingml/2006/main">
            <a:off x="6965950" y="929216"/>
            <a:ext cx="1073150" cy="0"/>
          </a:xfrm>
          <a:prstGeom xmlns:a="http://schemas.openxmlformats.org/drawingml/2006/main" prst="line">
            <a:avLst/>
          </a:prstGeom>
          <a:ln xmlns:a="http://schemas.openxmlformats.org/drawingml/2006/main" w="53022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9" name="Connecteur droit 28">
            <a:extLst xmlns:a="http://schemas.openxmlformats.org/drawingml/2006/main">
              <a:ext uri="{FF2B5EF4-FFF2-40B4-BE49-F238E27FC236}">
                <a16:creationId xmlns:a16="http://schemas.microsoft.com/office/drawing/2014/main" id="{54C26499-9431-4711-88A4-092270F8530F}"/>
              </a:ext>
            </a:extLst>
          </p:cNvPr>
          <p:cNvSpPr>
            <a:spLocks xmlns:a="http://schemas.openxmlformats.org/drawingml/2006/main" noGrp="1"/>
          </p:cNvSpPr>
          <p:nvPr/>
        </p:nvSpPr>
        <p:spPr>
          <a:xfrm xmlns:a="http://schemas.openxmlformats.org/drawingml/2006/main" flipH="1">
            <a:off x="8007350" y="929216"/>
            <a:ext cx="218213" cy="0"/>
          </a:xfrm>
          <a:prstGeom xmlns:a="http://schemas.openxmlformats.org/drawingml/2006/main" prst="line">
            <a:avLst/>
          </a:prstGeom>
          <a:ln xmlns:a="http://schemas.openxmlformats.org/drawingml/2006/main" w="530225">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Connecteur droit 27">
            <a:extLst xmlns:a="http://schemas.openxmlformats.org/drawingml/2006/main">
              <a:ext uri="{FF2B5EF4-FFF2-40B4-BE49-F238E27FC236}">
                <a16:creationId xmlns:a16="http://schemas.microsoft.com/office/drawing/2014/main" id="{F98BC8C4-271C-40EA-903A-16806BBB0D2B}"/>
              </a:ext>
            </a:extLst>
          </p:cNvPr>
          <p:cNvSpPr>
            <a:spLocks xmlns:a="http://schemas.openxmlformats.org/drawingml/2006/main" noGrp="1"/>
          </p:cNvSpPr>
          <p:nvPr/>
        </p:nvSpPr>
        <p:spPr>
          <a:xfrm xmlns:a="http://schemas.openxmlformats.org/drawingml/2006/main">
            <a:off x="5520463" y="929216"/>
            <a:ext cx="1445487" cy="0"/>
          </a:xfrm>
          <a:prstGeom xmlns:a="http://schemas.openxmlformats.org/drawingml/2006/main" prst="line">
            <a:avLst/>
          </a:prstGeom>
          <a:ln xmlns:a="http://schemas.openxmlformats.org/drawingml/2006/main" w="530225">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Espace réservé de la date 29">
            <a:extLst xmlns:a="http://schemas.openxmlformats.org/drawingml/2006/main">
              <a:ext uri="{FF2B5EF4-FFF2-40B4-BE49-F238E27FC236}">
                <a16:creationId xmlns:a16="http://schemas.microsoft.com/office/drawing/2014/main" id="{C6CA0E2E-DD0E-8573-A2BD-8F9639550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F9B93F-5A2C-4BE4-8E2B-05CA4746F95D}" type="datetime1">
              <a:t>21/08/2026</a:t>
            </a:fld>
            <a:endParaRPr/>
          </a:p>
        </p:txBody>
      </p:sp>
      <p:sp>
        <p:nvSpPr>
          <p:cNvPr id="31" name="Espace réservé du pied de page 30">
            <a:extLst xmlns:a="http://schemas.openxmlformats.org/drawingml/2006/main">
              <a:ext uri="{FF2B5EF4-FFF2-40B4-BE49-F238E27FC236}">
                <a16:creationId xmlns:a16="http://schemas.microsoft.com/office/drawing/2014/main" id="{69C8EDE0-208D-3B43-B5A9-19D8DD4F17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32" name="Espace réservé du numéro de diapositive 31">
            <a:extLst xmlns:a="http://schemas.openxmlformats.org/drawingml/2006/main">
              <a:ext uri="{FF2B5EF4-FFF2-40B4-BE49-F238E27FC236}">
                <a16:creationId xmlns:a16="http://schemas.microsoft.com/office/drawing/2014/main" id="{2AF07D3A-B874-88C6-B5E3-6E732E8458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35" name="Espace réservé du texte 33">
            <a:extLst xmlns:a="http://schemas.openxmlformats.org/drawingml/2006/main">
              <a:ext uri="{FF2B5EF4-FFF2-40B4-BE49-F238E27FC236}">
                <a16:creationId xmlns:a16="http://schemas.microsoft.com/office/drawing/2014/main" id="{324FD154-BCD9-3FFD-1C2B-3D7A6C6C8BD5}"/>
              </a:ext>
            </a:extLst>
          </p:cNvPr>
          <p:cNvSpPr>
            <a:spLocks xmlns:a="http://schemas.openxmlformats.org/drawingml/2006/main" noGrp="1"/>
          </p:cNvSpPr>
          <p:nvPr>
            <p:ph type="body" idx="13" hasCustomPrompt="1"/>
          </p:nvPr>
        </p:nvSpPr>
        <p:spPr>
          <a:xfrm xmlns:a="http://schemas.openxmlformats.org/drawingml/2006/main">
            <a:off x="1459136" y="1979088"/>
            <a:ext cx="869949" cy="630759"/>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1</a:t>
            </a:r>
          </a:p>
        </p:txBody>
      </p:sp>
      <p:sp>
        <p:nvSpPr>
          <p:cNvPr id="42" name="Espace réservé du texte 33">
            <a:extLst xmlns:a="http://schemas.openxmlformats.org/drawingml/2006/main">
              <a:ext uri="{FF2B5EF4-FFF2-40B4-BE49-F238E27FC236}">
                <a16:creationId xmlns:a16="http://schemas.microsoft.com/office/drawing/2014/main" id="{D92B36B7-C388-64BC-3C88-B2A9ECE3057A}"/>
              </a:ext>
            </a:extLst>
          </p:cNvPr>
          <p:cNvSpPr>
            <a:spLocks xmlns:a="http://schemas.openxmlformats.org/drawingml/2006/main" noGrp="1"/>
          </p:cNvSpPr>
          <p:nvPr>
            <p:ph type="body" idx="14" hasCustomPrompt="1"/>
          </p:nvPr>
        </p:nvSpPr>
        <p:spPr>
          <a:xfrm xmlns:a="http://schemas.openxmlformats.org/drawingml/2006/main">
            <a:off x="1459136" y="2867690"/>
            <a:ext cx="869949" cy="630759"/>
          </a:xfrm>
          <a:prstGeom xmlns:a="http://schemas.openxmlformats.org/drawingml/2006/main" prst="roundRect">
            <a:avLst>
              <a:gd name="adj" fmla="val 50000"/>
            </a:avLst>
          </a:prstGeom>
          <a:solidFill xmlns:a="http://schemas.openxmlformats.org/drawingml/2006/main">
            <a:schemeClr val="accent5"/>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2</a:t>
            </a:r>
          </a:p>
        </p:txBody>
      </p:sp>
      <p:sp>
        <p:nvSpPr>
          <p:cNvPr id="44" name="Espace réservé du texte 33">
            <a:extLst xmlns:a="http://schemas.openxmlformats.org/drawingml/2006/main">
              <a:ext uri="{FF2B5EF4-FFF2-40B4-BE49-F238E27FC236}">
                <a16:creationId xmlns:a16="http://schemas.microsoft.com/office/drawing/2014/main" id="{2D17B6A0-B226-3983-7121-B58E9DF9D7A7}"/>
              </a:ext>
            </a:extLst>
          </p:cNvPr>
          <p:cNvSpPr>
            <a:spLocks xmlns:a="http://schemas.openxmlformats.org/drawingml/2006/main" noGrp="1"/>
          </p:cNvSpPr>
          <p:nvPr>
            <p:ph type="body" idx="15" hasCustomPrompt="1"/>
          </p:nvPr>
        </p:nvSpPr>
        <p:spPr>
          <a:xfrm xmlns:a="http://schemas.openxmlformats.org/drawingml/2006/main">
            <a:off x="1459136" y="3756292"/>
            <a:ext cx="869949" cy="630759"/>
          </a:xfrm>
          <a:prstGeom xmlns:a="http://schemas.openxmlformats.org/drawingml/2006/main" prst="roundRect">
            <a:avLst>
              <a:gd name="adj" fmla="val 50000"/>
            </a:avLst>
          </a:prstGeom>
          <a:solidFill xmlns:a="http://schemas.openxmlformats.org/drawingml/2006/main">
            <a:schemeClr val="accent3"/>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3</a:t>
            </a:r>
          </a:p>
        </p:txBody>
      </p:sp>
      <p:sp>
        <p:nvSpPr>
          <p:cNvPr id="46" name="Espace réservé du texte 33">
            <a:extLst xmlns:a="http://schemas.openxmlformats.org/drawingml/2006/main">
              <a:ext uri="{FF2B5EF4-FFF2-40B4-BE49-F238E27FC236}">
                <a16:creationId xmlns:a16="http://schemas.microsoft.com/office/drawing/2014/main" id="{80A45ED8-BBE0-EDA0-2AA4-4887E8454E94}"/>
              </a:ext>
            </a:extLst>
          </p:cNvPr>
          <p:cNvSpPr>
            <a:spLocks xmlns:a="http://schemas.openxmlformats.org/drawingml/2006/main" noGrp="1"/>
          </p:cNvSpPr>
          <p:nvPr>
            <p:ph type="body" idx="16" hasCustomPrompt="1"/>
          </p:nvPr>
        </p:nvSpPr>
        <p:spPr>
          <a:xfrm xmlns:a="http://schemas.openxmlformats.org/drawingml/2006/main">
            <a:off x="1459136" y="4644894"/>
            <a:ext cx="869949" cy="630759"/>
          </a:xfrm>
          <a:prstGeom xmlns:a="http://schemas.openxmlformats.org/drawingml/2006/main" prst="roundRect">
            <a:avLst>
              <a:gd name="adj" fmla="val 50000"/>
            </a:avLst>
          </a:prstGeom>
          <a:solidFill xmlns:a="http://schemas.openxmlformats.org/drawingml/2006/main">
            <a:schemeClr val="accent4"/>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4</a:t>
            </a:r>
          </a:p>
        </p:txBody>
      </p:sp>
      <p:sp>
        <p:nvSpPr>
          <p:cNvPr id="50" name="Espace réservé du texte 48">
            <a:extLst xmlns:a="http://schemas.openxmlformats.org/drawingml/2006/main">
              <a:ext uri="{FF2B5EF4-FFF2-40B4-BE49-F238E27FC236}">
                <a16:creationId xmlns:a16="http://schemas.microsoft.com/office/drawing/2014/main" id="{3A03424E-4C0C-B4E7-DD06-E5DCBDBE4788}"/>
              </a:ext>
            </a:extLst>
          </p:cNvPr>
          <p:cNvSpPr>
            <a:spLocks xmlns:a="http://schemas.openxmlformats.org/drawingml/2006/main" noGrp="1"/>
          </p:cNvSpPr>
          <p:nvPr>
            <p:ph type="body" idx="17" hasCustomPrompt="1"/>
          </p:nvPr>
        </p:nvSpPr>
        <p:spPr>
          <a:xfrm xmlns:a="http://schemas.openxmlformats.org/drawingml/2006/main">
            <a:off x="2717801" y="2186672"/>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51" name="Espace réservé du texte 48">
            <a:extLst xmlns:a="http://schemas.openxmlformats.org/drawingml/2006/main">
              <a:ext uri="{FF2B5EF4-FFF2-40B4-BE49-F238E27FC236}">
                <a16:creationId xmlns:a16="http://schemas.microsoft.com/office/drawing/2014/main" id="{55ECA287-064B-955B-078D-4B3E46EED550}"/>
              </a:ext>
            </a:extLst>
          </p:cNvPr>
          <p:cNvSpPr>
            <a:spLocks xmlns:a="http://schemas.openxmlformats.org/drawingml/2006/main" noGrp="1"/>
          </p:cNvSpPr>
          <p:nvPr>
            <p:ph type="body" idx="18" hasCustomPrompt="1"/>
          </p:nvPr>
        </p:nvSpPr>
        <p:spPr>
          <a:xfrm xmlns:a="http://schemas.openxmlformats.org/drawingml/2006/main">
            <a:off x="2717801" y="3058419"/>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52" name="Espace réservé du texte 48">
            <a:extLst xmlns:a="http://schemas.openxmlformats.org/drawingml/2006/main">
              <a:ext uri="{FF2B5EF4-FFF2-40B4-BE49-F238E27FC236}">
                <a16:creationId xmlns:a16="http://schemas.microsoft.com/office/drawing/2014/main" id="{6806B51D-97F6-914C-50E6-6034DED5F181}"/>
              </a:ext>
            </a:extLst>
          </p:cNvPr>
          <p:cNvSpPr>
            <a:spLocks xmlns:a="http://schemas.openxmlformats.org/drawingml/2006/main" noGrp="1"/>
          </p:cNvSpPr>
          <p:nvPr>
            <p:ph type="body" idx="19" hasCustomPrompt="1"/>
          </p:nvPr>
        </p:nvSpPr>
        <p:spPr>
          <a:xfrm xmlns:a="http://schemas.openxmlformats.org/drawingml/2006/main">
            <a:off x="2717801" y="3930166"/>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53" name="Espace réservé du texte 48">
            <a:extLst xmlns:a="http://schemas.openxmlformats.org/drawingml/2006/main">
              <a:ext uri="{FF2B5EF4-FFF2-40B4-BE49-F238E27FC236}">
                <a16:creationId xmlns:a16="http://schemas.microsoft.com/office/drawing/2014/main" id="{071B9356-717D-9104-0349-7826DA86FC02}"/>
              </a:ext>
            </a:extLst>
          </p:cNvPr>
          <p:cNvSpPr>
            <a:spLocks xmlns:a="http://schemas.openxmlformats.org/drawingml/2006/main" noGrp="1"/>
          </p:cNvSpPr>
          <p:nvPr>
            <p:ph type="body" idx="20" hasCustomPrompt="1"/>
          </p:nvPr>
        </p:nvSpPr>
        <p:spPr>
          <a:xfrm xmlns:a="http://schemas.openxmlformats.org/drawingml/2006/main">
            <a:off x="2717801" y="4801913"/>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2" name="Espace réservé du texte 33">
            <a:extLst xmlns:a="http://schemas.openxmlformats.org/drawingml/2006/main">
              <a:ext uri="{FF2B5EF4-FFF2-40B4-BE49-F238E27FC236}">
                <a16:creationId xmlns:a16="http://schemas.microsoft.com/office/drawing/2014/main" id="{6E303C80-BD96-C9CC-7521-A866170F9EFD}"/>
              </a:ext>
            </a:extLst>
          </p:cNvPr>
          <p:cNvSpPr>
            <a:spLocks xmlns:a="http://schemas.openxmlformats.org/drawingml/2006/main" noGrp="1"/>
          </p:cNvSpPr>
          <p:nvPr>
            <p:ph type="body" idx="21" hasCustomPrompt="1"/>
          </p:nvPr>
        </p:nvSpPr>
        <p:spPr>
          <a:xfrm xmlns:a="http://schemas.openxmlformats.org/drawingml/2006/main">
            <a:off x="6427376" y="1979088"/>
            <a:ext cx="869949" cy="630759"/>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5</a:t>
            </a:r>
          </a:p>
        </p:txBody>
      </p:sp>
      <p:sp>
        <p:nvSpPr>
          <p:cNvPr id="3" name="Espace réservé du texte 33">
            <a:extLst xmlns:a="http://schemas.openxmlformats.org/drawingml/2006/main">
              <a:ext uri="{FF2B5EF4-FFF2-40B4-BE49-F238E27FC236}">
                <a16:creationId xmlns:a16="http://schemas.microsoft.com/office/drawing/2014/main" id="{7D7E54F4-E12D-0A47-8104-77CC6CC2B8AE}"/>
              </a:ext>
            </a:extLst>
          </p:cNvPr>
          <p:cNvSpPr>
            <a:spLocks xmlns:a="http://schemas.openxmlformats.org/drawingml/2006/main" noGrp="1"/>
          </p:cNvSpPr>
          <p:nvPr>
            <p:ph type="body" idx="22" hasCustomPrompt="1"/>
          </p:nvPr>
        </p:nvSpPr>
        <p:spPr>
          <a:xfrm xmlns:a="http://schemas.openxmlformats.org/drawingml/2006/main">
            <a:off x="6427376" y="2867690"/>
            <a:ext cx="869949" cy="630759"/>
          </a:xfrm>
          <a:prstGeom xmlns:a="http://schemas.openxmlformats.org/drawingml/2006/main" prst="roundRect">
            <a:avLst>
              <a:gd name="adj" fmla="val 50000"/>
            </a:avLst>
          </a:prstGeom>
          <a:solidFill xmlns:a="http://schemas.openxmlformats.org/drawingml/2006/main">
            <a:schemeClr val="accent5"/>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6</a:t>
            </a:r>
          </a:p>
        </p:txBody>
      </p:sp>
      <p:sp>
        <p:nvSpPr>
          <p:cNvPr id="4" name="Espace réservé du texte 33">
            <a:extLst xmlns:a="http://schemas.openxmlformats.org/drawingml/2006/main">
              <a:ext uri="{FF2B5EF4-FFF2-40B4-BE49-F238E27FC236}">
                <a16:creationId xmlns:a16="http://schemas.microsoft.com/office/drawing/2014/main" id="{434C0431-BC5D-C3BE-EF32-53E5E2E7B344}"/>
              </a:ext>
            </a:extLst>
          </p:cNvPr>
          <p:cNvSpPr>
            <a:spLocks xmlns:a="http://schemas.openxmlformats.org/drawingml/2006/main" noGrp="1"/>
          </p:cNvSpPr>
          <p:nvPr>
            <p:ph type="body" idx="23" hasCustomPrompt="1"/>
          </p:nvPr>
        </p:nvSpPr>
        <p:spPr>
          <a:xfrm xmlns:a="http://schemas.openxmlformats.org/drawingml/2006/main">
            <a:off x="6427376" y="3756292"/>
            <a:ext cx="869949" cy="630759"/>
          </a:xfrm>
          <a:prstGeom xmlns:a="http://schemas.openxmlformats.org/drawingml/2006/main" prst="roundRect">
            <a:avLst>
              <a:gd name="adj" fmla="val 50000"/>
            </a:avLst>
          </a:prstGeom>
          <a:solidFill xmlns:a="http://schemas.openxmlformats.org/drawingml/2006/main">
            <a:schemeClr val="accent3"/>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7</a:t>
            </a:r>
          </a:p>
        </p:txBody>
      </p:sp>
      <p:sp>
        <p:nvSpPr>
          <p:cNvPr id="5" name="Espace réservé du texte 33">
            <a:extLst xmlns:a="http://schemas.openxmlformats.org/drawingml/2006/main">
              <a:ext uri="{FF2B5EF4-FFF2-40B4-BE49-F238E27FC236}">
                <a16:creationId xmlns:a16="http://schemas.microsoft.com/office/drawing/2014/main" id="{2959A29B-17E9-85C6-DE74-3B0D7004D533}"/>
              </a:ext>
            </a:extLst>
          </p:cNvPr>
          <p:cNvSpPr>
            <a:spLocks xmlns:a="http://schemas.openxmlformats.org/drawingml/2006/main" noGrp="1"/>
          </p:cNvSpPr>
          <p:nvPr>
            <p:ph type="body" idx="24" hasCustomPrompt="1"/>
          </p:nvPr>
        </p:nvSpPr>
        <p:spPr>
          <a:xfrm xmlns:a="http://schemas.openxmlformats.org/drawingml/2006/main">
            <a:off x="6427376" y="4644894"/>
            <a:ext cx="869949" cy="630759"/>
          </a:xfrm>
          <a:prstGeom xmlns:a="http://schemas.openxmlformats.org/drawingml/2006/main" prst="roundRect">
            <a:avLst>
              <a:gd name="adj" fmla="val 50000"/>
            </a:avLst>
          </a:prstGeom>
          <a:solidFill xmlns:a="http://schemas.openxmlformats.org/drawingml/2006/main">
            <a:schemeClr val="accent4"/>
          </a:solidFill>
        </p:spPr>
        <p:txBody>
          <a:bodyPr xmlns:a="http://schemas.openxmlformats.org/drawingml/2006/main" wrap="none" anchor="ctr">
            <a:noAutofit/>
          </a:bodyPr>
          <a:lstStyle xmlns:a="http://schemas.openxmlformats.org/drawingml/2006/main">
            <a:lvl1pPr algn="ctr">
              <a:buNone/>
              <a:defRPr sz="2400" b="1">
                <a:solidFill>
                  <a:schemeClr val="bg1"/>
                </a:solidFill>
              </a:defRPr>
            </a:lvl1pPr>
          </a:lstStyle>
          <a:p xmlns:a="http://schemas.openxmlformats.org/drawingml/2006/main">
            <a:pPr lvl="0">
              <a:buNone/>
            </a:pPr>
            <a:r>
              <a:t>8</a:t>
            </a:r>
          </a:p>
        </p:txBody>
      </p:sp>
      <p:sp>
        <p:nvSpPr>
          <p:cNvPr id="6" name="Espace réservé du texte 48">
            <a:extLst xmlns:a="http://schemas.openxmlformats.org/drawingml/2006/main">
              <a:ext uri="{FF2B5EF4-FFF2-40B4-BE49-F238E27FC236}">
                <a16:creationId xmlns:a16="http://schemas.microsoft.com/office/drawing/2014/main" id="{18D5044F-4F8C-513B-9150-171D7DF66D67}"/>
              </a:ext>
            </a:extLst>
          </p:cNvPr>
          <p:cNvSpPr>
            <a:spLocks xmlns:a="http://schemas.openxmlformats.org/drawingml/2006/main" noGrp="1"/>
          </p:cNvSpPr>
          <p:nvPr>
            <p:ph type="body" idx="25" hasCustomPrompt="1"/>
          </p:nvPr>
        </p:nvSpPr>
        <p:spPr>
          <a:xfrm xmlns:a="http://schemas.openxmlformats.org/drawingml/2006/main">
            <a:off x="7686041" y="2186672"/>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7" name="Espace réservé du texte 48">
            <a:extLst xmlns:a="http://schemas.openxmlformats.org/drawingml/2006/main">
              <a:ext uri="{FF2B5EF4-FFF2-40B4-BE49-F238E27FC236}">
                <a16:creationId xmlns:a16="http://schemas.microsoft.com/office/drawing/2014/main" id="{723D8BB7-6ACB-979F-DA9F-63B6AE1D398C}"/>
              </a:ext>
            </a:extLst>
          </p:cNvPr>
          <p:cNvSpPr>
            <a:spLocks xmlns:a="http://schemas.openxmlformats.org/drawingml/2006/main" noGrp="1"/>
          </p:cNvSpPr>
          <p:nvPr>
            <p:ph type="body" idx="26" hasCustomPrompt="1"/>
          </p:nvPr>
        </p:nvSpPr>
        <p:spPr>
          <a:xfrm xmlns:a="http://schemas.openxmlformats.org/drawingml/2006/main">
            <a:off x="7686041" y="3058419"/>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8" name="Espace réservé du texte 48">
            <a:extLst xmlns:a="http://schemas.openxmlformats.org/drawingml/2006/main">
              <a:ext uri="{FF2B5EF4-FFF2-40B4-BE49-F238E27FC236}">
                <a16:creationId xmlns:a16="http://schemas.microsoft.com/office/drawing/2014/main" id="{78CB743D-108C-05F4-C169-E22A53D4B7C7}"/>
              </a:ext>
            </a:extLst>
          </p:cNvPr>
          <p:cNvSpPr>
            <a:spLocks xmlns:a="http://schemas.openxmlformats.org/drawingml/2006/main" noGrp="1"/>
          </p:cNvSpPr>
          <p:nvPr>
            <p:ph type="body" idx="27" hasCustomPrompt="1"/>
          </p:nvPr>
        </p:nvSpPr>
        <p:spPr>
          <a:xfrm xmlns:a="http://schemas.openxmlformats.org/drawingml/2006/main">
            <a:off x="7686041" y="3930166"/>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
        <p:nvSpPr>
          <p:cNvPr id="9" name="Espace réservé du texte 48">
            <a:extLst xmlns:a="http://schemas.openxmlformats.org/drawingml/2006/main">
              <a:ext uri="{FF2B5EF4-FFF2-40B4-BE49-F238E27FC236}">
                <a16:creationId xmlns:a16="http://schemas.microsoft.com/office/drawing/2014/main" id="{6FFE553A-3F30-A10C-3C27-E3D7A226E7F1}"/>
              </a:ext>
            </a:extLst>
          </p:cNvPr>
          <p:cNvSpPr>
            <a:spLocks xmlns:a="http://schemas.openxmlformats.org/drawingml/2006/main" noGrp="1"/>
          </p:cNvSpPr>
          <p:nvPr>
            <p:ph type="body" idx="28" hasCustomPrompt="1"/>
          </p:nvPr>
        </p:nvSpPr>
        <p:spPr>
          <a:xfrm xmlns:a="http://schemas.openxmlformats.org/drawingml/2006/main">
            <a:off x="7686041" y="4801913"/>
            <a:ext cx="2280919" cy="249299"/>
          </a:xfrm>
        </p:spPr>
        <p:txBody>
          <a:bodyPr xmlns:a="http://schemas.openxmlformats.org/drawingml/2006/main" wrap="squar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deux lignes de texte</a:t>
            </a:r>
          </a:p>
        </p:txBody>
      </p:sp>
    </p:spTree>
  </p:cSld>
</p:sldLayout>
</file>

<file path=ppt/slideLayouts/slideLayout4.xml><?xml version="1.0" encoding="utf-8"?>
<p:sldLayout xmlns:p="http://schemas.openxmlformats.org/presentationml/2006/main" preserve="1" userDrawn="1">
  <p:cSld name="Sommaire complexe - 4 parties">
    <p:bg>
      <p:bgPr>
        <a:solidFill xmlns:a="http://schemas.openxmlformats.org/drawingml/2006/main">
          <a:schemeClr val="bg2"/>
        </a:solidFill>
      </p:bgPr>
    </p:bg>
    <p:spTree>
      <p:nvGrpSpPr>
        <p:cNvPr id="1" name=""/>
        <p:cNvGrpSpPr/>
        <p:nvPr/>
      </p:nvGrpSpPr>
      <p:grpSpPr>
        <a:xfrm xmlns:a="http://schemas.openxmlformats.org/drawingml/2006/main"/>
      </p:grpSpPr>
      <p:sp>
        <p:nvSpPr>
          <p:cNvPr id="30" name="Espace réservé de la date 29">
            <a:extLst xmlns:a="http://schemas.openxmlformats.org/drawingml/2006/main">
              <a:ext uri="{FF2B5EF4-FFF2-40B4-BE49-F238E27FC236}">
                <a16:creationId xmlns:a16="http://schemas.microsoft.com/office/drawing/2014/main" id="{C6CA0E2E-DD0E-8573-A2BD-8F9639550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F9B93F-5A2C-4BE4-8E2B-05CA4746F95D}" type="datetime1">
              <a:t>21/08/2026</a:t>
            </a:fld>
            <a:endParaRPr/>
          </a:p>
        </p:txBody>
      </p:sp>
      <p:sp>
        <p:nvSpPr>
          <p:cNvPr id="31" name="Espace réservé du pied de page 30">
            <a:extLst xmlns:a="http://schemas.openxmlformats.org/drawingml/2006/main">
              <a:ext uri="{FF2B5EF4-FFF2-40B4-BE49-F238E27FC236}">
                <a16:creationId xmlns:a16="http://schemas.microsoft.com/office/drawing/2014/main" id="{69C8EDE0-208D-3B43-B5A9-19D8DD4F17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32" name="Espace réservé du numéro de diapositive 31">
            <a:extLst xmlns:a="http://schemas.openxmlformats.org/drawingml/2006/main">
              <a:ext uri="{FF2B5EF4-FFF2-40B4-BE49-F238E27FC236}">
                <a16:creationId xmlns:a16="http://schemas.microsoft.com/office/drawing/2014/main" id="{2AF07D3A-B874-88C6-B5E3-6E732E8458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2" name="ZoneTexte 1">
            <a:extLst xmlns:a="http://schemas.openxmlformats.org/drawingml/2006/main">
              <a:ext uri="{FF2B5EF4-FFF2-40B4-BE49-F238E27FC236}">
                <a16:creationId xmlns:a16="http://schemas.microsoft.com/office/drawing/2014/main" id="{630B1D9A-2A60-9061-ADDC-7FD0C3700F77}"/>
              </a:ext>
            </a:extLst>
          </p:cNvPr>
          <p:cNvSpPr>
            <a:spLocks xmlns:a="http://schemas.openxmlformats.org/drawingml/2006/main" noGrp="1"/>
          </p:cNvSpPr>
          <p:nvPr/>
        </p:nvSpPr>
        <p:spPr>
          <a:xfrm xmlns:a="http://schemas.openxmlformats.org/drawingml/2006/main" rot="16200000">
            <a:off x="-1003598" y="2577512"/>
            <a:ext cx="3800719" cy="923330"/>
          </a:xfrm>
          <a:prstGeom xmlns:a="http://schemas.openxmlformats.org/drawingml/2006/main" prst="rect">
            <a:avLst/>
          </a:prstGeom>
          <a:noFill xmlns:a="http://schemas.openxmlformats.org/drawingml/2006/main"/>
        </p:spPr>
        <p:txBody>
          <a:bodyPr xmlns:a="http://schemas.openxmlformats.org/drawingml/2006/main" wrap="none" lIns="0" tIns="0" rIns="0" bIns="0" anchor="b">
            <a:spAutoFit/>
          </a:bodyPr>
          <a:lstStyle xmlns:a="http://schemas.openxmlformats.org/drawingml/2006/main"/>
          <a:p xmlns:a="http://schemas.openxmlformats.org/drawingml/2006/main">
            <a:pPr algn="ctr">
              <a:buNone/>
            </a:pPr>
            <a:r>
              <a:rPr sz="6000" b="1" cap="all">
                <a:solidFill>
                  <a:schemeClr val="accent1"/>
                </a:solidFill>
                <a:latin typeface="BNPPSans"/>
                <a:ea typeface="BNPPSans"/>
                <a:cs typeface="BNPPSans"/>
              </a:rPr>
              <a:t>SOMMAIRE</a:t>
            </a:r>
          </a:p>
        </p:txBody>
      </p:sp>
      <p:sp>
        <p:nvSpPr>
          <p:cNvPr id="9" name="Forme libre : forme 8">
            <a:extLst xmlns:a="http://schemas.openxmlformats.org/drawingml/2006/main">
              <a:ext uri="{FF2B5EF4-FFF2-40B4-BE49-F238E27FC236}">
                <a16:creationId xmlns:a16="http://schemas.microsoft.com/office/drawing/2014/main" id="{AAA0A2D8-B2AD-0702-80E3-DE4F89CCA8A8}"/>
              </a:ext>
            </a:extLst>
          </p:cNvPr>
          <p:cNvSpPr>
            <a:spLocks xmlns:a="http://schemas.openxmlformats.org/drawingml/2006/main" noGrp="1"/>
          </p:cNvSpPr>
          <p:nvPr/>
        </p:nvSpPr>
        <p:spPr>
          <a:xfrm xmlns:a="http://schemas.openxmlformats.org/drawingml/2006/main" rot="0" flipH="0" flipV="0">
            <a:off x="2023100" y="2586308"/>
            <a:ext cx="328250" cy="834598"/>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8030720-CB9A-D27F-4DCF-234CF3D8219D}"/>
              </a:ext>
            </a:extLst>
          </p:cNvPr>
          <p:cNvSpPr>
            <a:spLocks xmlns:a="http://schemas.openxmlformats.org/drawingml/2006/main" noGrp="1"/>
          </p:cNvSpPr>
          <p:nvPr/>
        </p:nvSpPr>
        <p:spPr>
          <a:xfrm xmlns:a="http://schemas.openxmlformats.org/drawingml/2006/main" rot="0" flipH="0" flipV="0">
            <a:off x="2490034" y="2593206"/>
            <a:ext cx="86509" cy="14628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FC850F33-1873-831D-94E4-84ED4BBE9FE5}"/>
              </a:ext>
            </a:extLst>
          </p:cNvPr>
          <p:cNvSpPr>
            <a:spLocks xmlns:a="http://schemas.openxmlformats.org/drawingml/2006/main" noGrp="1"/>
          </p:cNvSpPr>
          <p:nvPr/>
        </p:nvSpPr>
        <p:spPr>
          <a:xfrm xmlns:a="http://schemas.openxmlformats.org/drawingml/2006/main" rot="0" flipH="0" flipV="0">
            <a:off x="2490034" y="2874238"/>
            <a:ext cx="86509" cy="541158"/>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6346747A-2CC1-3697-0652-5C62FC89B7BB}"/>
              </a:ext>
            </a:extLst>
          </p:cNvPr>
          <p:cNvSpPr>
            <a:spLocks xmlns:a="http://schemas.openxmlformats.org/drawingml/2006/main" noGrp="1"/>
          </p:cNvSpPr>
          <p:nvPr/>
        </p:nvSpPr>
        <p:spPr>
          <a:xfrm xmlns:a="http://schemas.openxmlformats.org/drawingml/2006/main" rot="0" flipH="0" flipV="0">
            <a:off x="2786216" y="2687365"/>
            <a:ext cx="278740" cy="729402"/>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18FA729-0BD2-E7EE-1917-D330300FE62F}"/>
              </a:ext>
            </a:extLst>
          </p:cNvPr>
          <p:cNvSpPr>
            <a:spLocks xmlns:a="http://schemas.openxmlformats.org/drawingml/2006/main" noGrp="1"/>
          </p:cNvSpPr>
          <p:nvPr/>
        </p:nvSpPr>
        <p:spPr>
          <a:xfrm xmlns:a="http://schemas.openxmlformats.org/drawingml/2006/main" rot="0" flipH="0" flipV="0">
            <a:off x="3195320" y="2687390"/>
            <a:ext cx="280110" cy="71973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FE580C97-40AF-0F1C-976C-FDE77F9D473B}"/>
              </a:ext>
            </a:extLst>
          </p:cNvPr>
          <p:cNvSpPr>
            <a:spLocks xmlns:a="http://schemas.openxmlformats.org/drawingml/2006/main" noGrp="1"/>
          </p:cNvSpPr>
          <p:nvPr/>
        </p:nvSpPr>
        <p:spPr>
          <a:xfrm xmlns:a="http://schemas.openxmlformats.org/drawingml/2006/main" rot="0" flipH="0" flipV="0">
            <a:off x="2097924" y="2179968"/>
            <a:ext cx="1297595" cy="391336"/>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07383CD8-410E-0EF3-CC99-670833D7CE15}"/>
              </a:ext>
            </a:extLst>
          </p:cNvPr>
          <p:cNvSpPr>
            <a:spLocks xmlns:a="http://schemas.openxmlformats.org/drawingml/2006/main" noGrp="1"/>
          </p:cNvSpPr>
          <p:nvPr/>
        </p:nvSpPr>
        <p:spPr>
          <a:xfrm xmlns:a="http://schemas.openxmlformats.org/drawingml/2006/main" rot="0" flipH="0" flipV="0">
            <a:off x="2135516" y="3530382"/>
            <a:ext cx="142904" cy="148427"/>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34B60C4D-134C-621D-2601-3D402BBE309A}"/>
              </a:ext>
            </a:extLst>
          </p:cNvPr>
          <p:cNvSpPr>
            <a:spLocks xmlns:a="http://schemas.openxmlformats.org/drawingml/2006/main" noGrp="1"/>
          </p:cNvSpPr>
          <p:nvPr/>
        </p:nvSpPr>
        <p:spPr>
          <a:xfrm xmlns:a="http://schemas.openxmlformats.org/drawingml/2006/main" rot="0" flipH="0" flipV="0">
            <a:off x="2295829" y="3632428"/>
            <a:ext cx="104447" cy="122267"/>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8D70896B-17F4-7CD1-FDE5-D0716C43FDDB}"/>
              </a:ext>
            </a:extLst>
          </p:cNvPr>
          <p:cNvSpPr>
            <a:spLocks xmlns:a="http://schemas.openxmlformats.org/drawingml/2006/main" noGrp="1"/>
          </p:cNvSpPr>
          <p:nvPr/>
        </p:nvSpPr>
        <p:spPr>
          <a:xfrm xmlns:a="http://schemas.openxmlformats.org/drawingml/2006/main" rot="0" flipH="0" flipV="0">
            <a:off x="2400295" y="3678474"/>
            <a:ext cx="118293" cy="136738"/>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3FB4892A-B9D2-C38A-176E-B8BB3BA2CAE4}"/>
              </a:ext>
            </a:extLst>
          </p:cNvPr>
          <p:cNvSpPr>
            <a:spLocks xmlns:a="http://schemas.openxmlformats.org/drawingml/2006/main" noGrp="1"/>
          </p:cNvSpPr>
          <p:nvPr/>
        </p:nvSpPr>
        <p:spPr>
          <a:xfrm xmlns:a="http://schemas.openxmlformats.org/drawingml/2006/main" rot="0" flipH="0" flipV="0">
            <a:off x="2531248" y="3717637"/>
            <a:ext cx="86374" cy="115424"/>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9924B53-A6AB-2DAB-980B-22F78FD1F9F3}"/>
              </a:ext>
            </a:extLst>
          </p:cNvPr>
          <p:cNvSpPr>
            <a:spLocks xmlns:a="http://schemas.openxmlformats.org/drawingml/2006/main" noGrp="1"/>
          </p:cNvSpPr>
          <p:nvPr/>
        </p:nvSpPr>
        <p:spPr>
          <a:xfrm xmlns:a="http://schemas.openxmlformats.org/drawingml/2006/main" rot="0" flipH="0" flipV="0">
            <a:off x="2707430" y="3737662"/>
            <a:ext cx="71737" cy="117410"/>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ADAC57A0-4F88-FF63-FABE-1AB2A360817D}"/>
              </a:ext>
            </a:extLst>
          </p:cNvPr>
          <p:cNvSpPr>
            <a:spLocks xmlns:a="http://schemas.openxmlformats.org/drawingml/2006/main" noGrp="1"/>
          </p:cNvSpPr>
          <p:nvPr/>
        </p:nvSpPr>
        <p:spPr>
          <a:xfrm xmlns:a="http://schemas.openxmlformats.org/drawingml/2006/main" rot="0" flipH="0" flipV="0">
            <a:off x="2801892" y="3730589"/>
            <a:ext cx="87756" cy="121773"/>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C08C8EEF-02E0-097E-99EE-6CE5160C8B7E}"/>
              </a:ext>
            </a:extLst>
          </p:cNvPr>
          <p:cNvSpPr>
            <a:spLocks xmlns:a="http://schemas.openxmlformats.org/drawingml/2006/main" noGrp="1"/>
          </p:cNvSpPr>
          <p:nvPr/>
        </p:nvSpPr>
        <p:spPr>
          <a:xfrm xmlns:a="http://schemas.openxmlformats.org/drawingml/2006/main" rot="0" flipH="0" flipV="0">
            <a:off x="2899571" y="3708238"/>
            <a:ext cx="97827" cy="12253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37C66C4C-2231-EF09-0FD7-936BE589120B}"/>
              </a:ext>
            </a:extLst>
          </p:cNvPr>
          <p:cNvSpPr>
            <a:spLocks xmlns:a="http://schemas.openxmlformats.org/drawingml/2006/main" noGrp="1"/>
          </p:cNvSpPr>
          <p:nvPr/>
        </p:nvSpPr>
        <p:spPr>
          <a:xfrm xmlns:a="http://schemas.openxmlformats.org/drawingml/2006/main" rot="0" flipH="0" flipV="0">
            <a:off x="2999090" y="3682951"/>
            <a:ext cx="56677" cy="111681"/>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24BE1A2F-7AF5-2A7A-DCB7-ECCF3DF72338}"/>
              </a:ext>
            </a:extLst>
          </p:cNvPr>
          <p:cNvSpPr>
            <a:spLocks xmlns:a="http://schemas.openxmlformats.org/drawingml/2006/main" noGrp="1"/>
          </p:cNvSpPr>
          <p:nvPr/>
        </p:nvSpPr>
        <p:spPr>
          <a:xfrm xmlns:a="http://schemas.openxmlformats.org/drawingml/2006/main" rot="0" flipH="0" flipV="0">
            <a:off x="3051067" y="3644536"/>
            <a:ext cx="105183" cy="12184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Forme libre : forme 23">
            <a:extLst xmlns:a="http://schemas.openxmlformats.org/drawingml/2006/main">
              <a:ext uri="{FF2B5EF4-FFF2-40B4-BE49-F238E27FC236}">
                <a16:creationId xmlns:a16="http://schemas.microsoft.com/office/drawing/2014/main" id="{A31280A2-865F-2C95-EB69-87E7082EB0E9}"/>
              </a:ext>
            </a:extLst>
          </p:cNvPr>
          <p:cNvSpPr>
            <a:spLocks xmlns:a="http://schemas.openxmlformats.org/drawingml/2006/main" noGrp="1"/>
          </p:cNvSpPr>
          <p:nvPr/>
        </p:nvSpPr>
        <p:spPr>
          <a:xfrm xmlns:a="http://schemas.openxmlformats.org/drawingml/2006/main" rot="0" flipH="0" flipV="0">
            <a:off x="3153941" y="3594813"/>
            <a:ext cx="109133" cy="12225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0CE547E4-9EEA-2753-0041-AE6189C14B5E}"/>
              </a:ext>
            </a:extLst>
          </p:cNvPr>
          <p:cNvSpPr>
            <a:spLocks xmlns:a="http://schemas.openxmlformats.org/drawingml/2006/main" noGrp="1"/>
          </p:cNvSpPr>
          <p:nvPr/>
        </p:nvSpPr>
        <p:spPr>
          <a:xfrm xmlns:a="http://schemas.openxmlformats.org/drawingml/2006/main" rot="0" flipH="0" flipV="0">
            <a:off x="3221673" y="3523048"/>
            <a:ext cx="108558" cy="113774"/>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useBgFill="1">
        <p:nvSpPr>
          <p:cNvPr id="34" name="Rectangle 33">
            <a:extLst xmlns:a="http://schemas.openxmlformats.org/drawingml/2006/main">
              <a:ext uri="{FF2B5EF4-FFF2-40B4-BE49-F238E27FC236}">
                <a16:creationId xmlns:a16="http://schemas.microsoft.com/office/drawing/2014/main" id="{199A0522-CCEF-D1D9-B840-AA83E3383A69}"/>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3" name="Image 58"/>
          <p:cNvPicPr>
            <a:picLocks xmlns:a="http://schemas.openxmlformats.org/drawingml/2006/main" noChangeAspect="1"/>
          </p:cNvPicPr>
          <p:nvPr/>
        </p:nvPicPr>
        <p:blipFill rotWithShape="1">
          <a:blip xmlns:r="http://schemas.openxmlformats.org/officeDocument/2006/relationships" xmlns:a="http://schemas.openxmlformats.org/drawingml/2006/main" r:embed="R407c8bb4dfb54767"/>
          <a:srcRect xmlns:a="http://schemas.openxmlformats.org/drawingml/2006/main" l="0" t="9165" r="0" b="7786"/>
          <a:stretch xmlns:a="http://schemas.openxmlformats.org/drawingml/2006/main"/>
        </p:blipFill>
        <p:spPr>
          <a:xfrm xmlns:a="http://schemas.openxmlformats.org/drawingml/2006/main">
            <a:off x="2947554" y="0"/>
            <a:ext cx="2310246" cy="6029960"/>
          </a:xfrm>
          <a:prstGeom xmlns:a="http://schemas.openxmlformats.org/drawingml/2006/main" prst="rect">
            <a:avLst/>
          </a:prstGeom>
        </p:spPr>
      </p:pic>
      <p:sp>
        <p:nvSpPr>
          <p:cNvPr id="79" name="Espace réservé du texte 33">
            <a:extLst xmlns:a="http://schemas.openxmlformats.org/drawingml/2006/main">
              <a:ext uri="{FF2B5EF4-FFF2-40B4-BE49-F238E27FC236}">
                <a16:creationId xmlns:a16="http://schemas.microsoft.com/office/drawing/2014/main" id="{8E16D38E-65A7-57D4-95DB-EE8AA74753BA}"/>
              </a:ext>
            </a:extLst>
          </p:cNvPr>
          <p:cNvSpPr>
            <a:spLocks xmlns:a="http://schemas.openxmlformats.org/drawingml/2006/main" noGrp="1"/>
          </p:cNvSpPr>
          <p:nvPr>
            <p:ph type="body" idx="13" hasCustomPrompt="1"/>
          </p:nvPr>
        </p:nvSpPr>
        <p:spPr>
          <a:xfrm xmlns:a="http://schemas.openxmlformats.org/drawingml/2006/main">
            <a:off x="5527632" y="1845733"/>
            <a:ext cx="542967" cy="381279"/>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1</a:t>
            </a:r>
          </a:p>
        </p:txBody>
      </p:sp>
      <p:sp>
        <p:nvSpPr>
          <p:cNvPr id="80" name="Espace réservé du texte 48">
            <a:extLst xmlns:a="http://schemas.openxmlformats.org/drawingml/2006/main">
              <a:ext uri="{FF2B5EF4-FFF2-40B4-BE49-F238E27FC236}">
                <a16:creationId xmlns:a16="http://schemas.microsoft.com/office/drawing/2014/main" id="{FFDC81BB-F356-CCE3-EAD9-369CB0782DD4}"/>
              </a:ext>
            </a:extLst>
          </p:cNvPr>
          <p:cNvSpPr>
            <a:spLocks xmlns:a="http://schemas.openxmlformats.org/drawingml/2006/main" noGrp="1"/>
          </p:cNvSpPr>
          <p:nvPr>
            <p:ph type="body" idx="17" hasCustomPrompt="1"/>
          </p:nvPr>
        </p:nvSpPr>
        <p:spPr>
          <a:xfrm xmlns:a="http://schemas.openxmlformats.org/drawingml/2006/main">
            <a:off x="6409574" y="191172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2" name="Espace réservé du texte 48">
            <a:extLst xmlns:a="http://schemas.openxmlformats.org/drawingml/2006/main">
              <a:ext uri="{FF2B5EF4-FFF2-40B4-BE49-F238E27FC236}">
                <a16:creationId xmlns:a16="http://schemas.microsoft.com/office/drawing/2014/main" id="{CEB746C7-55D0-EBC1-300E-DDB81CED584B}"/>
              </a:ext>
            </a:extLst>
          </p:cNvPr>
          <p:cNvSpPr>
            <a:spLocks xmlns:a="http://schemas.openxmlformats.org/drawingml/2006/main" noGrp="1"/>
          </p:cNvSpPr>
          <p:nvPr>
            <p:ph type="body" idx="19" hasCustomPrompt="1"/>
          </p:nvPr>
        </p:nvSpPr>
        <p:spPr>
          <a:xfrm xmlns:a="http://schemas.openxmlformats.org/drawingml/2006/main">
            <a:off x="6409574" y="2586308"/>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4" name="Espace réservé du texte 48">
            <a:extLst xmlns:a="http://schemas.openxmlformats.org/drawingml/2006/main">
              <a:ext uri="{FF2B5EF4-FFF2-40B4-BE49-F238E27FC236}">
                <a16:creationId xmlns:a16="http://schemas.microsoft.com/office/drawing/2014/main" id="{55803124-95D4-6915-1339-3EF9DB4F4D83}"/>
              </a:ext>
            </a:extLst>
          </p:cNvPr>
          <p:cNvSpPr>
            <a:spLocks xmlns:a="http://schemas.openxmlformats.org/drawingml/2006/main" noGrp="1"/>
          </p:cNvSpPr>
          <p:nvPr>
            <p:ph type="body" idx="21" hasCustomPrompt="1"/>
          </p:nvPr>
        </p:nvSpPr>
        <p:spPr>
          <a:xfrm xmlns:a="http://schemas.openxmlformats.org/drawingml/2006/main">
            <a:off x="6409574" y="326089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6" name="Espace réservé du texte 48">
            <a:extLst xmlns:a="http://schemas.openxmlformats.org/drawingml/2006/main">
              <a:ext uri="{FF2B5EF4-FFF2-40B4-BE49-F238E27FC236}">
                <a16:creationId xmlns:a16="http://schemas.microsoft.com/office/drawing/2014/main" id="{668E4555-1906-0897-EB97-1FB586D76555}"/>
              </a:ext>
            </a:extLst>
          </p:cNvPr>
          <p:cNvSpPr>
            <a:spLocks xmlns:a="http://schemas.openxmlformats.org/drawingml/2006/main" noGrp="1"/>
          </p:cNvSpPr>
          <p:nvPr>
            <p:ph type="body" idx="23" hasCustomPrompt="1"/>
          </p:nvPr>
        </p:nvSpPr>
        <p:spPr>
          <a:xfrm xmlns:a="http://schemas.openxmlformats.org/drawingml/2006/main">
            <a:off x="6409574" y="3935478"/>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7" name="Espace réservé du texte 33">
            <a:extLst xmlns:a="http://schemas.openxmlformats.org/drawingml/2006/main">
              <a:ext uri="{FF2B5EF4-FFF2-40B4-BE49-F238E27FC236}">
                <a16:creationId xmlns:a16="http://schemas.microsoft.com/office/drawing/2014/main" id="{F55AEF32-E70B-EC4C-E13B-27FDA03DE10D}"/>
              </a:ext>
            </a:extLst>
          </p:cNvPr>
          <p:cNvSpPr>
            <a:spLocks xmlns:a="http://schemas.openxmlformats.org/drawingml/2006/main" noGrp="1"/>
          </p:cNvSpPr>
          <p:nvPr>
            <p:ph type="body" idx="18" hasCustomPrompt="1"/>
          </p:nvPr>
        </p:nvSpPr>
        <p:spPr>
          <a:xfrm xmlns:a="http://schemas.openxmlformats.org/drawingml/2006/main">
            <a:off x="5527632" y="2520318"/>
            <a:ext cx="542967" cy="381279"/>
          </a:xfrm>
          <a:prstGeom xmlns:a="http://schemas.openxmlformats.org/drawingml/2006/main" prst="roundRect">
            <a:avLst>
              <a:gd name="adj" fmla="val 50000"/>
            </a:avLst>
          </a:prstGeom>
          <a:solidFill xmlns:a="http://schemas.openxmlformats.org/drawingml/2006/main">
            <a:schemeClr val="accent5"/>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2</a:t>
            </a:r>
          </a:p>
        </p:txBody>
      </p:sp>
      <p:sp>
        <p:nvSpPr>
          <p:cNvPr id="88" name="Espace réservé du texte 33">
            <a:extLst xmlns:a="http://schemas.openxmlformats.org/drawingml/2006/main">
              <a:ext uri="{FF2B5EF4-FFF2-40B4-BE49-F238E27FC236}">
                <a16:creationId xmlns:a16="http://schemas.microsoft.com/office/drawing/2014/main" id="{3030E154-4494-206A-8D45-D58D1067DEDC}"/>
              </a:ext>
            </a:extLst>
          </p:cNvPr>
          <p:cNvSpPr>
            <a:spLocks xmlns:a="http://schemas.openxmlformats.org/drawingml/2006/main" noGrp="1"/>
          </p:cNvSpPr>
          <p:nvPr>
            <p:ph type="body" idx="20" hasCustomPrompt="1"/>
          </p:nvPr>
        </p:nvSpPr>
        <p:spPr>
          <a:xfrm xmlns:a="http://schemas.openxmlformats.org/drawingml/2006/main">
            <a:off x="5527632" y="3194903"/>
            <a:ext cx="542967" cy="381279"/>
          </a:xfrm>
          <a:prstGeom xmlns:a="http://schemas.openxmlformats.org/drawingml/2006/main" prst="roundRect">
            <a:avLst>
              <a:gd name="adj" fmla="val 50000"/>
            </a:avLst>
          </a:prstGeom>
          <a:solidFill xmlns:a="http://schemas.openxmlformats.org/drawingml/2006/main">
            <a:schemeClr val="accent3"/>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3</a:t>
            </a:r>
          </a:p>
        </p:txBody>
      </p:sp>
      <p:sp>
        <p:nvSpPr>
          <p:cNvPr id="89" name="Espace réservé du texte 33">
            <a:extLst xmlns:a="http://schemas.openxmlformats.org/drawingml/2006/main">
              <a:ext uri="{FF2B5EF4-FFF2-40B4-BE49-F238E27FC236}">
                <a16:creationId xmlns:a16="http://schemas.microsoft.com/office/drawing/2014/main" id="{063C9C74-DC1E-0DCA-0712-68CDC08039E7}"/>
              </a:ext>
            </a:extLst>
          </p:cNvPr>
          <p:cNvSpPr>
            <a:spLocks xmlns:a="http://schemas.openxmlformats.org/drawingml/2006/main" noGrp="1"/>
          </p:cNvSpPr>
          <p:nvPr>
            <p:ph type="body" idx="22" hasCustomPrompt="1"/>
          </p:nvPr>
        </p:nvSpPr>
        <p:spPr>
          <a:xfrm xmlns:a="http://schemas.openxmlformats.org/drawingml/2006/main">
            <a:off x="5527632" y="3869488"/>
            <a:ext cx="542967" cy="381279"/>
          </a:xfrm>
          <a:prstGeom xmlns:a="http://schemas.openxmlformats.org/drawingml/2006/main" prst="roundRect">
            <a:avLst>
              <a:gd name="adj" fmla="val 50000"/>
            </a:avLst>
          </a:prstGeom>
          <a:solidFill xmlns:a="http://schemas.openxmlformats.org/drawingml/2006/main">
            <a:schemeClr val="accent4"/>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4</a:t>
            </a:r>
          </a:p>
        </p:txBody>
      </p:sp>
    </p:spTree>
  </p:cSld>
</p:sldLayout>
</file>

<file path=ppt/slideLayouts/slideLayout5.xml><?xml version="1.0" encoding="utf-8"?>
<p:sldLayout xmlns:p="http://schemas.openxmlformats.org/presentationml/2006/main" preserve="1" userDrawn="1">
  <p:cSld name="Sommaire complexe - 8 parties">
    <p:bg>
      <p:bgPr>
        <a:solidFill xmlns:a="http://schemas.openxmlformats.org/drawingml/2006/main">
          <a:schemeClr val="bg2"/>
        </a:solidFill>
      </p:bgPr>
    </p:bg>
    <p:spTree>
      <p:nvGrpSpPr>
        <p:cNvPr id="1" name=""/>
        <p:cNvGrpSpPr/>
        <p:nvPr/>
      </p:nvGrpSpPr>
      <p:grpSpPr>
        <a:xfrm xmlns:a="http://schemas.openxmlformats.org/drawingml/2006/main"/>
      </p:grpSpPr>
      <p:sp>
        <p:nvSpPr>
          <p:cNvPr id="30" name="Espace réservé de la date 29">
            <a:extLst xmlns:a="http://schemas.openxmlformats.org/drawingml/2006/main">
              <a:ext uri="{FF2B5EF4-FFF2-40B4-BE49-F238E27FC236}">
                <a16:creationId xmlns:a16="http://schemas.microsoft.com/office/drawing/2014/main" id="{C6CA0E2E-DD0E-8573-A2BD-8F9639550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DF9B93F-5A2C-4BE4-8E2B-05CA4746F95D}" type="datetime1">
              <a:t>21/08/2026</a:t>
            </a:fld>
            <a:endParaRPr/>
          </a:p>
        </p:txBody>
      </p:sp>
      <p:sp>
        <p:nvSpPr>
          <p:cNvPr id="31" name="Espace réservé du pied de page 30">
            <a:extLst xmlns:a="http://schemas.openxmlformats.org/drawingml/2006/main">
              <a:ext uri="{FF2B5EF4-FFF2-40B4-BE49-F238E27FC236}">
                <a16:creationId xmlns:a16="http://schemas.microsoft.com/office/drawing/2014/main" id="{69C8EDE0-208D-3B43-B5A9-19D8DD4F17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32" name="Espace réservé du numéro de diapositive 31">
            <a:extLst xmlns:a="http://schemas.openxmlformats.org/drawingml/2006/main">
              <a:ext uri="{FF2B5EF4-FFF2-40B4-BE49-F238E27FC236}">
                <a16:creationId xmlns:a16="http://schemas.microsoft.com/office/drawing/2014/main" id="{2AF07D3A-B874-88C6-B5E3-6E732E8458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2" name="ZoneTexte 1">
            <a:extLst xmlns:a="http://schemas.openxmlformats.org/drawingml/2006/main">
              <a:ext uri="{FF2B5EF4-FFF2-40B4-BE49-F238E27FC236}">
                <a16:creationId xmlns:a16="http://schemas.microsoft.com/office/drawing/2014/main" id="{630B1D9A-2A60-9061-ADDC-7FD0C3700F77}"/>
              </a:ext>
            </a:extLst>
          </p:cNvPr>
          <p:cNvSpPr>
            <a:spLocks xmlns:a="http://schemas.openxmlformats.org/drawingml/2006/main" noGrp="1"/>
          </p:cNvSpPr>
          <p:nvPr/>
        </p:nvSpPr>
        <p:spPr>
          <a:xfrm xmlns:a="http://schemas.openxmlformats.org/drawingml/2006/main" rot="16200000">
            <a:off x="-1003598" y="2577512"/>
            <a:ext cx="3800719" cy="923330"/>
          </a:xfrm>
          <a:prstGeom xmlns:a="http://schemas.openxmlformats.org/drawingml/2006/main" prst="rect">
            <a:avLst/>
          </a:prstGeom>
          <a:noFill xmlns:a="http://schemas.openxmlformats.org/drawingml/2006/main"/>
        </p:spPr>
        <p:txBody>
          <a:bodyPr xmlns:a="http://schemas.openxmlformats.org/drawingml/2006/main" wrap="none" lIns="0" tIns="0" rIns="0" bIns="0" anchor="b">
            <a:spAutoFit/>
          </a:bodyPr>
          <a:lstStyle xmlns:a="http://schemas.openxmlformats.org/drawingml/2006/main"/>
          <a:p xmlns:a="http://schemas.openxmlformats.org/drawingml/2006/main">
            <a:pPr algn="ctr">
              <a:buNone/>
            </a:pPr>
            <a:r>
              <a:rPr sz="6000" b="1" cap="all">
                <a:solidFill>
                  <a:schemeClr val="accent1"/>
                </a:solidFill>
                <a:latin typeface="BNPPSans"/>
                <a:ea typeface="BNPPSans"/>
                <a:cs typeface="BNPPSans"/>
              </a:rPr>
              <a:t>SOMMAIRE</a:t>
            </a:r>
          </a:p>
        </p:txBody>
      </p:sp>
      <p:sp>
        <p:nvSpPr>
          <p:cNvPr id="9" name="Forme libre : forme 8">
            <a:extLst xmlns:a="http://schemas.openxmlformats.org/drawingml/2006/main">
              <a:ext uri="{FF2B5EF4-FFF2-40B4-BE49-F238E27FC236}">
                <a16:creationId xmlns:a16="http://schemas.microsoft.com/office/drawing/2014/main" id="{AAA0A2D8-B2AD-0702-80E3-DE4F89CCA8A8}"/>
              </a:ext>
            </a:extLst>
          </p:cNvPr>
          <p:cNvSpPr>
            <a:spLocks xmlns:a="http://schemas.openxmlformats.org/drawingml/2006/main" noGrp="1"/>
          </p:cNvSpPr>
          <p:nvPr/>
        </p:nvSpPr>
        <p:spPr>
          <a:xfrm xmlns:a="http://schemas.openxmlformats.org/drawingml/2006/main" rot="0" flipH="0" flipV="0">
            <a:off x="2023100" y="2586308"/>
            <a:ext cx="328250" cy="834598"/>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8030720-CB9A-D27F-4DCF-234CF3D8219D}"/>
              </a:ext>
            </a:extLst>
          </p:cNvPr>
          <p:cNvSpPr>
            <a:spLocks xmlns:a="http://schemas.openxmlformats.org/drawingml/2006/main" noGrp="1"/>
          </p:cNvSpPr>
          <p:nvPr/>
        </p:nvSpPr>
        <p:spPr>
          <a:xfrm xmlns:a="http://schemas.openxmlformats.org/drawingml/2006/main" rot="0" flipH="0" flipV="0">
            <a:off x="2490034" y="2593206"/>
            <a:ext cx="86509" cy="14628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FC850F33-1873-831D-94E4-84ED4BBE9FE5}"/>
              </a:ext>
            </a:extLst>
          </p:cNvPr>
          <p:cNvSpPr>
            <a:spLocks xmlns:a="http://schemas.openxmlformats.org/drawingml/2006/main" noGrp="1"/>
          </p:cNvSpPr>
          <p:nvPr/>
        </p:nvSpPr>
        <p:spPr>
          <a:xfrm xmlns:a="http://schemas.openxmlformats.org/drawingml/2006/main" rot="0" flipH="0" flipV="0">
            <a:off x="2490034" y="2874238"/>
            <a:ext cx="86509" cy="541158"/>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6346747A-2CC1-3697-0652-5C62FC89B7BB}"/>
              </a:ext>
            </a:extLst>
          </p:cNvPr>
          <p:cNvSpPr>
            <a:spLocks xmlns:a="http://schemas.openxmlformats.org/drawingml/2006/main" noGrp="1"/>
          </p:cNvSpPr>
          <p:nvPr/>
        </p:nvSpPr>
        <p:spPr>
          <a:xfrm xmlns:a="http://schemas.openxmlformats.org/drawingml/2006/main" rot="0" flipH="0" flipV="0">
            <a:off x="2786216" y="2687365"/>
            <a:ext cx="278740" cy="729402"/>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18FA729-0BD2-E7EE-1917-D330300FE62F}"/>
              </a:ext>
            </a:extLst>
          </p:cNvPr>
          <p:cNvSpPr>
            <a:spLocks xmlns:a="http://schemas.openxmlformats.org/drawingml/2006/main" noGrp="1"/>
          </p:cNvSpPr>
          <p:nvPr/>
        </p:nvSpPr>
        <p:spPr>
          <a:xfrm xmlns:a="http://schemas.openxmlformats.org/drawingml/2006/main" rot="0" flipH="0" flipV="0">
            <a:off x="3195320" y="2687390"/>
            <a:ext cx="280110" cy="71973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FE580C97-40AF-0F1C-976C-FDE77F9D473B}"/>
              </a:ext>
            </a:extLst>
          </p:cNvPr>
          <p:cNvSpPr>
            <a:spLocks xmlns:a="http://schemas.openxmlformats.org/drawingml/2006/main" noGrp="1"/>
          </p:cNvSpPr>
          <p:nvPr/>
        </p:nvSpPr>
        <p:spPr>
          <a:xfrm xmlns:a="http://schemas.openxmlformats.org/drawingml/2006/main" rot="0" flipH="0" flipV="0">
            <a:off x="2097924" y="2179968"/>
            <a:ext cx="1297595" cy="391336"/>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07383CD8-410E-0EF3-CC99-670833D7CE15}"/>
              </a:ext>
            </a:extLst>
          </p:cNvPr>
          <p:cNvSpPr>
            <a:spLocks xmlns:a="http://schemas.openxmlformats.org/drawingml/2006/main" noGrp="1"/>
          </p:cNvSpPr>
          <p:nvPr/>
        </p:nvSpPr>
        <p:spPr>
          <a:xfrm xmlns:a="http://schemas.openxmlformats.org/drawingml/2006/main" rot="0" flipH="0" flipV="0">
            <a:off x="2135516" y="3530382"/>
            <a:ext cx="142904" cy="148427"/>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34B60C4D-134C-621D-2601-3D402BBE309A}"/>
              </a:ext>
            </a:extLst>
          </p:cNvPr>
          <p:cNvSpPr>
            <a:spLocks xmlns:a="http://schemas.openxmlformats.org/drawingml/2006/main" noGrp="1"/>
          </p:cNvSpPr>
          <p:nvPr/>
        </p:nvSpPr>
        <p:spPr>
          <a:xfrm xmlns:a="http://schemas.openxmlformats.org/drawingml/2006/main" rot="0" flipH="0" flipV="0">
            <a:off x="2295829" y="3632428"/>
            <a:ext cx="104447" cy="122267"/>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8D70896B-17F4-7CD1-FDE5-D0716C43FDDB}"/>
              </a:ext>
            </a:extLst>
          </p:cNvPr>
          <p:cNvSpPr>
            <a:spLocks xmlns:a="http://schemas.openxmlformats.org/drawingml/2006/main" noGrp="1"/>
          </p:cNvSpPr>
          <p:nvPr/>
        </p:nvSpPr>
        <p:spPr>
          <a:xfrm xmlns:a="http://schemas.openxmlformats.org/drawingml/2006/main" rot="0" flipH="0" flipV="0">
            <a:off x="2400295" y="3678474"/>
            <a:ext cx="118293" cy="136738"/>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3FB4892A-B9D2-C38A-176E-B8BB3BA2CAE4}"/>
              </a:ext>
            </a:extLst>
          </p:cNvPr>
          <p:cNvSpPr>
            <a:spLocks xmlns:a="http://schemas.openxmlformats.org/drawingml/2006/main" noGrp="1"/>
          </p:cNvSpPr>
          <p:nvPr/>
        </p:nvSpPr>
        <p:spPr>
          <a:xfrm xmlns:a="http://schemas.openxmlformats.org/drawingml/2006/main" rot="0" flipH="0" flipV="0">
            <a:off x="2531248" y="3717637"/>
            <a:ext cx="86374" cy="115424"/>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9924B53-A6AB-2DAB-980B-22F78FD1F9F3}"/>
              </a:ext>
            </a:extLst>
          </p:cNvPr>
          <p:cNvSpPr>
            <a:spLocks xmlns:a="http://schemas.openxmlformats.org/drawingml/2006/main" noGrp="1"/>
          </p:cNvSpPr>
          <p:nvPr/>
        </p:nvSpPr>
        <p:spPr>
          <a:xfrm xmlns:a="http://schemas.openxmlformats.org/drawingml/2006/main" rot="0" flipH="0" flipV="0">
            <a:off x="2707430" y="3737662"/>
            <a:ext cx="71737" cy="117410"/>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ADAC57A0-4F88-FF63-FABE-1AB2A360817D}"/>
              </a:ext>
            </a:extLst>
          </p:cNvPr>
          <p:cNvSpPr>
            <a:spLocks xmlns:a="http://schemas.openxmlformats.org/drawingml/2006/main" noGrp="1"/>
          </p:cNvSpPr>
          <p:nvPr/>
        </p:nvSpPr>
        <p:spPr>
          <a:xfrm xmlns:a="http://schemas.openxmlformats.org/drawingml/2006/main" rot="0" flipH="0" flipV="0">
            <a:off x="2801892" y="3730589"/>
            <a:ext cx="87756" cy="121773"/>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C08C8EEF-02E0-097E-99EE-6CE5160C8B7E}"/>
              </a:ext>
            </a:extLst>
          </p:cNvPr>
          <p:cNvSpPr>
            <a:spLocks xmlns:a="http://schemas.openxmlformats.org/drawingml/2006/main" noGrp="1"/>
          </p:cNvSpPr>
          <p:nvPr/>
        </p:nvSpPr>
        <p:spPr>
          <a:xfrm xmlns:a="http://schemas.openxmlformats.org/drawingml/2006/main" rot="0" flipH="0" flipV="0">
            <a:off x="2899571" y="3708238"/>
            <a:ext cx="97827" cy="12253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37C66C4C-2231-EF09-0FD7-936BE589120B}"/>
              </a:ext>
            </a:extLst>
          </p:cNvPr>
          <p:cNvSpPr>
            <a:spLocks xmlns:a="http://schemas.openxmlformats.org/drawingml/2006/main" noGrp="1"/>
          </p:cNvSpPr>
          <p:nvPr/>
        </p:nvSpPr>
        <p:spPr>
          <a:xfrm xmlns:a="http://schemas.openxmlformats.org/drawingml/2006/main" rot="0" flipH="0" flipV="0">
            <a:off x="2999090" y="3682951"/>
            <a:ext cx="56677" cy="111681"/>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24BE1A2F-7AF5-2A7A-DCB7-ECCF3DF72338}"/>
              </a:ext>
            </a:extLst>
          </p:cNvPr>
          <p:cNvSpPr>
            <a:spLocks xmlns:a="http://schemas.openxmlformats.org/drawingml/2006/main" noGrp="1"/>
          </p:cNvSpPr>
          <p:nvPr/>
        </p:nvSpPr>
        <p:spPr>
          <a:xfrm xmlns:a="http://schemas.openxmlformats.org/drawingml/2006/main" rot="0" flipH="0" flipV="0">
            <a:off x="3051067" y="3644536"/>
            <a:ext cx="105183" cy="12184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Forme libre : forme 23">
            <a:extLst xmlns:a="http://schemas.openxmlformats.org/drawingml/2006/main">
              <a:ext uri="{FF2B5EF4-FFF2-40B4-BE49-F238E27FC236}">
                <a16:creationId xmlns:a16="http://schemas.microsoft.com/office/drawing/2014/main" id="{A31280A2-865F-2C95-EB69-87E7082EB0E9}"/>
              </a:ext>
            </a:extLst>
          </p:cNvPr>
          <p:cNvSpPr>
            <a:spLocks xmlns:a="http://schemas.openxmlformats.org/drawingml/2006/main" noGrp="1"/>
          </p:cNvSpPr>
          <p:nvPr/>
        </p:nvSpPr>
        <p:spPr>
          <a:xfrm xmlns:a="http://schemas.openxmlformats.org/drawingml/2006/main" rot="0" flipH="0" flipV="0">
            <a:off x="3153941" y="3594813"/>
            <a:ext cx="109133" cy="12225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0CE547E4-9EEA-2753-0041-AE6189C14B5E}"/>
              </a:ext>
            </a:extLst>
          </p:cNvPr>
          <p:cNvSpPr>
            <a:spLocks xmlns:a="http://schemas.openxmlformats.org/drawingml/2006/main" noGrp="1"/>
          </p:cNvSpPr>
          <p:nvPr/>
        </p:nvSpPr>
        <p:spPr>
          <a:xfrm xmlns:a="http://schemas.openxmlformats.org/drawingml/2006/main" rot="0" flipH="0" flipV="0">
            <a:off x="3221673" y="3523048"/>
            <a:ext cx="108558" cy="113774"/>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useBgFill="1">
        <p:nvSpPr>
          <p:cNvPr id="34" name="Rectangle 33">
            <a:extLst xmlns:a="http://schemas.openxmlformats.org/drawingml/2006/main">
              <a:ext uri="{FF2B5EF4-FFF2-40B4-BE49-F238E27FC236}">
                <a16:creationId xmlns:a16="http://schemas.microsoft.com/office/drawing/2014/main" id="{199A0522-CCEF-D1D9-B840-AA83E3383A69}"/>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3" name="Image 58"/>
          <p:cNvPicPr>
            <a:picLocks xmlns:a="http://schemas.openxmlformats.org/drawingml/2006/main" noChangeAspect="1"/>
          </p:cNvPicPr>
          <p:nvPr/>
        </p:nvPicPr>
        <p:blipFill rotWithShape="1">
          <a:blip xmlns:r="http://schemas.openxmlformats.org/officeDocument/2006/relationships" xmlns:a="http://schemas.openxmlformats.org/drawingml/2006/main" r:embed="R2f9f229806804be8"/>
          <a:srcRect xmlns:a="http://schemas.openxmlformats.org/drawingml/2006/main" l="0" t="9165" r="0" b="7786"/>
          <a:stretch xmlns:a="http://schemas.openxmlformats.org/drawingml/2006/main"/>
        </p:blipFill>
        <p:spPr>
          <a:xfrm xmlns:a="http://schemas.openxmlformats.org/drawingml/2006/main">
            <a:off x="2947554" y="0"/>
            <a:ext cx="2310246" cy="6029960"/>
          </a:xfrm>
          <a:prstGeom xmlns:a="http://schemas.openxmlformats.org/drawingml/2006/main" prst="rect">
            <a:avLst/>
          </a:prstGeom>
        </p:spPr>
      </p:pic>
      <p:sp>
        <p:nvSpPr>
          <p:cNvPr id="79" name="Espace réservé du texte 33">
            <a:extLst xmlns:a="http://schemas.openxmlformats.org/drawingml/2006/main">
              <a:ext uri="{FF2B5EF4-FFF2-40B4-BE49-F238E27FC236}">
                <a16:creationId xmlns:a16="http://schemas.microsoft.com/office/drawing/2014/main" id="{8E16D38E-65A7-57D4-95DB-EE8AA74753BA}"/>
              </a:ext>
            </a:extLst>
          </p:cNvPr>
          <p:cNvSpPr>
            <a:spLocks xmlns:a="http://schemas.openxmlformats.org/drawingml/2006/main" noGrp="1"/>
          </p:cNvSpPr>
          <p:nvPr>
            <p:ph type="body" idx="13" hasCustomPrompt="1"/>
          </p:nvPr>
        </p:nvSpPr>
        <p:spPr>
          <a:xfrm xmlns:a="http://schemas.openxmlformats.org/drawingml/2006/main">
            <a:off x="5527632" y="469053"/>
            <a:ext cx="542967" cy="381279"/>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1</a:t>
            </a:r>
          </a:p>
        </p:txBody>
      </p:sp>
      <p:sp>
        <p:nvSpPr>
          <p:cNvPr id="80" name="Espace réservé du texte 48">
            <a:extLst xmlns:a="http://schemas.openxmlformats.org/drawingml/2006/main">
              <a:ext uri="{FF2B5EF4-FFF2-40B4-BE49-F238E27FC236}">
                <a16:creationId xmlns:a16="http://schemas.microsoft.com/office/drawing/2014/main" id="{FFDC81BB-F356-CCE3-EAD9-369CB0782DD4}"/>
              </a:ext>
            </a:extLst>
          </p:cNvPr>
          <p:cNvSpPr>
            <a:spLocks xmlns:a="http://schemas.openxmlformats.org/drawingml/2006/main" noGrp="1"/>
          </p:cNvSpPr>
          <p:nvPr>
            <p:ph type="body" idx="17" hasCustomPrompt="1"/>
          </p:nvPr>
        </p:nvSpPr>
        <p:spPr>
          <a:xfrm xmlns:a="http://schemas.openxmlformats.org/drawingml/2006/main">
            <a:off x="6409574" y="53504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2" name="Espace réservé du texte 48">
            <a:extLst xmlns:a="http://schemas.openxmlformats.org/drawingml/2006/main">
              <a:ext uri="{FF2B5EF4-FFF2-40B4-BE49-F238E27FC236}">
                <a16:creationId xmlns:a16="http://schemas.microsoft.com/office/drawing/2014/main" id="{CEB746C7-55D0-EBC1-300E-DDB81CED584B}"/>
              </a:ext>
            </a:extLst>
          </p:cNvPr>
          <p:cNvSpPr>
            <a:spLocks xmlns:a="http://schemas.openxmlformats.org/drawingml/2006/main" noGrp="1"/>
          </p:cNvSpPr>
          <p:nvPr>
            <p:ph type="body" idx="19" hasCustomPrompt="1"/>
          </p:nvPr>
        </p:nvSpPr>
        <p:spPr>
          <a:xfrm xmlns:a="http://schemas.openxmlformats.org/drawingml/2006/main">
            <a:off x="6409574" y="1209628"/>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4" name="Espace réservé du texte 48">
            <a:extLst xmlns:a="http://schemas.openxmlformats.org/drawingml/2006/main">
              <a:ext uri="{FF2B5EF4-FFF2-40B4-BE49-F238E27FC236}">
                <a16:creationId xmlns:a16="http://schemas.microsoft.com/office/drawing/2014/main" id="{55803124-95D4-6915-1339-3EF9DB4F4D83}"/>
              </a:ext>
            </a:extLst>
          </p:cNvPr>
          <p:cNvSpPr>
            <a:spLocks xmlns:a="http://schemas.openxmlformats.org/drawingml/2006/main" noGrp="1"/>
          </p:cNvSpPr>
          <p:nvPr>
            <p:ph type="body" idx="21" hasCustomPrompt="1"/>
          </p:nvPr>
        </p:nvSpPr>
        <p:spPr>
          <a:xfrm xmlns:a="http://schemas.openxmlformats.org/drawingml/2006/main">
            <a:off x="6409574" y="188421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6" name="Espace réservé du texte 48">
            <a:extLst xmlns:a="http://schemas.openxmlformats.org/drawingml/2006/main">
              <a:ext uri="{FF2B5EF4-FFF2-40B4-BE49-F238E27FC236}">
                <a16:creationId xmlns:a16="http://schemas.microsoft.com/office/drawing/2014/main" id="{668E4555-1906-0897-EB97-1FB586D76555}"/>
              </a:ext>
            </a:extLst>
          </p:cNvPr>
          <p:cNvSpPr>
            <a:spLocks xmlns:a="http://schemas.openxmlformats.org/drawingml/2006/main" noGrp="1"/>
          </p:cNvSpPr>
          <p:nvPr>
            <p:ph type="body" idx="23" hasCustomPrompt="1"/>
          </p:nvPr>
        </p:nvSpPr>
        <p:spPr>
          <a:xfrm xmlns:a="http://schemas.openxmlformats.org/drawingml/2006/main">
            <a:off x="6409574" y="2558798"/>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87" name="Espace réservé du texte 33">
            <a:extLst xmlns:a="http://schemas.openxmlformats.org/drawingml/2006/main">
              <a:ext uri="{FF2B5EF4-FFF2-40B4-BE49-F238E27FC236}">
                <a16:creationId xmlns:a16="http://schemas.microsoft.com/office/drawing/2014/main" id="{F55AEF32-E70B-EC4C-E13B-27FDA03DE10D}"/>
              </a:ext>
            </a:extLst>
          </p:cNvPr>
          <p:cNvSpPr>
            <a:spLocks xmlns:a="http://schemas.openxmlformats.org/drawingml/2006/main" noGrp="1"/>
          </p:cNvSpPr>
          <p:nvPr>
            <p:ph type="body" idx="18" hasCustomPrompt="1"/>
          </p:nvPr>
        </p:nvSpPr>
        <p:spPr>
          <a:xfrm xmlns:a="http://schemas.openxmlformats.org/drawingml/2006/main">
            <a:off x="5527632" y="1143638"/>
            <a:ext cx="542967" cy="381279"/>
          </a:xfrm>
          <a:prstGeom xmlns:a="http://schemas.openxmlformats.org/drawingml/2006/main" prst="roundRect">
            <a:avLst>
              <a:gd name="adj" fmla="val 50000"/>
            </a:avLst>
          </a:prstGeom>
          <a:solidFill xmlns:a="http://schemas.openxmlformats.org/drawingml/2006/main">
            <a:schemeClr val="accent5"/>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2</a:t>
            </a:r>
          </a:p>
        </p:txBody>
      </p:sp>
      <p:sp>
        <p:nvSpPr>
          <p:cNvPr id="88" name="Espace réservé du texte 33">
            <a:extLst xmlns:a="http://schemas.openxmlformats.org/drawingml/2006/main">
              <a:ext uri="{FF2B5EF4-FFF2-40B4-BE49-F238E27FC236}">
                <a16:creationId xmlns:a16="http://schemas.microsoft.com/office/drawing/2014/main" id="{3030E154-4494-206A-8D45-D58D1067DEDC}"/>
              </a:ext>
            </a:extLst>
          </p:cNvPr>
          <p:cNvSpPr>
            <a:spLocks xmlns:a="http://schemas.openxmlformats.org/drawingml/2006/main" noGrp="1"/>
          </p:cNvSpPr>
          <p:nvPr>
            <p:ph type="body" idx="20" hasCustomPrompt="1"/>
          </p:nvPr>
        </p:nvSpPr>
        <p:spPr>
          <a:xfrm xmlns:a="http://schemas.openxmlformats.org/drawingml/2006/main">
            <a:off x="5527632" y="1818223"/>
            <a:ext cx="542967" cy="381279"/>
          </a:xfrm>
          <a:prstGeom xmlns:a="http://schemas.openxmlformats.org/drawingml/2006/main" prst="roundRect">
            <a:avLst>
              <a:gd name="adj" fmla="val 50000"/>
            </a:avLst>
          </a:prstGeom>
          <a:solidFill xmlns:a="http://schemas.openxmlformats.org/drawingml/2006/main">
            <a:schemeClr val="accent3"/>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3</a:t>
            </a:r>
          </a:p>
        </p:txBody>
      </p:sp>
      <p:sp>
        <p:nvSpPr>
          <p:cNvPr id="89" name="Espace réservé du texte 33">
            <a:extLst xmlns:a="http://schemas.openxmlformats.org/drawingml/2006/main">
              <a:ext uri="{FF2B5EF4-FFF2-40B4-BE49-F238E27FC236}">
                <a16:creationId xmlns:a16="http://schemas.microsoft.com/office/drawing/2014/main" id="{063C9C74-DC1E-0DCA-0712-68CDC08039E7}"/>
              </a:ext>
            </a:extLst>
          </p:cNvPr>
          <p:cNvSpPr>
            <a:spLocks xmlns:a="http://schemas.openxmlformats.org/drawingml/2006/main" noGrp="1"/>
          </p:cNvSpPr>
          <p:nvPr>
            <p:ph type="body" idx="22" hasCustomPrompt="1"/>
          </p:nvPr>
        </p:nvSpPr>
        <p:spPr>
          <a:xfrm xmlns:a="http://schemas.openxmlformats.org/drawingml/2006/main">
            <a:off x="5527632" y="2492808"/>
            <a:ext cx="542967" cy="381279"/>
          </a:xfrm>
          <a:prstGeom xmlns:a="http://schemas.openxmlformats.org/drawingml/2006/main" prst="roundRect">
            <a:avLst>
              <a:gd name="adj" fmla="val 50000"/>
            </a:avLst>
          </a:prstGeom>
          <a:solidFill xmlns:a="http://schemas.openxmlformats.org/drawingml/2006/main">
            <a:schemeClr val="accent4"/>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4</a:t>
            </a:r>
          </a:p>
        </p:txBody>
      </p:sp>
      <p:sp>
        <p:nvSpPr>
          <p:cNvPr id="3" name="Espace réservé du texte 33">
            <a:extLst xmlns:a="http://schemas.openxmlformats.org/drawingml/2006/main">
              <a:ext uri="{FF2B5EF4-FFF2-40B4-BE49-F238E27FC236}">
                <a16:creationId xmlns:a16="http://schemas.microsoft.com/office/drawing/2014/main" id="{E37A1458-727F-AED3-71F4-62B118C9E05F}"/>
              </a:ext>
            </a:extLst>
          </p:cNvPr>
          <p:cNvSpPr>
            <a:spLocks xmlns:a="http://schemas.openxmlformats.org/drawingml/2006/main" noGrp="1"/>
          </p:cNvSpPr>
          <p:nvPr>
            <p:ph type="body" idx="24" hasCustomPrompt="1"/>
          </p:nvPr>
        </p:nvSpPr>
        <p:spPr>
          <a:xfrm xmlns:a="http://schemas.openxmlformats.org/drawingml/2006/main">
            <a:off x="5527632" y="3167393"/>
            <a:ext cx="542967" cy="381279"/>
          </a:xfrm>
          <a:prstGeom xmlns:a="http://schemas.openxmlformats.org/drawingml/2006/main" prst="roundRect">
            <a:avLst>
              <a:gd name="adj" fmla="val 50000"/>
            </a:avLst>
          </a:prstGeom>
          <a:solidFill xmlns:a="http://schemas.openxmlformats.org/drawingml/2006/main">
            <a:schemeClr val="accent1"/>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5</a:t>
            </a:r>
          </a:p>
        </p:txBody>
      </p:sp>
      <p:sp>
        <p:nvSpPr>
          <p:cNvPr id="4" name="Espace réservé du texte 48">
            <a:extLst xmlns:a="http://schemas.openxmlformats.org/drawingml/2006/main">
              <a:ext uri="{FF2B5EF4-FFF2-40B4-BE49-F238E27FC236}">
                <a16:creationId xmlns:a16="http://schemas.microsoft.com/office/drawing/2014/main" id="{1253B8F1-FBDE-5EF0-6A0B-F94A47022137}"/>
              </a:ext>
            </a:extLst>
          </p:cNvPr>
          <p:cNvSpPr>
            <a:spLocks xmlns:a="http://schemas.openxmlformats.org/drawingml/2006/main" noGrp="1"/>
          </p:cNvSpPr>
          <p:nvPr>
            <p:ph type="body" idx="25" hasCustomPrompt="1"/>
          </p:nvPr>
        </p:nvSpPr>
        <p:spPr>
          <a:xfrm xmlns:a="http://schemas.openxmlformats.org/drawingml/2006/main">
            <a:off x="6409574" y="323338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5" name="Espace réservé du texte 48">
            <a:extLst xmlns:a="http://schemas.openxmlformats.org/drawingml/2006/main">
              <a:ext uri="{FF2B5EF4-FFF2-40B4-BE49-F238E27FC236}">
                <a16:creationId xmlns:a16="http://schemas.microsoft.com/office/drawing/2014/main" id="{4D5DDB51-8243-3007-52BC-D5E30837703F}"/>
              </a:ext>
            </a:extLst>
          </p:cNvPr>
          <p:cNvSpPr>
            <a:spLocks xmlns:a="http://schemas.openxmlformats.org/drawingml/2006/main" noGrp="1"/>
          </p:cNvSpPr>
          <p:nvPr>
            <p:ph type="body" idx="26" hasCustomPrompt="1"/>
          </p:nvPr>
        </p:nvSpPr>
        <p:spPr>
          <a:xfrm xmlns:a="http://schemas.openxmlformats.org/drawingml/2006/main">
            <a:off x="6409574" y="3907968"/>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6" name="Espace réservé du texte 48">
            <a:extLst xmlns:a="http://schemas.openxmlformats.org/drawingml/2006/main">
              <a:ext uri="{FF2B5EF4-FFF2-40B4-BE49-F238E27FC236}">
                <a16:creationId xmlns:a16="http://schemas.microsoft.com/office/drawing/2014/main" id="{E87E2254-FC89-09B7-A6B1-F37AAD2141E2}"/>
              </a:ext>
            </a:extLst>
          </p:cNvPr>
          <p:cNvSpPr>
            <a:spLocks xmlns:a="http://schemas.openxmlformats.org/drawingml/2006/main" noGrp="1"/>
          </p:cNvSpPr>
          <p:nvPr>
            <p:ph type="body" idx="27" hasCustomPrompt="1"/>
          </p:nvPr>
        </p:nvSpPr>
        <p:spPr>
          <a:xfrm xmlns:a="http://schemas.openxmlformats.org/drawingml/2006/main">
            <a:off x="6409574" y="4582553"/>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7" name="Espace réservé du texte 48">
            <a:extLst xmlns:a="http://schemas.openxmlformats.org/drawingml/2006/main">
              <a:ext uri="{FF2B5EF4-FFF2-40B4-BE49-F238E27FC236}">
                <a16:creationId xmlns:a16="http://schemas.microsoft.com/office/drawing/2014/main" id="{6B4694D6-647F-744C-458D-7A733F0CAF7E}"/>
              </a:ext>
            </a:extLst>
          </p:cNvPr>
          <p:cNvSpPr>
            <a:spLocks xmlns:a="http://schemas.openxmlformats.org/drawingml/2006/main" noGrp="1"/>
          </p:cNvSpPr>
          <p:nvPr>
            <p:ph type="body" idx="28" hasCustomPrompt="1"/>
          </p:nvPr>
        </p:nvSpPr>
        <p:spPr>
          <a:xfrm xmlns:a="http://schemas.openxmlformats.org/drawingml/2006/main">
            <a:off x="6409574" y="5257138"/>
            <a:ext cx="4685000"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Titre de la partie sur une longue ligne de texte</a:t>
            </a:r>
          </a:p>
        </p:txBody>
      </p:sp>
      <p:sp>
        <p:nvSpPr>
          <p:cNvPr id="25" name="Espace réservé du texte 33">
            <a:extLst xmlns:a="http://schemas.openxmlformats.org/drawingml/2006/main">
              <a:ext uri="{FF2B5EF4-FFF2-40B4-BE49-F238E27FC236}">
                <a16:creationId xmlns:a16="http://schemas.microsoft.com/office/drawing/2014/main" id="{46C7567E-C2CD-748C-E8B6-C9C1B1B6F3DB}"/>
              </a:ext>
            </a:extLst>
          </p:cNvPr>
          <p:cNvSpPr>
            <a:spLocks xmlns:a="http://schemas.openxmlformats.org/drawingml/2006/main" noGrp="1"/>
          </p:cNvSpPr>
          <p:nvPr>
            <p:ph type="body" idx="29" hasCustomPrompt="1"/>
          </p:nvPr>
        </p:nvSpPr>
        <p:spPr>
          <a:xfrm xmlns:a="http://schemas.openxmlformats.org/drawingml/2006/main">
            <a:off x="5527632" y="3841978"/>
            <a:ext cx="542967" cy="381279"/>
          </a:xfrm>
          <a:prstGeom xmlns:a="http://schemas.openxmlformats.org/drawingml/2006/main" prst="roundRect">
            <a:avLst>
              <a:gd name="adj" fmla="val 50000"/>
            </a:avLst>
          </a:prstGeom>
          <a:solidFill xmlns:a="http://schemas.openxmlformats.org/drawingml/2006/main">
            <a:schemeClr val="accent5"/>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6</a:t>
            </a:r>
          </a:p>
        </p:txBody>
      </p:sp>
      <p:sp>
        <p:nvSpPr>
          <p:cNvPr id="26" name="Espace réservé du texte 33">
            <a:extLst xmlns:a="http://schemas.openxmlformats.org/drawingml/2006/main">
              <a:ext uri="{FF2B5EF4-FFF2-40B4-BE49-F238E27FC236}">
                <a16:creationId xmlns:a16="http://schemas.microsoft.com/office/drawing/2014/main" id="{BD3C0D65-38DF-A019-C3C5-91EEC737919C}"/>
              </a:ext>
            </a:extLst>
          </p:cNvPr>
          <p:cNvSpPr>
            <a:spLocks xmlns:a="http://schemas.openxmlformats.org/drawingml/2006/main" noGrp="1"/>
          </p:cNvSpPr>
          <p:nvPr>
            <p:ph type="body" idx="30" hasCustomPrompt="1"/>
          </p:nvPr>
        </p:nvSpPr>
        <p:spPr>
          <a:xfrm xmlns:a="http://schemas.openxmlformats.org/drawingml/2006/main">
            <a:off x="5527632" y="4516563"/>
            <a:ext cx="542967" cy="381279"/>
          </a:xfrm>
          <a:prstGeom xmlns:a="http://schemas.openxmlformats.org/drawingml/2006/main" prst="roundRect">
            <a:avLst>
              <a:gd name="adj" fmla="val 50000"/>
            </a:avLst>
          </a:prstGeom>
          <a:solidFill xmlns:a="http://schemas.openxmlformats.org/drawingml/2006/main">
            <a:schemeClr val="accent3"/>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7</a:t>
            </a:r>
          </a:p>
        </p:txBody>
      </p:sp>
      <p:sp>
        <p:nvSpPr>
          <p:cNvPr id="27" name="Espace réservé du texte 33">
            <a:extLst xmlns:a="http://schemas.openxmlformats.org/drawingml/2006/main">
              <a:ext uri="{FF2B5EF4-FFF2-40B4-BE49-F238E27FC236}">
                <a16:creationId xmlns:a16="http://schemas.microsoft.com/office/drawing/2014/main" id="{507EABBB-79DD-26EC-09B2-FFB7AD7DE38B}"/>
              </a:ext>
            </a:extLst>
          </p:cNvPr>
          <p:cNvSpPr>
            <a:spLocks xmlns:a="http://schemas.openxmlformats.org/drawingml/2006/main" noGrp="1"/>
          </p:cNvSpPr>
          <p:nvPr>
            <p:ph type="body" idx="31" hasCustomPrompt="1"/>
          </p:nvPr>
        </p:nvSpPr>
        <p:spPr>
          <a:xfrm xmlns:a="http://schemas.openxmlformats.org/drawingml/2006/main">
            <a:off x="5527632" y="5191148"/>
            <a:ext cx="542967" cy="381279"/>
          </a:xfrm>
          <a:prstGeom xmlns:a="http://schemas.openxmlformats.org/drawingml/2006/main" prst="roundRect">
            <a:avLst>
              <a:gd name="adj" fmla="val 50000"/>
            </a:avLst>
          </a:prstGeom>
          <a:solidFill xmlns:a="http://schemas.openxmlformats.org/drawingml/2006/main">
            <a:schemeClr val="accent4"/>
          </a:solidFill>
        </p:spPr>
        <p:txBody>
          <a:bodyPr xmlns:a="http://schemas.openxmlformats.org/drawingml/2006/main" wrap="none" anchor="ctr">
            <a:noAutofit/>
          </a:bodyPr>
          <a:lstStyle xmlns:a="http://schemas.openxmlformats.org/drawingml/2006/main">
            <a:lvl1pPr algn="ctr">
              <a:buNone/>
              <a:defRPr sz="1800" b="1">
                <a:solidFill>
                  <a:schemeClr val="bg1"/>
                </a:solidFill>
              </a:defRPr>
            </a:lvl1pPr>
          </a:lstStyle>
          <a:p xmlns:a="http://schemas.openxmlformats.org/drawingml/2006/main">
            <a:pPr lvl="0">
              <a:buNone/>
            </a:pPr>
            <a:r>
              <a:t>8</a:t>
            </a:r>
          </a:p>
        </p:txBody>
      </p:sp>
    </p:spTree>
  </p:cSld>
</p:sldLayout>
</file>

<file path=ppt/slideLayouts/slideLayout6.xml><?xml version="1.0" encoding="utf-8"?>
<p:sldLayout xmlns:p="http://schemas.openxmlformats.org/presentationml/2006/main" showMasterSp="0" preserve="1" userDrawn="1">
  <p:cSld name="V1 Chapitre Vert">
    <p:bg>
      <p:bgPr>
        <a:solidFill xmlns:a="http://schemas.openxmlformats.org/drawingml/2006/main">
          <a:schemeClr val="bg2"/>
        </a:soli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3701D282-8B91-476B-2C38-4F156623064B}"/>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E754092A-4C08-7F56-52E0-9E6DF00452B5}"/>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orme libre : forme 35">
            <a:extLst xmlns:a="http://schemas.openxmlformats.org/drawingml/2006/main">
              <a:ext uri="{FF2B5EF4-FFF2-40B4-BE49-F238E27FC236}">
                <a16:creationId xmlns:a16="http://schemas.microsoft.com/office/drawing/2014/main" id="{295F9921-DB6F-035B-AAE1-A27B1DEF9D1C}"/>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orme libre : forme 36">
            <a:extLst xmlns:a="http://schemas.openxmlformats.org/drawingml/2006/main">
              <a:ext uri="{FF2B5EF4-FFF2-40B4-BE49-F238E27FC236}">
                <a16:creationId xmlns:a16="http://schemas.microsoft.com/office/drawing/2014/main" id="{7A18C7FE-5244-57FC-F2CC-B200F3853C2C}"/>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orme libre : forme 37">
            <a:extLst xmlns:a="http://schemas.openxmlformats.org/drawingml/2006/main">
              <a:ext uri="{FF2B5EF4-FFF2-40B4-BE49-F238E27FC236}">
                <a16:creationId xmlns:a16="http://schemas.microsoft.com/office/drawing/2014/main" id="{448D5F44-3016-2DED-E6F1-4E1DB890484B}"/>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orme libre : forme 38">
            <a:extLst xmlns:a="http://schemas.openxmlformats.org/drawingml/2006/main">
              <a:ext uri="{FF2B5EF4-FFF2-40B4-BE49-F238E27FC236}">
                <a16:creationId xmlns:a16="http://schemas.microsoft.com/office/drawing/2014/main" id="{92F1BBE2-C609-FF1D-296E-ADBB834217CE}"/>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orme libre : forme 39">
            <a:extLst xmlns:a="http://schemas.openxmlformats.org/drawingml/2006/main">
              <a:ext uri="{FF2B5EF4-FFF2-40B4-BE49-F238E27FC236}">
                <a16:creationId xmlns:a16="http://schemas.microsoft.com/office/drawing/2014/main" id="{3F5CC014-C613-30A1-299A-2C2879513806}"/>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orme libre : forme 40">
            <a:extLst xmlns:a="http://schemas.openxmlformats.org/drawingml/2006/main">
              <a:ext uri="{FF2B5EF4-FFF2-40B4-BE49-F238E27FC236}">
                <a16:creationId xmlns:a16="http://schemas.microsoft.com/office/drawing/2014/main" id="{AFCB0D81-3774-8C38-8D61-BF2E75A563EB}"/>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2" name="Forme libre : forme 41">
            <a:extLst xmlns:a="http://schemas.openxmlformats.org/drawingml/2006/main">
              <a:ext uri="{FF2B5EF4-FFF2-40B4-BE49-F238E27FC236}">
                <a16:creationId xmlns:a16="http://schemas.microsoft.com/office/drawing/2014/main" id="{F1A2E366-C07C-D806-3AD9-EA8C0A7CCA6D}"/>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orme libre : forme 42">
            <a:extLst xmlns:a="http://schemas.openxmlformats.org/drawingml/2006/main">
              <a:ext uri="{FF2B5EF4-FFF2-40B4-BE49-F238E27FC236}">
                <a16:creationId xmlns:a16="http://schemas.microsoft.com/office/drawing/2014/main" id="{7789D397-EAD8-CE22-8761-3E3C5D32CBF2}"/>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orme libre : forme 43">
            <a:extLst xmlns:a="http://schemas.openxmlformats.org/drawingml/2006/main">
              <a:ext uri="{FF2B5EF4-FFF2-40B4-BE49-F238E27FC236}">
                <a16:creationId xmlns:a16="http://schemas.microsoft.com/office/drawing/2014/main" id="{F6414C6D-0CCD-D71A-540E-CAD5582D4564}"/>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orme libre : forme 44">
            <a:extLst xmlns:a="http://schemas.openxmlformats.org/drawingml/2006/main">
              <a:ext uri="{FF2B5EF4-FFF2-40B4-BE49-F238E27FC236}">
                <a16:creationId xmlns:a16="http://schemas.microsoft.com/office/drawing/2014/main" id="{0C556D41-BC67-98E0-32D1-6BB3D42C277E}"/>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orme libre : forme 45">
            <a:extLst xmlns:a="http://schemas.openxmlformats.org/drawingml/2006/main">
              <a:ext uri="{FF2B5EF4-FFF2-40B4-BE49-F238E27FC236}">
                <a16:creationId xmlns:a16="http://schemas.microsoft.com/office/drawing/2014/main" id="{CF7C017D-79B3-AB8B-462C-4894B80B09B2}"/>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38B6F314-A0DD-D89E-C6A9-61581097098E}"/>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05C33485-5E7C-57B1-F7DD-2F759931EA4B}"/>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C827CFC7-E5AA-BA27-49B9-254008D7008E}"/>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835ABE48-7344-9347-1B17-8A9D846FEFFA}"/>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DCC721B0-53DB-1DF0-FC0E-316EECF68863}"/>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71" name="Image 51"/>
          <p:cNvPicPr>
            <a:picLocks xmlns:a="http://schemas.openxmlformats.org/drawingml/2006/main" noChangeAspect="1"/>
          </p:cNvPicPr>
          <p:nvPr/>
        </p:nvPicPr>
        <p:blipFill>
          <a:blip xmlns:r="http://schemas.openxmlformats.org/officeDocument/2006/relationships" xmlns:a="http://schemas.openxmlformats.org/drawingml/2006/main" r:embed="R72dcf2d274494792"/>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5" name="Rectangle : avec coins arrondis en haut 4">
            <a:extLst xmlns:a="http://schemas.openxmlformats.org/drawingml/2006/main">
              <a:ext uri="{FF2B5EF4-FFF2-40B4-BE49-F238E27FC236}">
                <a16:creationId xmlns:a16="http://schemas.microsoft.com/office/drawing/2014/main" id="{97C8D201-623A-FEAF-A65D-4201CBD5190A}"/>
              </a:ext>
            </a:extLst>
          </p:cNvPr>
          <p:cNvSpPr>
            <a:spLocks xmlns:a="http://schemas.openxmlformats.org/drawingml/2006/main" noGrp="1"/>
          </p:cNvSpPr>
          <p:nvPr/>
        </p:nvSpPr>
        <p:spPr>
          <a:xfrm xmlns:a="http://schemas.openxmlformats.org/drawingml/2006/main" rot="16200000">
            <a:off x="6713824" y="-239005"/>
            <a:ext cx="4443306" cy="6513049"/>
          </a:xfrm>
          <a:prstGeom xmlns:a="http://schemas.openxmlformats.org/drawingml/2006/main" prst="round2SameRect">
            <a:avLst>
              <a:gd name="adj1" fmla="val 50000"/>
              <a:gd name="adj2" fmla="val 0"/>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551C0E94-F96C-729D-980B-BB20E4C05E2F}"/>
              </a:ext>
            </a:extLst>
          </p:cNvPr>
          <p:cNvSpPr>
            <a:spLocks xmlns:a="http://schemas.openxmlformats.org/drawingml/2006/main" noGrp="1"/>
          </p:cNvSpPr>
          <p:nvPr/>
        </p:nvSpPr>
        <p:spPr>
          <a:xfrm xmlns:a="http://schemas.openxmlformats.org/drawingml/2006/main" rot="0" flipH="0" flipV="0">
            <a:off x="1599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04E956AA-831B-6804-8175-A53B06EB839C}"/>
              </a:ext>
            </a:extLst>
          </p:cNvPr>
          <p:cNvSpPr>
            <a:spLocks xmlns:a="http://schemas.openxmlformats.org/drawingml/2006/main" noGrp="1"/>
          </p:cNvSpPr>
          <p:nvPr/>
        </p:nvSpPr>
        <p:spPr>
          <a:xfrm xmlns:a="http://schemas.openxmlformats.org/drawingml/2006/main" rot="0" flipH="0" flipV="0">
            <a:off x="2267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2AFC4464-5EE8-74B4-431B-39D817D06423}"/>
              </a:ext>
            </a:extLst>
          </p:cNvPr>
          <p:cNvSpPr>
            <a:spLocks xmlns:a="http://schemas.openxmlformats.org/drawingml/2006/main" noGrp="1"/>
          </p:cNvSpPr>
          <p:nvPr/>
        </p:nvSpPr>
        <p:spPr>
          <a:xfrm xmlns:a="http://schemas.openxmlformats.org/drawingml/2006/main" rot="0" flipH="0" flipV="0">
            <a:off x="2267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FEEF9A8-492C-4E47-8982-9A5F233DB7D0}"/>
              </a:ext>
            </a:extLst>
          </p:cNvPr>
          <p:cNvSpPr>
            <a:spLocks xmlns:a="http://schemas.openxmlformats.org/drawingml/2006/main" noGrp="1"/>
          </p:cNvSpPr>
          <p:nvPr/>
        </p:nvSpPr>
        <p:spPr>
          <a:xfrm xmlns:a="http://schemas.openxmlformats.org/drawingml/2006/main" rot="0" flipH="0" flipV="0">
            <a:off x="2691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59E7F46E-4E29-E020-E332-6AE999E36DAF}"/>
              </a:ext>
            </a:extLst>
          </p:cNvPr>
          <p:cNvSpPr>
            <a:spLocks xmlns:a="http://schemas.openxmlformats.org/drawingml/2006/main" noGrp="1"/>
          </p:cNvSpPr>
          <p:nvPr/>
        </p:nvSpPr>
        <p:spPr>
          <a:xfrm xmlns:a="http://schemas.openxmlformats.org/drawingml/2006/main" rot="0" flipH="0" flipV="0">
            <a:off x="3276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4A92D264-F698-2EFF-4E7D-CAC9BC301E4C}"/>
              </a:ext>
            </a:extLst>
          </p:cNvPr>
          <p:cNvSpPr>
            <a:spLocks xmlns:a="http://schemas.openxmlformats.org/drawingml/2006/main" noGrp="1"/>
          </p:cNvSpPr>
          <p:nvPr/>
        </p:nvSpPr>
        <p:spPr>
          <a:xfrm xmlns:a="http://schemas.openxmlformats.org/drawingml/2006/main" rot="0" flipH="0" flipV="0">
            <a:off x="1706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069CA81-6C51-D717-2AB3-D3A93C4F4231}"/>
              </a:ext>
            </a:extLst>
          </p:cNvPr>
          <p:cNvSpPr>
            <a:spLocks xmlns:a="http://schemas.openxmlformats.org/drawingml/2006/main" noGrp="1"/>
          </p:cNvSpPr>
          <p:nvPr/>
        </p:nvSpPr>
        <p:spPr>
          <a:xfrm xmlns:a="http://schemas.openxmlformats.org/drawingml/2006/main" rot="0" flipH="0" flipV="0">
            <a:off x="1760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7B63FBC8-8BEC-208E-ADCD-2F8C02C1D37D}"/>
              </a:ext>
            </a:extLst>
          </p:cNvPr>
          <p:cNvSpPr>
            <a:spLocks xmlns:a="http://schemas.openxmlformats.org/drawingml/2006/main" noGrp="1"/>
          </p:cNvSpPr>
          <p:nvPr/>
        </p:nvSpPr>
        <p:spPr>
          <a:xfrm xmlns:a="http://schemas.openxmlformats.org/drawingml/2006/main" rot="0" flipH="0" flipV="0">
            <a:off x="1989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5E708F34-49A4-30E3-0CFD-0A034D83C27A}"/>
              </a:ext>
            </a:extLst>
          </p:cNvPr>
          <p:cNvSpPr>
            <a:spLocks xmlns:a="http://schemas.openxmlformats.org/drawingml/2006/main" noGrp="1"/>
          </p:cNvSpPr>
          <p:nvPr/>
        </p:nvSpPr>
        <p:spPr>
          <a:xfrm xmlns:a="http://schemas.openxmlformats.org/drawingml/2006/main" rot="0" flipH="0" flipV="0">
            <a:off x="2139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D27B0C3B-9318-C736-86A5-32B6DDFDBA44}"/>
              </a:ext>
            </a:extLst>
          </p:cNvPr>
          <p:cNvSpPr>
            <a:spLocks xmlns:a="http://schemas.openxmlformats.org/drawingml/2006/main" noGrp="1"/>
          </p:cNvSpPr>
          <p:nvPr/>
        </p:nvSpPr>
        <p:spPr>
          <a:xfrm xmlns:a="http://schemas.openxmlformats.org/drawingml/2006/main" rot="0" flipH="0" flipV="0">
            <a:off x="2326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40CFF533-D8DF-D04D-A7CC-DA5B60432289}"/>
              </a:ext>
            </a:extLst>
          </p:cNvPr>
          <p:cNvSpPr>
            <a:spLocks xmlns:a="http://schemas.openxmlformats.org/drawingml/2006/main" noGrp="1"/>
          </p:cNvSpPr>
          <p:nvPr/>
        </p:nvSpPr>
        <p:spPr>
          <a:xfrm xmlns:a="http://schemas.openxmlformats.org/drawingml/2006/main" rot="0" flipH="0" flipV="0">
            <a:off x="2578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D547FEC6-DD5B-3FF6-93AC-D059811240DB}"/>
              </a:ext>
            </a:extLst>
          </p:cNvPr>
          <p:cNvSpPr>
            <a:spLocks xmlns:a="http://schemas.openxmlformats.org/drawingml/2006/main" noGrp="1"/>
          </p:cNvSpPr>
          <p:nvPr/>
        </p:nvSpPr>
        <p:spPr>
          <a:xfrm xmlns:a="http://schemas.openxmlformats.org/drawingml/2006/main" rot="0" flipH="0" flipV="0">
            <a:off x="2713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1FE661A-972A-E870-E9EF-EBF3454741E9}"/>
              </a:ext>
            </a:extLst>
          </p:cNvPr>
          <p:cNvSpPr>
            <a:spLocks xmlns:a="http://schemas.openxmlformats.org/drawingml/2006/main" noGrp="1"/>
          </p:cNvSpPr>
          <p:nvPr/>
        </p:nvSpPr>
        <p:spPr>
          <a:xfrm xmlns:a="http://schemas.openxmlformats.org/drawingml/2006/main" rot="0" flipH="0" flipV="0">
            <a:off x="2853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35DF55AD-3406-931A-312F-757664B74C0C}"/>
              </a:ext>
            </a:extLst>
          </p:cNvPr>
          <p:cNvSpPr>
            <a:spLocks xmlns:a="http://schemas.openxmlformats.org/drawingml/2006/main" noGrp="1"/>
          </p:cNvSpPr>
          <p:nvPr/>
        </p:nvSpPr>
        <p:spPr>
          <a:xfrm xmlns:a="http://schemas.openxmlformats.org/drawingml/2006/main" rot="0" flipH="0" flipV="0">
            <a:off x="2995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1AC46E18-CD13-48FA-4B1B-8B9F4FED0A71}"/>
              </a:ext>
            </a:extLst>
          </p:cNvPr>
          <p:cNvSpPr>
            <a:spLocks xmlns:a="http://schemas.openxmlformats.org/drawingml/2006/main" noGrp="1"/>
          </p:cNvSpPr>
          <p:nvPr/>
        </p:nvSpPr>
        <p:spPr>
          <a:xfrm xmlns:a="http://schemas.openxmlformats.org/drawingml/2006/main" rot="0" flipH="0" flipV="0">
            <a:off x="3070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247630CA-0839-0080-DB02-C2FDA038C404}"/>
              </a:ext>
            </a:extLst>
          </p:cNvPr>
          <p:cNvSpPr>
            <a:spLocks xmlns:a="http://schemas.openxmlformats.org/drawingml/2006/main" noGrp="1"/>
          </p:cNvSpPr>
          <p:nvPr/>
        </p:nvSpPr>
        <p:spPr>
          <a:xfrm xmlns:a="http://schemas.openxmlformats.org/drawingml/2006/main" rot="0" flipH="0" flipV="0">
            <a:off x="3217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C04EE1B9-4092-8456-71BA-9E5B8F71F157}"/>
              </a:ext>
            </a:extLst>
          </p:cNvPr>
          <p:cNvSpPr>
            <a:spLocks xmlns:a="http://schemas.openxmlformats.org/drawingml/2006/main" noGrp="1"/>
          </p:cNvSpPr>
          <p:nvPr/>
        </p:nvSpPr>
        <p:spPr>
          <a:xfrm xmlns:a="http://schemas.openxmlformats.org/drawingml/2006/main" rot="0" flipH="0" flipV="0">
            <a:off x="3314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5" name="Forme libre : forme 24">
            <a:extLst xmlns:a="http://schemas.openxmlformats.org/drawingml/2006/main">
              <a:ext uri="{FF2B5EF4-FFF2-40B4-BE49-F238E27FC236}">
                <a16:creationId xmlns:a16="http://schemas.microsoft.com/office/drawing/2014/main" id="{07CAD595-4D89-8E38-1B64-36933E4FD91A}"/>
              </a:ext>
            </a:extLst>
          </p:cNvPr>
          <p:cNvSpPr>
            <a:spLocks xmlns:a="http://schemas.openxmlformats.org/drawingml/2006/main" noGrp="1"/>
          </p:cNvSpPr>
          <p:nvPr/>
        </p:nvSpPr>
        <p:spPr>
          <a:xfrm xmlns:a="http://schemas.openxmlformats.org/drawingml/2006/main" rot="18900000" flipH="1" flipV="1">
            <a:off x="1822047" y="2931967"/>
            <a:ext cx="163357" cy="163358"/>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6" name="Forme libre : forme 25">
            <a:extLst xmlns:a="http://schemas.openxmlformats.org/drawingml/2006/main">
              <a:ext uri="{FF2B5EF4-FFF2-40B4-BE49-F238E27FC236}">
                <a16:creationId xmlns:a16="http://schemas.microsoft.com/office/drawing/2014/main" id="{11580C5B-2F02-BF1D-C427-36225EADA16E}"/>
              </a:ext>
            </a:extLst>
          </p:cNvPr>
          <p:cNvSpPr>
            <a:spLocks xmlns:a="http://schemas.openxmlformats.org/drawingml/2006/main" noGrp="1"/>
          </p:cNvSpPr>
          <p:nvPr/>
        </p:nvSpPr>
        <p:spPr>
          <a:xfrm xmlns:a="http://schemas.openxmlformats.org/drawingml/2006/main" rot="18900000" flipH="1" flipV="1">
            <a:off x="1843831" y="2821883"/>
            <a:ext cx="426217" cy="16372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7" name="Forme libre : forme 26">
            <a:extLst xmlns:a="http://schemas.openxmlformats.org/drawingml/2006/main">
              <a:ext uri="{FF2B5EF4-FFF2-40B4-BE49-F238E27FC236}">
                <a16:creationId xmlns:a16="http://schemas.microsoft.com/office/drawing/2014/main" id="{90B64FF6-A653-387C-E4F9-CCB41013E100}"/>
              </a:ext>
            </a:extLst>
          </p:cNvPr>
          <p:cNvSpPr>
            <a:spLocks xmlns:a="http://schemas.openxmlformats.org/drawingml/2006/main" noGrp="1"/>
          </p:cNvSpPr>
          <p:nvPr/>
        </p:nvSpPr>
        <p:spPr>
          <a:xfrm xmlns:a="http://schemas.openxmlformats.org/drawingml/2006/main" rot="18900000" flipH="1" flipV="1">
            <a:off x="1712585" y="2910437"/>
            <a:ext cx="163721" cy="426220"/>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8" name="Forme libre : forme 27">
            <a:extLst xmlns:a="http://schemas.openxmlformats.org/drawingml/2006/main">
              <a:ext uri="{FF2B5EF4-FFF2-40B4-BE49-F238E27FC236}">
                <a16:creationId xmlns:a16="http://schemas.microsoft.com/office/drawing/2014/main" id="{A1B52ADB-8E4A-0643-BC11-37CBAE98D124}"/>
              </a:ext>
            </a:extLst>
          </p:cNvPr>
          <p:cNvSpPr>
            <a:spLocks xmlns:a="http://schemas.openxmlformats.org/drawingml/2006/main" noGrp="1"/>
          </p:cNvSpPr>
          <p:nvPr/>
        </p:nvSpPr>
        <p:spPr>
          <a:xfrm xmlns:a="http://schemas.openxmlformats.org/drawingml/2006/main" rot="18900000" flipH="1" flipV="1">
            <a:off x="1436314" y="2931967"/>
            <a:ext cx="163357" cy="163358"/>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9" name="Forme libre : forme 28">
            <a:extLst xmlns:a="http://schemas.openxmlformats.org/drawingml/2006/main">
              <a:ext uri="{FF2B5EF4-FFF2-40B4-BE49-F238E27FC236}">
                <a16:creationId xmlns:a16="http://schemas.microsoft.com/office/drawing/2014/main" id="{F3E5A365-7369-613C-E442-DD67E7213E58}"/>
              </a:ext>
            </a:extLst>
          </p:cNvPr>
          <p:cNvSpPr>
            <a:spLocks xmlns:a="http://schemas.openxmlformats.org/drawingml/2006/main" noGrp="1"/>
          </p:cNvSpPr>
          <p:nvPr/>
        </p:nvSpPr>
        <p:spPr>
          <a:xfrm xmlns:a="http://schemas.openxmlformats.org/drawingml/2006/main" rot="18900000" flipH="1" flipV="1">
            <a:off x="1458099" y="2821883"/>
            <a:ext cx="426217" cy="16372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0" name="Forme libre : forme 29">
            <a:extLst xmlns:a="http://schemas.openxmlformats.org/drawingml/2006/main">
              <a:ext uri="{FF2B5EF4-FFF2-40B4-BE49-F238E27FC236}">
                <a16:creationId xmlns:a16="http://schemas.microsoft.com/office/drawing/2014/main" id="{DF4DDCE8-8975-0DE0-933B-141FB1EAC3C4}"/>
              </a:ext>
            </a:extLst>
          </p:cNvPr>
          <p:cNvSpPr>
            <a:spLocks xmlns:a="http://schemas.openxmlformats.org/drawingml/2006/main" noGrp="1"/>
          </p:cNvSpPr>
          <p:nvPr/>
        </p:nvSpPr>
        <p:spPr>
          <a:xfrm xmlns:a="http://schemas.openxmlformats.org/drawingml/2006/main" rot="18900000" flipH="1" flipV="1">
            <a:off x="1326853" y="2910437"/>
            <a:ext cx="163721" cy="426220"/>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6787484" y="2218046"/>
            <a:ext cx="5404516" cy="1615827"/>
          </a:xfrm>
        </p:spPr>
        <p:txBody>
          <a:bodyPr xmlns:a="http://schemas.openxmlformats.org/drawingml/2006/main" anchor="ctr"/>
          <a:lstStyle xmlns:a="http://schemas.openxmlformats.org/drawingml/2006/main">
            <a:lvl1pPr>
              <a:lnSpc>
                <a:spcPct val="100000"/>
              </a:lnSpc>
              <a:spcBef>
                <a:spcPts val="0"/>
              </a:spcBef>
              <a:buNone/>
              <a:defRPr sz="3500" b="1" cap="all" baseline="0">
                <a:solidFill>
                  <a:schemeClr val="bg1"/>
                </a:solidFill>
              </a:defRPr>
            </a:lvl1pPr>
          </a:lstStyle>
          <a:p xmlns:a="http://schemas.openxmlformats.org/drawingml/2006/main">
            <a:pPr lvl="0">
              <a:buNone/>
            </a:pPr>
            <a:r>
              <a:t>Titre de la partie </a:t>
            </a:r>
            <a:br/>
            <a:r>
              <a:t>sur deux lignes </a:t>
            </a:r>
            <a:br/>
            <a:r>
              <a:t>de texte ou plus</a:t>
            </a:r>
          </a:p>
        </p:txBody>
      </p:sp>
    </p:spTree>
  </p:cSld>
</p:sldLayout>
</file>

<file path=ppt/slideLayouts/slideLayout7.xml><?xml version="1.0" encoding="utf-8"?>
<p:sldLayout xmlns:p="http://schemas.openxmlformats.org/presentationml/2006/main" showMasterSp="0" preserve="1" userDrawn="1">
  <p:cSld name="V1 Chapitre Orange">
    <p:bg>
      <p:bgPr>
        <a:solidFill xmlns:a="http://schemas.openxmlformats.org/drawingml/2006/main">
          <a:schemeClr val="bg2"/>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3D61DBB9-EAC8-A330-6DEE-F793CA3EFE12}"/>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Forme libre : forme 25">
            <a:extLst xmlns:a="http://schemas.openxmlformats.org/drawingml/2006/main">
              <a:ext uri="{FF2B5EF4-FFF2-40B4-BE49-F238E27FC236}">
                <a16:creationId xmlns:a16="http://schemas.microsoft.com/office/drawing/2014/main" id="{6B8929F6-6444-1560-91FE-AB8CA56B7C10}"/>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Forme libre : forme 26">
            <a:extLst xmlns:a="http://schemas.openxmlformats.org/drawingml/2006/main">
              <a:ext uri="{FF2B5EF4-FFF2-40B4-BE49-F238E27FC236}">
                <a16:creationId xmlns:a16="http://schemas.microsoft.com/office/drawing/2014/main" id="{E5683B52-EA38-B696-097F-8D6808DA9645}"/>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8" name="Forme libre : forme 27">
            <a:extLst xmlns:a="http://schemas.openxmlformats.org/drawingml/2006/main">
              <a:ext uri="{FF2B5EF4-FFF2-40B4-BE49-F238E27FC236}">
                <a16:creationId xmlns:a16="http://schemas.microsoft.com/office/drawing/2014/main" id="{A169E282-B73E-11AC-97C6-84CDE8496F64}"/>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7D82BF40-E40F-B5BD-29F5-E598EA27268E}"/>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8972F18A-7CD8-DB91-61D9-AC9D8DED6563}"/>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1" name="Forme libre : forme 30">
            <a:extLst xmlns:a="http://schemas.openxmlformats.org/drawingml/2006/main">
              <a:ext uri="{FF2B5EF4-FFF2-40B4-BE49-F238E27FC236}">
                <a16:creationId xmlns:a16="http://schemas.microsoft.com/office/drawing/2014/main" id="{DEDB8E46-09B1-6132-E84E-A5FCF52720F0}"/>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0137B08C-A71B-2AD5-59E3-02E0CD3114F2}"/>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orme libre : forme 34">
            <a:extLst xmlns:a="http://schemas.openxmlformats.org/drawingml/2006/main">
              <a:ext uri="{FF2B5EF4-FFF2-40B4-BE49-F238E27FC236}">
                <a16:creationId xmlns:a16="http://schemas.microsoft.com/office/drawing/2014/main" id="{DEFC68A1-30F4-A5B8-BA7A-6DA936AA3F9D}"/>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orme libre : forme 35">
            <a:extLst xmlns:a="http://schemas.openxmlformats.org/drawingml/2006/main">
              <a:ext uri="{FF2B5EF4-FFF2-40B4-BE49-F238E27FC236}">
                <a16:creationId xmlns:a16="http://schemas.microsoft.com/office/drawing/2014/main" id="{563C8306-6FCC-CC67-A9B6-5151C938490E}"/>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orme libre : forme 36">
            <a:extLst xmlns:a="http://schemas.openxmlformats.org/drawingml/2006/main">
              <a:ext uri="{FF2B5EF4-FFF2-40B4-BE49-F238E27FC236}">
                <a16:creationId xmlns:a16="http://schemas.microsoft.com/office/drawing/2014/main" id="{36EB2B6F-AE31-A977-0A34-114147372479}"/>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orme libre : forme 37">
            <a:extLst xmlns:a="http://schemas.openxmlformats.org/drawingml/2006/main">
              <a:ext uri="{FF2B5EF4-FFF2-40B4-BE49-F238E27FC236}">
                <a16:creationId xmlns:a16="http://schemas.microsoft.com/office/drawing/2014/main" id="{CBA32D01-184C-4042-47ED-1F4673FBAD46}"/>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orme libre : forme 38">
            <a:extLst xmlns:a="http://schemas.openxmlformats.org/drawingml/2006/main">
              <a:ext uri="{FF2B5EF4-FFF2-40B4-BE49-F238E27FC236}">
                <a16:creationId xmlns:a16="http://schemas.microsoft.com/office/drawing/2014/main" id="{6DC2B282-603C-9117-C449-4E02ABFD1CF7}"/>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F05DD707-4187-0B21-F361-B8624F6791C9}"/>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6693D251-E1F7-49E3-8525-FE6D392B342F}"/>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5C381C98-D428-E23D-94F6-090B0AFE8A0B}"/>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A34D679A-3819-EEAB-301C-68792515AA00}"/>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FAA1514D-8879-BBE8-83BF-3ED46802F77C}"/>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71" name="Image 51"/>
          <p:cNvPicPr>
            <a:picLocks xmlns:a="http://schemas.openxmlformats.org/drawingml/2006/main" noChangeAspect="1"/>
          </p:cNvPicPr>
          <p:nvPr/>
        </p:nvPicPr>
        <p:blipFill>
          <a:blip xmlns:r="http://schemas.openxmlformats.org/officeDocument/2006/relationships" xmlns:a="http://schemas.openxmlformats.org/drawingml/2006/main" r:embed="Re91e1a0b1bfb4bf5"/>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5" name="Rectangle : avec coins arrondis en haut 4">
            <a:extLst xmlns:a="http://schemas.openxmlformats.org/drawingml/2006/main">
              <a:ext uri="{FF2B5EF4-FFF2-40B4-BE49-F238E27FC236}">
                <a16:creationId xmlns:a16="http://schemas.microsoft.com/office/drawing/2014/main" id="{97C8D201-623A-FEAF-A65D-4201CBD5190A}"/>
              </a:ext>
            </a:extLst>
          </p:cNvPr>
          <p:cNvSpPr>
            <a:spLocks xmlns:a="http://schemas.openxmlformats.org/drawingml/2006/main" noGrp="1"/>
          </p:cNvSpPr>
          <p:nvPr/>
        </p:nvSpPr>
        <p:spPr>
          <a:xfrm xmlns:a="http://schemas.openxmlformats.org/drawingml/2006/main" rot="16200000">
            <a:off x="6713824" y="-239005"/>
            <a:ext cx="4443306" cy="6513049"/>
          </a:xfrm>
          <a:prstGeom xmlns:a="http://schemas.openxmlformats.org/drawingml/2006/main" prst="round2SameRect">
            <a:avLst>
              <a:gd name="adj1" fmla="val 50000"/>
              <a:gd name="adj2" fmla="val 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551C0E94-F96C-729D-980B-BB20E4C05E2F}"/>
              </a:ext>
            </a:extLst>
          </p:cNvPr>
          <p:cNvSpPr>
            <a:spLocks xmlns:a="http://schemas.openxmlformats.org/drawingml/2006/main" noGrp="1"/>
          </p:cNvSpPr>
          <p:nvPr/>
        </p:nvSpPr>
        <p:spPr>
          <a:xfrm xmlns:a="http://schemas.openxmlformats.org/drawingml/2006/main" rot="0" flipH="0" flipV="0">
            <a:off x="1599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04E956AA-831B-6804-8175-A53B06EB839C}"/>
              </a:ext>
            </a:extLst>
          </p:cNvPr>
          <p:cNvSpPr>
            <a:spLocks xmlns:a="http://schemas.openxmlformats.org/drawingml/2006/main" noGrp="1"/>
          </p:cNvSpPr>
          <p:nvPr/>
        </p:nvSpPr>
        <p:spPr>
          <a:xfrm xmlns:a="http://schemas.openxmlformats.org/drawingml/2006/main" rot="0" flipH="0" flipV="0">
            <a:off x="2267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2AFC4464-5EE8-74B4-431B-39D817D06423}"/>
              </a:ext>
            </a:extLst>
          </p:cNvPr>
          <p:cNvSpPr>
            <a:spLocks xmlns:a="http://schemas.openxmlformats.org/drawingml/2006/main" noGrp="1"/>
          </p:cNvSpPr>
          <p:nvPr/>
        </p:nvSpPr>
        <p:spPr>
          <a:xfrm xmlns:a="http://schemas.openxmlformats.org/drawingml/2006/main" rot="0" flipH="0" flipV="0">
            <a:off x="2267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FEEF9A8-492C-4E47-8982-9A5F233DB7D0}"/>
              </a:ext>
            </a:extLst>
          </p:cNvPr>
          <p:cNvSpPr>
            <a:spLocks xmlns:a="http://schemas.openxmlformats.org/drawingml/2006/main" noGrp="1"/>
          </p:cNvSpPr>
          <p:nvPr/>
        </p:nvSpPr>
        <p:spPr>
          <a:xfrm xmlns:a="http://schemas.openxmlformats.org/drawingml/2006/main" rot="0" flipH="0" flipV="0">
            <a:off x="2691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59E7F46E-4E29-E020-E332-6AE999E36DAF}"/>
              </a:ext>
            </a:extLst>
          </p:cNvPr>
          <p:cNvSpPr>
            <a:spLocks xmlns:a="http://schemas.openxmlformats.org/drawingml/2006/main" noGrp="1"/>
          </p:cNvSpPr>
          <p:nvPr/>
        </p:nvSpPr>
        <p:spPr>
          <a:xfrm xmlns:a="http://schemas.openxmlformats.org/drawingml/2006/main" rot="0" flipH="0" flipV="0">
            <a:off x="3276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4A92D264-F698-2EFF-4E7D-CAC9BC301E4C}"/>
              </a:ext>
            </a:extLst>
          </p:cNvPr>
          <p:cNvSpPr>
            <a:spLocks xmlns:a="http://schemas.openxmlformats.org/drawingml/2006/main" noGrp="1"/>
          </p:cNvSpPr>
          <p:nvPr/>
        </p:nvSpPr>
        <p:spPr>
          <a:xfrm xmlns:a="http://schemas.openxmlformats.org/drawingml/2006/main" rot="0" flipH="0" flipV="0">
            <a:off x="1706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069CA81-6C51-D717-2AB3-D3A93C4F4231}"/>
              </a:ext>
            </a:extLst>
          </p:cNvPr>
          <p:cNvSpPr>
            <a:spLocks xmlns:a="http://schemas.openxmlformats.org/drawingml/2006/main" noGrp="1"/>
          </p:cNvSpPr>
          <p:nvPr/>
        </p:nvSpPr>
        <p:spPr>
          <a:xfrm xmlns:a="http://schemas.openxmlformats.org/drawingml/2006/main" rot="0" flipH="0" flipV="0">
            <a:off x="1760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7B63FBC8-8BEC-208E-ADCD-2F8C02C1D37D}"/>
              </a:ext>
            </a:extLst>
          </p:cNvPr>
          <p:cNvSpPr>
            <a:spLocks xmlns:a="http://schemas.openxmlformats.org/drawingml/2006/main" noGrp="1"/>
          </p:cNvSpPr>
          <p:nvPr/>
        </p:nvSpPr>
        <p:spPr>
          <a:xfrm xmlns:a="http://schemas.openxmlformats.org/drawingml/2006/main" rot="0" flipH="0" flipV="0">
            <a:off x="1989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5E708F34-49A4-30E3-0CFD-0A034D83C27A}"/>
              </a:ext>
            </a:extLst>
          </p:cNvPr>
          <p:cNvSpPr>
            <a:spLocks xmlns:a="http://schemas.openxmlformats.org/drawingml/2006/main" noGrp="1"/>
          </p:cNvSpPr>
          <p:nvPr/>
        </p:nvSpPr>
        <p:spPr>
          <a:xfrm xmlns:a="http://schemas.openxmlformats.org/drawingml/2006/main" rot="0" flipH="0" flipV="0">
            <a:off x="2139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D27B0C3B-9318-C736-86A5-32B6DDFDBA44}"/>
              </a:ext>
            </a:extLst>
          </p:cNvPr>
          <p:cNvSpPr>
            <a:spLocks xmlns:a="http://schemas.openxmlformats.org/drawingml/2006/main" noGrp="1"/>
          </p:cNvSpPr>
          <p:nvPr/>
        </p:nvSpPr>
        <p:spPr>
          <a:xfrm xmlns:a="http://schemas.openxmlformats.org/drawingml/2006/main" rot="0" flipH="0" flipV="0">
            <a:off x="2326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40CFF533-D8DF-D04D-A7CC-DA5B60432289}"/>
              </a:ext>
            </a:extLst>
          </p:cNvPr>
          <p:cNvSpPr>
            <a:spLocks xmlns:a="http://schemas.openxmlformats.org/drawingml/2006/main" noGrp="1"/>
          </p:cNvSpPr>
          <p:nvPr/>
        </p:nvSpPr>
        <p:spPr>
          <a:xfrm xmlns:a="http://schemas.openxmlformats.org/drawingml/2006/main" rot="0" flipH="0" flipV="0">
            <a:off x="2578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D547FEC6-DD5B-3FF6-93AC-D059811240DB}"/>
              </a:ext>
            </a:extLst>
          </p:cNvPr>
          <p:cNvSpPr>
            <a:spLocks xmlns:a="http://schemas.openxmlformats.org/drawingml/2006/main" noGrp="1"/>
          </p:cNvSpPr>
          <p:nvPr/>
        </p:nvSpPr>
        <p:spPr>
          <a:xfrm xmlns:a="http://schemas.openxmlformats.org/drawingml/2006/main" rot="0" flipH="0" flipV="0">
            <a:off x="2713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1FE661A-972A-E870-E9EF-EBF3454741E9}"/>
              </a:ext>
            </a:extLst>
          </p:cNvPr>
          <p:cNvSpPr>
            <a:spLocks xmlns:a="http://schemas.openxmlformats.org/drawingml/2006/main" noGrp="1"/>
          </p:cNvSpPr>
          <p:nvPr/>
        </p:nvSpPr>
        <p:spPr>
          <a:xfrm xmlns:a="http://schemas.openxmlformats.org/drawingml/2006/main" rot="0" flipH="0" flipV="0">
            <a:off x="2853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35DF55AD-3406-931A-312F-757664B74C0C}"/>
              </a:ext>
            </a:extLst>
          </p:cNvPr>
          <p:cNvSpPr>
            <a:spLocks xmlns:a="http://schemas.openxmlformats.org/drawingml/2006/main" noGrp="1"/>
          </p:cNvSpPr>
          <p:nvPr/>
        </p:nvSpPr>
        <p:spPr>
          <a:xfrm xmlns:a="http://schemas.openxmlformats.org/drawingml/2006/main" rot="0" flipH="0" flipV="0">
            <a:off x="2995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1AC46E18-CD13-48FA-4B1B-8B9F4FED0A71}"/>
              </a:ext>
            </a:extLst>
          </p:cNvPr>
          <p:cNvSpPr>
            <a:spLocks xmlns:a="http://schemas.openxmlformats.org/drawingml/2006/main" noGrp="1"/>
          </p:cNvSpPr>
          <p:nvPr/>
        </p:nvSpPr>
        <p:spPr>
          <a:xfrm xmlns:a="http://schemas.openxmlformats.org/drawingml/2006/main" rot="0" flipH="0" flipV="0">
            <a:off x="3070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247630CA-0839-0080-DB02-C2FDA038C404}"/>
              </a:ext>
            </a:extLst>
          </p:cNvPr>
          <p:cNvSpPr>
            <a:spLocks xmlns:a="http://schemas.openxmlformats.org/drawingml/2006/main" noGrp="1"/>
          </p:cNvSpPr>
          <p:nvPr/>
        </p:nvSpPr>
        <p:spPr>
          <a:xfrm xmlns:a="http://schemas.openxmlformats.org/drawingml/2006/main" rot="0" flipH="0" flipV="0">
            <a:off x="3217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C04EE1B9-4092-8456-71BA-9E5B8F71F157}"/>
              </a:ext>
            </a:extLst>
          </p:cNvPr>
          <p:cNvSpPr>
            <a:spLocks xmlns:a="http://schemas.openxmlformats.org/drawingml/2006/main" noGrp="1"/>
          </p:cNvSpPr>
          <p:nvPr/>
        </p:nvSpPr>
        <p:spPr>
          <a:xfrm xmlns:a="http://schemas.openxmlformats.org/drawingml/2006/main" rot="0" flipH="0" flipV="0">
            <a:off x="3314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6787484" y="2218046"/>
            <a:ext cx="5404516" cy="1615827"/>
          </a:xfrm>
        </p:spPr>
        <p:txBody>
          <a:bodyPr xmlns:a="http://schemas.openxmlformats.org/drawingml/2006/main" anchor="ctr"/>
          <a:lstStyle xmlns:a="http://schemas.openxmlformats.org/drawingml/2006/main">
            <a:lvl1pPr>
              <a:lnSpc>
                <a:spcPct val="100000"/>
              </a:lnSpc>
              <a:spcBef>
                <a:spcPts val="0"/>
              </a:spcBef>
              <a:buNone/>
              <a:defRPr sz="3500" b="1" cap="all" baseline="0">
                <a:solidFill>
                  <a:schemeClr val="bg1"/>
                </a:solidFill>
              </a:defRPr>
            </a:lvl1pPr>
          </a:lstStyle>
          <a:p xmlns:a="http://schemas.openxmlformats.org/drawingml/2006/main">
            <a:pPr lvl="0">
              <a:buNone/>
            </a:pPr>
            <a:r>
              <a:t>Titre de la partie </a:t>
            </a:r>
            <a:br/>
            <a:r>
              <a:t>sur deux lignes </a:t>
            </a:r>
            <a:br/>
            <a:r>
              <a:t>de texte ou plus</a:t>
            </a:r>
          </a:p>
        </p:txBody>
      </p:sp>
      <p:sp>
        <p:nvSpPr>
          <p:cNvPr id="41" name="Forme libre : forme 40">
            <a:extLst xmlns:a="http://schemas.openxmlformats.org/drawingml/2006/main">
              <a:ext uri="{FF2B5EF4-FFF2-40B4-BE49-F238E27FC236}">
                <a16:creationId xmlns:a16="http://schemas.microsoft.com/office/drawing/2014/main" id="{1073BED1-E6B4-00B7-CF27-71F9C659FB92}"/>
              </a:ext>
            </a:extLst>
          </p:cNvPr>
          <p:cNvSpPr>
            <a:spLocks xmlns:a="http://schemas.openxmlformats.org/drawingml/2006/main" noGrp="1"/>
          </p:cNvSpPr>
          <p:nvPr/>
        </p:nvSpPr>
        <p:spPr>
          <a:xfrm xmlns:a="http://schemas.openxmlformats.org/drawingml/2006/main" rot="18900000" flipH="1" flipV="1">
            <a:off x="1853739" y="2931931"/>
            <a:ext cx="161542" cy="161542"/>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5">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2" name="Forme libre : forme 41">
            <a:extLst xmlns:a="http://schemas.openxmlformats.org/drawingml/2006/main">
              <a:ext uri="{FF2B5EF4-FFF2-40B4-BE49-F238E27FC236}">
                <a16:creationId xmlns:a16="http://schemas.microsoft.com/office/drawing/2014/main" id="{44B4224F-4469-E2FC-3F2C-7FD216A50659}"/>
              </a:ext>
            </a:extLst>
          </p:cNvPr>
          <p:cNvSpPr>
            <a:spLocks xmlns:a="http://schemas.openxmlformats.org/drawingml/2006/main" noGrp="1"/>
          </p:cNvSpPr>
          <p:nvPr/>
        </p:nvSpPr>
        <p:spPr>
          <a:xfrm xmlns:a="http://schemas.openxmlformats.org/drawingml/2006/main" rot="18900000" flipH="1" flipV="1">
            <a:off x="1875282" y="2823071"/>
            <a:ext cx="421479" cy="16190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Forme libre : forme 42">
            <a:extLst xmlns:a="http://schemas.openxmlformats.org/drawingml/2006/main">
              <a:ext uri="{FF2B5EF4-FFF2-40B4-BE49-F238E27FC236}">
                <a16:creationId xmlns:a16="http://schemas.microsoft.com/office/drawing/2014/main" id="{A5BC1D13-219D-9999-E55C-EF8FC8892EF7}"/>
              </a:ext>
            </a:extLst>
          </p:cNvPr>
          <p:cNvSpPr>
            <a:spLocks xmlns:a="http://schemas.openxmlformats.org/drawingml/2006/main" noGrp="1"/>
          </p:cNvSpPr>
          <p:nvPr/>
        </p:nvSpPr>
        <p:spPr>
          <a:xfrm xmlns:a="http://schemas.openxmlformats.org/drawingml/2006/main" rot="18900000" flipH="1" flipV="1">
            <a:off x="1745494" y="2910640"/>
            <a:ext cx="161901" cy="421483"/>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4" name="Forme libre : forme 43">
            <a:extLst xmlns:a="http://schemas.openxmlformats.org/drawingml/2006/main">
              <a:ext uri="{FF2B5EF4-FFF2-40B4-BE49-F238E27FC236}">
                <a16:creationId xmlns:a16="http://schemas.microsoft.com/office/drawing/2014/main" id="{A7A119CC-C439-3A56-049C-EAFEFA547C12}"/>
              </a:ext>
            </a:extLst>
          </p:cNvPr>
          <p:cNvSpPr>
            <a:spLocks xmlns:a="http://schemas.openxmlformats.org/drawingml/2006/main" noGrp="1"/>
          </p:cNvSpPr>
          <p:nvPr/>
        </p:nvSpPr>
        <p:spPr>
          <a:xfrm xmlns:a="http://schemas.openxmlformats.org/drawingml/2006/main" rot="18900000" flipH="1" flipV="1">
            <a:off x="1472294" y="2931931"/>
            <a:ext cx="161542" cy="161542"/>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5">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5" name="Forme libre : forme 44">
            <a:extLst xmlns:a="http://schemas.openxmlformats.org/drawingml/2006/main">
              <a:ext uri="{FF2B5EF4-FFF2-40B4-BE49-F238E27FC236}">
                <a16:creationId xmlns:a16="http://schemas.microsoft.com/office/drawing/2014/main" id="{A134C14E-86D8-F7D0-CF56-4EF68CF0E8CB}"/>
              </a:ext>
            </a:extLst>
          </p:cNvPr>
          <p:cNvSpPr>
            <a:spLocks xmlns:a="http://schemas.openxmlformats.org/drawingml/2006/main" noGrp="1"/>
          </p:cNvSpPr>
          <p:nvPr/>
        </p:nvSpPr>
        <p:spPr>
          <a:xfrm xmlns:a="http://schemas.openxmlformats.org/drawingml/2006/main" rot="18900000" flipH="1" flipV="1">
            <a:off x="1493837" y="2823071"/>
            <a:ext cx="421479" cy="16190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6" name="Forme libre : forme 45">
            <a:extLst xmlns:a="http://schemas.openxmlformats.org/drawingml/2006/main">
              <a:ext uri="{FF2B5EF4-FFF2-40B4-BE49-F238E27FC236}">
                <a16:creationId xmlns:a16="http://schemas.microsoft.com/office/drawing/2014/main" id="{E69B1336-542C-39C8-E879-43B5F3268B1B}"/>
              </a:ext>
            </a:extLst>
          </p:cNvPr>
          <p:cNvSpPr>
            <a:spLocks xmlns:a="http://schemas.openxmlformats.org/drawingml/2006/main" noGrp="1"/>
          </p:cNvSpPr>
          <p:nvPr/>
        </p:nvSpPr>
        <p:spPr>
          <a:xfrm xmlns:a="http://schemas.openxmlformats.org/drawingml/2006/main" rot="18900000" flipH="1" flipV="1">
            <a:off x="1364049" y="2910640"/>
            <a:ext cx="161901" cy="421483"/>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showMasterSp="0" preserve="1" userDrawn="1">
  <p:cSld name="V1 Chapitre Rose">
    <p:bg>
      <p:bgPr>
        <a:solidFill xmlns:a="http://schemas.openxmlformats.org/drawingml/2006/main">
          <a:schemeClr val="bg2"/>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9F7D3E8F-1849-8561-09FE-35A1E73C8066}"/>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Forme libre : forme 25">
            <a:extLst xmlns:a="http://schemas.openxmlformats.org/drawingml/2006/main">
              <a:ext uri="{FF2B5EF4-FFF2-40B4-BE49-F238E27FC236}">
                <a16:creationId xmlns:a16="http://schemas.microsoft.com/office/drawing/2014/main" id="{984A7C82-4CCA-14B6-CC5E-86A0D488C7C9}"/>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Forme libre : forme 26">
            <a:extLst xmlns:a="http://schemas.openxmlformats.org/drawingml/2006/main">
              <a:ext uri="{FF2B5EF4-FFF2-40B4-BE49-F238E27FC236}">
                <a16:creationId xmlns:a16="http://schemas.microsoft.com/office/drawing/2014/main" id="{F288FFA7-4A52-109E-8AF9-3BF617DB4B4F}"/>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8" name="Forme libre : forme 27">
            <a:extLst xmlns:a="http://schemas.openxmlformats.org/drawingml/2006/main">
              <a:ext uri="{FF2B5EF4-FFF2-40B4-BE49-F238E27FC236}">
                <a16:creationId xmlns:a16="http://schemas.microsoft.com/office/drawing/2014/main" id="{4D0FC09C-B74A-1556-3DCA-C65AEB52BC7F}"/>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F2DB72DC-5CCD-4105-3862-44E1DCCB4AE1}"/>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3CC795E6-0DCA-7A20-CCDD-3661FCB5643D}"/>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1" name="Forme libre : forme 30">
            <a:extLst xmlns:a="http://schemas.openxmlformats.org/drawingml/2006/main">
              <a:ext uri="{FF2B5EF4-FFF2-40B4-BE49-F238E27FC236}">
                <a16:creationId xmlns:a16="http://schemas.microsoft.com/office/drawing/2014/main" id="{3E41CA20-42FE-9FE7-1CD4-A2709674345D}"/>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7F5A2EF1-0A38-85A2-8A56-EB49244B1527}"/>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orme libre : forme 34">
            <a:extLst xmlns:a="http://schemas.openxmlformats.org/drawingml/2006/main">
              <a:ext uri="{FF2B5EF4-FFF2-40B4-BE49-F238E27FC236}">
                <a16:creationId xmlns:a16="http://schemas.microsoft.com/office/drawing/2014/main" id="{E5F1968B-7C5D-D4B5-3CEF-BAF5F23242EC}"/>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orme libre : forme 35">
            <a:extLst xmlns:a="http://schemas.openxmlformats.org/drawingml/2006/main">
              <a:ext uri="{FF2B5EF4-FFF2-40B4-BE49-F238E27FC236}">
                <a16:creationId xmlns:a16="http://schemas.microsoft.com/office/drawing/2014/main" id="{A9C000D7-28D4-4E5D-C798-9CDF21860E5A}"/>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orme libre : forme 36">
            <a:extLst xmlns:a="http://schemas.openxmlformats.org/drawingml/2006/main">
              <a:ext uri="{FF2B5EF4-FFF2-40B4-BE49-F238E27FC236}">
                <a16:creationId xmlns:a16="http://schemas.microsoft.com/office/drawing/2014/main" id="{2D3289AF-6C4F-4F7C-8359-D2429BDF3203}"/>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orme libre : forme 37">
            <a:extLst xmlns:a="http://schemas.openxmlformats.org/drawingml/2006/main">
              <a:ext uri="{FF2B5EF4-FFF2-40B4-BE49-F238E27FC236}">
                <a16:creationId xmlns:a16="http://schemas.microsoft.com/office/drawing/2014/main" id="{D0EE1C02-1DF7-1FC3-B57C-8DF245B78BFC}"/>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orme libre : forme 38">
            <a:extLst xmlns:a="http://schemas.openxmlformats.org/drawingml/2006/main">
              <a:ext uri="{FF2B5EF4-FFF2-40B4-BE49-F238E27FC236}">
                <a16:creationId xmlns:a16="http://schemas.microsoft.com/office/drawing/2014/main" id="{993DF943-3A00-A9F8-B983-25B278B5FE09}"/>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025A53E9-EF8D-7192-DF08-3BBDC8EDD192}"/>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81006AE3-2F43-25BF-291D-2A527A8B6555}"/>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11AE01CC-9C1A-B2CD-FBB4-9F2DF3E5E646}"/>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EA8BA7F5-856C-AB9F-511C-AA5B9FFBE7CC}"/>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38FC86D1-7933-949C-5CC7-4FD0A46DDD55}"/>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71" name="Image 51"/>
          <p:cNvPicPr>
            <a:picLocks xmlns:a="http://schemas.openxmlformats.org/drawingml/2006/main" noChangeAspect="1"/>
          </p:cNvPicPr>
          <p:nvPr/>
        </p:nvPicPr>
        <p:blipFill>
          <a:blip xmlns:r="http://schemas.openxmlformats.org/officeDocument/2006/relationships" xmlns:a="http://schemas.openxmlformats.org/drawingml/2006/main" r:embed="R17f8e746e6d7470b"/>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5" name="Rectangle : avec coins arrondis en haut 4">
            <a:extLst xmlns:a="http://schemas.openxmlformats.org/drawingml/2006/main">
              <a:ext uri="{FF2B5EF4-FFF2-40B4-BE49-F238E27FC236}">
                <a16:creationId xmlns:a16="http://schemas.microsoft.com/office/drawing/2014/main" id="{97C8D201-623A-FEAF-A65D-4201CBD5190A}"/>
              </a:ext>
            </a:extLst>
          </p:cNvPr>
          <p:cNvSpPr>
            <a:spLocks xmlns:a="http://schemas.openxmlformats.org/drawingml/2006/main" noGrp="1"/>
          </p:cNvSpPr>
          <p:nvPr/>
        </p:nvSpPr>
        <p:spPr>
          <a:xfrm xmlns:a="http://schemas.openxmlformats.org/drawingml/2006/main" rot="16200000">
            <a:off x="6713824" y="-239005"/>
            <a:ext cx="4443306" cy="6513049"/>
          </a:xfrm>
          <a:prstGeom xmlns:a="http://schemas.openxmlformats.org/drawingml/2006/main" prst="round2SameRect">
            <a:avLst>
              <a:gd name="adj1" fmla="val 50000"/>
              <a:gd name="adj2" fmla="val 0"/>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551C0E94-F96C-729D-980B-BB20E4C05E2F}"/>
              </a:ext>
            </a:extLst>
          </p:cNvPr>
          <p:cNvSpPr>
            <a:spLocks xmlns:a="http://schemas.openxmlformats.org/drawingml/2006/main" noGrp="1"/>
          </p:cNvSpPr>
          <p:nvPr/>
        </p:nvSpPr>
        <p:spPr>
          <a:xfrm xmlns:a="http://schemas.openxmlformats.org/drawingml/2006/main" rot="0" flipH="0" flipV="0">
            <a:off x="1599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04E956AA-831B-6804-8175-A53B06EB839C}"/>
              </a:ext>
            </a:extLst>
          </p:cNvPr>
          <p:cNvSpPr>
            <a:spLocks xmlns:a="http://schemas.openxmlformats.org/drawingml/2006/main" noGrp="1"/>
          </p:cNvSpPr>
          <p:nvPr/>
        </p:nvSpPr>
        <p:spPr>
          <a:xfrm xmlns:a="http://schemas.openxmlformats.org/drawingml/2006/main" rot="0" flipH="0" flipV="0">
            <a:off x="2267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2AFC4464-5EE8-74B4-431B-39D817D06423}"/>
              </a:ext>
            </a:extLst>
          </p:cNvPr>
          <p:cNvSpPr>
            <a:spLocks xmlns:a="http://schemas.openxmlformats.org/drawingml/2006/main" noGrp="1"/>
          </p:cNvSpPr>
          <p:nvPr/>
        </p:nvSpPr>
        <p:spPr>
          <a:xfrm xmlns:a="http://schemas.openxmlformats.org/drawingml/2006/main" rot="0" flipH="0" flipV="0">
            <a:off x="2267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FEEF9A8-492C-4E47-8982-9A5F233DB7D0}"/>
              </a:ext>
            </a:extLst>
          </p:cNvPr>
          <p:cNvSpPr>
            <a:spLocks xmlns:a="http://schemas.openxmlformats.org/drawingml/2006/main" noGrp="1"/>
          </p:cNvSpPr>
          <p:nvPr/>
        </p:nvSpPr>
        <p:spPr>
          <a:xfrm xmlns:a="http://schemas.openxmlformats.org/drawingml/2006/main" rot="0" flipH="0" flipV="0">
            <a:off x="2691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59E7F46E-4E29-E020-E332-6AE999E36DAF}"/>
              </a:ext>
            </a:extLst>
          </p:cNvPr>
          <p:cNvSpPr>
            <a:spLocks xmlns:a="http://schemas.openxmlformats.org/drawingml/2006/main" noGrp="1"/>
          </p:cNvSpPr>
          <p:nvPr/>
        </p:nvSpPr>
        <p:spPr>
          <a:xfrm xmlns:a="http://schemas.openxmlformats.org/drawingml/2006/main" rot="0" flipH="0" flipV="0">
            <a:off x="3276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4A92D264-F698-2EFF-4E7D-CAC9BC301E4C}"/>
              </a:ext>
            </a:extLst>
          </p:cNvPr>
          <p:cNvSpPr>
            <a:spLocks xmlns:a="http://schemas.openxmlformats.org/drawingml/2006/main" noGrp="1"/>
          </p:cNvSpPr>
          <p:nvPr/>
        </p:nvSpPr>
        <p:spPr>
          <a:xfrm xmlns:a="http://schemas.openxmlformats.org/drawingml/2006/main" rot="0" flipH="0" flipV="0">
            <a:off x="1706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069CA81-6C51-D717-2AB3-D3A93C4F4231}"/>
              </a:ext>
            </a:extLst>
          </p:cNvPr>
          <p:cNvSpPr>
            <a:spLocks xmlns:a="http://schemas.openxmlformats.org/drawingml/2006/main" noGrp="1"/>
          </p:cNvSpPr>
          <p:nvPr/>
        </p:nvSpPr>
        <p:spPr>
          <a:xfrm xmlns:a="http://schemas.openxmlformats.org/drawingml/2006/main" rot="0" flipH="0" flipV="0">
            <a:off x="1760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7B63FBC8-8BEC-208E-ADCD-2F8C02C1D37D}"/>
              </a:ext>
            </a:extLst>
          </p:cNvPr>
          <p:cNvSpPr>
            <a:spLocks xmlns:a="http://schemas.openxmlformats.org/drawingml/2006/main" noGrp="1"/>
          </p:cNvSpPr>
          <p:nvPr/>
        </p:nvSpPr>
        <p:spPr>
          <a:xfrm xmlns:a="http://schemas.openxmlformats.org/drawingml/2006/main" rot="0" flipH="0" flipV="0">
            <a:off x="1989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5E708F34-49A4-30E3-0CFD-0A034D83C27A}"/>
              </a:ext>
            </a:extLst>
          </p:cNvPr>
          <p:cNvSpPr>
            <a:spLocks xmlns:a="http://schemas.openxmlformats.org/drawingml/2006/main" noGrp="1"/>
          </p:cNvSpPr>
          <p:nvPr/>
        </p:nvSpPr>
        <p:spPr>
          <a:xfrm xmlns:a="http://schemas.openxmlformats.org/drawingml/2006/main" rot="0" flipH="0" flipV="0">
            <a:off x="2139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D27B0C3B-9318-C736-86A5-32B6DDFDBA44}"/>
              </a:ext>
            </a:extLst>
          </p:cNvPr>
          <p:cNvSpPr>
            <a:spLocks xmlns:a="http://schemas.openxmlformats.org/drawingml/2006/main" noGrp="1"/>
          </p:cNvSpPr>
          <p:nvPr/>
        </p:nvSpPr>
        <p:spPr>
          <a:xfrm xmlns:a="http://schemas.openxmlformats.org/drawingml/2006/main" rot="0" flipH="0" flipV="0">
            <a:off x="2326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40CFF533-D8DF-D04D-A7CC-DA5B60432289}"/>
              </a:ext>
            </a:extLst>
          </p:cNvPr>
          <p:cNvSpPr>
            <a:spLocks xmlns:a="http://schemas.openxmlformats.org/drawingml/2006/main" noGrp="1"/>
          </p:cNvSpPr>
          <p:nvPr/>
        </p:nvSpPr>
        <p:spPr>
          <a:xfrm xmlns:a="http://schemas.openxmlformats.org/drawingml/2006/main" rot="0" flipH="0" flipV="0">
            <a:off x="2578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D547FEC6-DD5B-3FF6-93AC-D059811240DB}"/>
              </a:ext>
            </a:extLst>
          </p:cNvPr>
          <p:cNvSpPr>
            <a:spLocks xmlns:a="http://schemas.openxmlformats.org/drawingml/2006/main" noGrp="1"/>
          </p:cNvSpPr>
          <p:nvPr/>
        </p:nvSpPr>
        <p:spPr>
          <a:xfrm xmlns:a="http://schemas.openxmlformats.org/drawingml/2006/main" rot="0" flipH="0" flipV="0">
            <a:off x="2713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1FE661A-972A-E870-E9EF-EBF3454741E9}"/>
              </a:ext>
            </a:extLst>
          </p:cNvPr>
          <p:cNvSpPr>
            <a:spLocks xmlns:a="http://schemas.openxmlformats.org/drawingml/2006/main" noGrp="1"/>
          </p:cNvSpPr>
          <p:nvPr/>
        </p:nvSpPr>
        <p:spPr>
          <a:xfrm xmlns:a="http://schemas.openxmlformats.org/drawingml/2006/main" rot="0" flipH="0" flipV="0">
            <a:off x="2853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35DF55AD-3406-931A-312F-757664B74C0C}"/>
              </a:ext>
            </a:extLst>
          </p:cNvPr>
          <p:cNvSpPr>
            <a:spLocks xmlns:a="http://schemas.openxmlformats.org/drawingml/2006/main" noGrp="1"/>
          </p:cNvSpPr>
          <p:nvPr/>
        </p:nvSpPr>
        <p:spPr>
          <a:xfrm xmlns:a="http://schemas.openxmlformats.org/drawingml/2006/main" rot="0" flipH="0" flipV="0">
            <a:off x="2995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1AC46E18-CD13-48FA-4B1B-8B9F4FED0A71}"/>
              </a:ext>
            </a:extLst>
          </p:cNvPr>
          <p:cNvSpPr>
            <a:spLocks xmlns:a="http://schemas.openxmlformats.org/drawingml/2006/main" noGrp="1"/>
          </p:cNvSpPr>
          <p:nvPr/>
        </p:nvSpPr>
        <p:spPr>
          <a:xfrm xmlns:a="http://schemas.openxmlformats.org/drawingml/2006/main" rot="0" flipH="0" flipV="0">
            <a:off x="3070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247630CA-0839-0080-DB02-C2FDA038C404}"/>
              </a:ext>
            </a:extLst>
          </p:cNvPr>
          <p:cNvSpPr>
            <a:spLocks xmlns:a="http://schemas.openxmlformats.org/drawingml/2006/main" noGrp="1"/>
          </p:cNvSpPr>
          <p:nvPr/>
        </p:nvSpPr>
        <p:spPr>
          <a:xfrm xmlns:a="http://schemas.openxmlformats.org/drawingml/2006/main" rot="0" flipH="0" flipV="0">
            <a:off x="3217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C04EE1B9-4092-8456-71BA-9E5B8F71F157}"/>
              </a:ext>
            </a:extLst>
          </p:cNvPr>
          <p:cNvSpPr>
            <a:spLocks xmlns:a="http://schemas.openxmlformats.org/drawingml/2006/main" noGrp="1"/>
          </p:cNvSpPr>
          <p:nvPr/>
        </p:nvSpPr>
        <p:spPr>
          <a:xfrm xmlns:a="http://schemas.openxmlformats.org/drawingml/2006/main" rot="0" flipH="0" flipV="0">
            <a:off x="3314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6787484" y="2218046"/>
            <a:ext cx="5404516" cy="1615827"/>
          </a:xfrm>
        </p:spPr>
        <p:txBody>
          <a:bodyPr xmlns:a="http://schemas.openxmlformats.org/drawingml/2006/main" anchor="ctr"/>
          <a:lstStyle xmlns:a="http://schemas.openxmlformats.org/drawingml/2006/main">
            <a:lvl1pPr>
              <a:lnSpc>
                <a:spcPct val="100000"/>
              </a:lnSpc>
              <a:spcBef>
                <a:spcPts val="0"/>
              </a:spcBef>
              <a:buNone/>
              <a:defRPr sz="3500" b="1" cap="all" baseline="0">
                <a:solidFill>
                  <a:schemeClr val="bg1"/>
                </a:solidFill>
              </a:defRPr>
            </a:lvl1pPr>
          </a:lstStyle>
          <a:p xmlns:a="http://schemas.openxmlformats.org/drawingml/2006/main">
            <a:pPr lvl="0">
              <a:buNone/>
            </a:pPr>
            <a:r>
              <a:t>Titre de la partie </a:t>
            </a:r>
            <a:br/>
            <a:r>
              <a:t>sur deux lignes </a:t>
            </a:r>
            <a:br/>
            <a:r>
              <a:t>de texte ou plus</a:t>
            </a:r>
          </a:p>
        </p:txBody>
      </p:sp>
      <p:sp>
        <p:nvSpPr>
          <p:cNvPr id="41" name="Forme libre : forme 40">
            <a:extLst xmlns:a="http://schemas.openxmlformats.org/drawingml/2006/main">
              <a:ext uri="{FF2B5EF4-FFF2-40B4-BE49-F238E27FC236}">
                <a16:creationId xmlns:a16="http://schemas.microsoft.com/office/drawing/2014/main" id="{E94B4222-A394-FC9C-2908-A291CAB75662}"/>
              </a:ext>
            </a:extLst>
          </p:cNvPr>
          <p:cNvSpPr>
            <a:spLocks xmlns:a="http://schemas.openxmlformats.org/drawingml/2006/main" noGrp="1"/>
          </p:cNvSpPr>
          <p:nvPr/>
        </p:nvSpPr>
        <p:spPr>
          <a:xfrm xmlns:a="http://schemas.openxmlformats.org/drawingml/2006/main" rot="18900000" flipH="1" flipV="1">
            <a:off x="1822040" y="2931968"/>
            <a:ext cx="163358" cy="163358"/>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2" name="Forme libre : forme 41">
            <a:extLst xmlns:a="http://schemas.openxmlformats.org/drawingml/2006/main">
              <a:ext uri="{FF2B5EF4-FFF2-40B4-BE49-F238E27FC236}">
                <a16:creationId xmlns:a16="http://schemas.microsoft.com/office/drawing/2014/main" id="{5457602A-1C72-89BA-8F65-B63CF5416CF3}"/>
              </a:ext>
            </a:extLst>
          </p:cNvPr>
          <p:cNvSpPr>
            <a:spLocks xmlns:a="http://schemas.openxmlformats.org/drawingml/2006/main" noGrp="1"/>
          </p:cNvSpPr>
          <p:nvPr/>
        </p:nvSpPr>
        <p:spPr>
          <a:xfrm xmlns:a="http://schemas.openxmlformats.org/drawingml/2006/main" rot="18900000" flipH="1" flipV="1">
            <a:off x="1843824" y="2821884"/>
            <a:ext cx="426218" cy="16372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Forme libre : forme 42">
            <a:extLst xmlns:a="http://schemas.openxmlformats.org/drawingml/2006/main">
              <a:ext uri="{FF2B5EF4-FFF2-40B4-BE49-F238E27FC236}">
                <a16:creationId xmlns:a16="http://schemas.microsoft.com/office/drawing/2014/main" id="{833EDA31-A7C2-9B6E-76DD-EAF9B36DFD61}"/>
              </a:ext>
            </a:extLst>
          </p:cNvPr>
          <p:cNvSpPr>
            <a:spLocks xmlns:a="http://schemas.openxmlformats.org/drawingml/2006/main" noGrp="1"/>
          </p:cNvSpPr>
          <p:nvPr/>
        </p:nvSpPr>
        <p:spPr>
          <a:xfrm xmlns:a="http://schemas.openxmlformats.org/drawingml/2006/main" rot="18900000" flipH="1" flipV="1">
            <a:off x="1712578" y="2910438"/>
            <a:ext cx="163722" cy="426220"/>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4" name="Forme libre : forme 43">
            <a:extLst xmlns:a="http://schemas.openxmlformats.org/drawingml/2006/main">
              <a:ext uri="{FF2B5EF4-FFF2-40B4-BE49-F238E27FC236}">
                <a16:creationId xmlns:a16="http://schemas.microsoft.com/office/drawing/2014/main" id="{609B8C29-32F8-EB0F-8D4E-7BBC0476E4E4}"/>
              </a:ext>
            </a:extLst>
          </p:cNvPr>
          <p:cNvSpPr>
            <a:spLocks xmlns:a="http://schemas.openxmlformats.org/drawingml/2006/main" noGrp="1"/>
          </p:cNvSpPr>
          <p:nvPr/>
        </p:nvSpPr>
        <p:spPr>
          <a:xfrm xmlns:a="http://schemas.openxmlformats.org/drawingml/2006/main" rot="18900000" flipH="1" flipV="1">
            <a:off x="1436306" y="2931968"/>
            <a:ext cx="163358" cy="163358"/>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5" name="Forme libre : forme 44">
            <a:extLst xmlns:a="http://schemas.openxmlformats.org/drawingml/2006/main">
              <a:ext uri="{FF2B5EF4-FFF2-40B4-BE49-F238E27FC236}">
                <a16:creationId xmlns:a16="http://schemas.microsoft.com/office/drawing/2014/main" id="{5D18EF93-3661-A014-DE79-E7DBC73B81B4}"/>
              </a:ext>
            </a:extLst>
          </p:cNvPr>
          <p:cNvSpPr>
            <a:spLocks xmlns:a="http://schemas.openxmlformats.org/drawingml/2006/main" noGrp="1"/>
          </p:cNvSpPr>
          <p:nvPr/>
        </p:nvSpPr>
        <p:spPr>
          <a:xfrm xmlns:a="http://schemas.openxmlformats.org/drawingml/2006/main" rot="18900000" flipH="1" flipV="1">
            <a:off x="1458091" y="2821884"/>
            <a:ext cx="426218" cy="16372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6" name="Forme libre : forme 45">
            <a:extLst xmlns:a="http://schemas.openxmlformats.org/drawingml/2006/main">
              <a:ext uri="{FF2B5EF4-FFF2-40B4-BE49-F238E27FC236}">
                <a16:creationId xmlns:a16="http://schemas.microsoft.com/office/drawing/2014/main" id="{D3216595-1A09-6AD5-022B-ADE5F5A743AE}"/>
              </a:ext>
            </a:extLst>
          </p:cNvPr>
          <p:cNvSpPr>
            <a:spLocks xmlns:a="http://schemas.openxmlformats.org/drawingml/2006/main" noGrp="1"/>
          </p:cNvSpPr>
          <p:nvPr/>
        </p:nvSpPr>
        <p:spPr>
          <a:xfrm xmlns:a="http://schemas.openxmlformats.org/drawingml/2006/main" rot="18900000" flipH="1" flipV="1">
            <a:off x="1326844" y="2910438"/>
            <a:ext cx="163722" cy="426220"/>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9.xml><?xml version="1.0" encoding="utf-8"?>
<p:sldLayout xmlns:p="http://schemas.openxmlformats.org/presentationml/2006/main" showMasterSp="0" preserve="1" userDrawn="1">
  <p:cSld name="V1 Chapitre Violet">
    <p:bg>
      <p:bgPr>
        <a:solidFill xmlns:a="http://schemas.openxmlformats.org/drawingml/2006/main">
          <a:schemeClr val="bg2"/>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B752A592-C4FC-FF2F-B3DD-D59F0E731273}"/>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Forme libre : forme 26">
            <a:extLst xmlns:a="http://schemas.openxmlformats.org/drawingml/2006/main">
              <a:ext uri="{FF2B5EF4-FFF2-40B4-BE49-F238E27FC236}">
                <a16:creationId xmlns:a16="http://schemas.microsoft.com/office/drawing/2014/main" id="{FC25A25F-1BAE-3553-129E-D626E634A3B1}"/>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8" name="Forme libre : forme 27">
            <a:extLst xmlns:a="http://schemas.openxmlformats.org/drawingml/2006/main">
              <a:ext uri="{FF2B5EF4-FFF2-40B4-BE49-F238E27FC236}">
                <a16:creationId xmlns:a16="http://schemas.microsoft.com/office/drawing/2014/main" id="{4E7909D0-9491-B88A-6526-0B69A4A19893}"/>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161EBA1F-D1CB-9E6C-488A-E3F4ADD0092A}"/>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0E022199-BEEC-684A-DB97-2355DACA6DF7}"/>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orme libre : forme 39">
            <a:extLst xmlns:a="http://schemas.openxmlformats.org/drawingml/2006/main">
              <a:ext uri="{FF2B5EF4-FFF2-40B4-BE49-F238E27FC236}">
                <a16:creationId xmlns:a16="http://schemas.microsoft.com/office/drawing/2014/main" id="{DC27025E-3ADB-3034-C29C-88AA4445C188}"/>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orme libre : forme 40">
            <a:extLst xmlns:a="http://schemas.openxmlformats.org/drawingml/2006/main">
              <a:ext uri="{FF2B5EF4-FFF2-40B4-BE49-F238E27FC236}">
                <a16:creationId xmlns:a16="http://schemas.microsoft.com/office/drawing/2014/main" id="{4E550624-1828-E2BC-C79C-B684BA9F02F9}"/>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2" name="Forme libre : forme 41">
            <a:extLst xmlns:a="http://schemas.openxmlformats.org/drawingml/2006/main">
              <a:ext uri="{FF2B5EF4-FFF2-40B4-BE49-F238E27FC236}">
                <a16:creationId xmlns:a16="http://schemas.microsoft.com/office/drawing/2014/main" id="{A4BE9471-99AD-529A-CE35-189657396ACD}"/>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orme libre : forme 42">
            <a:extLst xmlns:a="http://schemas.openxmlformats.org/drawingml/2006/main">
              <a:ext uri="{FF2B5EF4-FFF2-40B4-BE49-F238E27FC236}">
                <a16:creationId xmlns:a16="http://schemas.microsoft.com/office/drawing/2014/main" id="{2AB69E65-B532-EF81-3246-8AF8088EEB15}"/>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orme libre : forme 43">
            <a:extLst xmlns:a="http://schemas.openxmlformats.org/drawingml/2006/main">
              <a:ext uri="{FF2B5EF4-FFF2-40B4-BE49-F238E27FC236}">
                <a16:creationId xmlns:a16="http://schemas.microsoft.com/office/drawing/2014/main" id="{A623439B-48AD-1AB1-2E97-D0B68DF98A77}"/>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orme libre : forme 44">
            <a:extLst xmlns:a="http://schemas.openxmlformats.org/drawingml/2006/main">
              <a:ext uri="{FF2B5EF4-FFF2-40B4-BE49-F238E27FC236}">
                <a16:creationId xmlns:a16="http://schemas.microsoft.com/office/drawing/2014/main" id="{A28BE268-0310-2ECB-F009-FDF91369437E}"/>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orme libre : forme 45">
            <a:extLst xmlns:a="http://schemas.openxmlformats.org/drawingml/2006/main">
              <a:ext uri="{FF2B5EF4-FFF2-40B4-BE49-F238E27FC236}">
                <a16:creationId xmlns:a16="http://schemas.microsoft.com/office/drawing/2014/main" id="{DFA20FE5-E9CD-9029-4F36-688B1F056BCC}"/>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7A38D825-AAA4-6EAB-48D4-F0F8360CC06E}"/>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4FDF43FA-B191-EB71-37A8-1F07231E2EAA}"/>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143EA833-0D2F-3FDB-5006-12494DD153FA}"/>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FDB0B51B-D995-E897-7C2D-CDDAAE73D215}"/>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7706414A-EC4A-CB16-59D2-5C85A32B9CE2}"/>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Forme libre : forme 51">
            <a:extLst xmlns:a="http://schemas.openxmlformats.org/drawingml/2006/main">
              <a:ext uri="{FF2B5EF4-FFF2-40B4-BE49-F238E27FC236}">
                <a16:creationId xmlns:a16="http://schemas.microsoft.com/office/drawing/2014/main" id="{E1084CC4-7F56-89C6-7A3A-BE985BEF02D7}"/>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72" name="Image 52"/>
          <p:cNvPicPr>
            <a:picLocks xmlns:a="http://schemas.openxmlformats.org/drawingml/2006/main" noChangeAspect="1"/>
          </p:cNvPicPr>
          <p:nvPr/>
        </p:nvPicPr>
        <p:blipFill>
          <a:blip xmlns:r="http://schemas.openxmlformats.org/officeDocument/2006/relationships" xmlns:a="http://schemas.openxmlformats.org/drawingml/2006/main" r:embed="R453337c356004a67"/>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5" name="Rectangle : avec coins arrondis en haut 4">
            <a:extLst xmlns:a="http://schemas.openxmlformats.org/drawingml/2006/main">
              <a:ext uri="{FF2B5EF4-FFF2-40B4-BE49-F238E27FC236}">
                <a16:creationId xmlns:a16="http://schemas.microsoft.com/office/drawing/2014/main" id="{97C8D201-623A-FEAF-A65D-4201CBD5190A}"/>
              </a:ext>
            </a:extLst>
          </p:cNvPr>
          <p:cNvSpPr>
            <a:spLocks xmlns:a="http://schemas.openxmlformats.org/drawingml/2006/main" noGrp="1"/>
          </p:cNvSpPr>
          <p:nvPr/>
        </p:nvSpPr>
        <p:spPr>
          <a:xfrm xmlns:a="http://schemas.openxmlformats.org/drawingml/2006/main" rot="16200000">
            <a:off x="6713824" y="-239005"/>
            <a:ext cx="4443306" cy="6513049"/>
          </a:xfrm>
          <a:prstGeom xmlns:a="http://schemas.openxmlformats.org/drawingml/2006/main" prst="round2SameRect">
            <a:avLst>
              <a:gd name="adj1" fmla="val 50000"/>
              <a:gd name="adj2" fmla="val 0"/>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551C0E94-F96C-729D-980B-BB20E4C05E2F}"/>
              </a:ext>
            </a:extLst>
          </p:cNvPr>
          <p:cNvSpPr>
            <a:spLocks xmlns:a="http://schemas.openxmlformats.org/drawingml/2006/main" noGrp="1"/>
          </p:cNvSpPr>
          <p:nvPr/>
        </p:nvSpPr>
        <p:spPr>
          <a:xfrm xmlns:a="http://schemas.openxmlformats.org/drawingml/2006/main" rot="0" flipH="0" flipV="0">
            <a:off x="1599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04E956AA-831B-6804-8175-A53B06EB839C}"/>
              </a:ext>
            </a:extLst>
          </p:cNvPr>
          <p:cNvSpPr>
            <a:spLocks xmlns:a="http://schemas.openxmlformats.org/drawingml/2006/main" noGrp="1"/>
          </p:cNvSpPr>
          <p:nvPr/>
        </p:nvSpPr>
        <p:spPr>
          <a:xfrm xmlns:a="http://schemas.openxmlformats.org/drawingml/2006/main" rot="0" flipH="0" flipV="0">
            <a:off x="2267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2AFC4464-5EE8-74B4-431B-39D817D06423}"/>
              </a:ext>
            </a:extLst>
          </p:cNvPr>
          <p:cNvSpPr>
            <a:spLocks xmlns:a="http://schemas.openxmlformats.org/drawingml/2006/main" noGrp="1"/>
          </p:cNvSpPr>
          <p:nvPr/>
        </p:nvSpPr>
        <p:spPr>
          <a:xfrm xmlns:a="http://schemas.openxmlformats.org/drawingml/2006/main" rot="0" flipH="0" flipV="0">
            <a:off x="2267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FEEF9A8-492C-4E47-8982-9A5F233DB7D0}"/>
              </a:ext>
            </a:extLst>
          </p:cNvPr>
          <p:cNvSpPr>
            <a:spLocks xmlns:a="http://schemas.openxmlformats.org/drawingml/2006/main" noGrp="1"/>
          </p:cNvSpPr>
          <p:nvPr/>
        </p:nvSpPr>
        <p:spPr>
          <a:xfrm xmlns:a="http://schemas.openxmlformats.org/drawingml/2006/main" rot="0" flipH="0" flipV="0">
            <a:off x="2691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59E7F46E-4E29-E020-E332-6AE999E36DAF}"/>
              </a:ext>
            </a:extLst>
          </p:cNvPr>
          <p:cNvSpPr>
            <a:spLocks xmlns:a="http://schemas.openxmlformats.org/drawingml/2006/main" noGrp="1"/>
          </p:cNvSpPr>
          <p:nvPr/>
        </p:nvSpPr>
        <p:spPr>
          <a:xfrm xmlns:a="http://schemas.openxmlformats.org/drawingml/2006/main" rot="0" flipH="0" flipV="0">
            <a:off x="3276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4A92D264-F698-2EFF-4E7D-CAC9BC301E4C}"/>
              </a:ext>
            </a:extLst>
          </p:cNvPr>
          <p:cNvSpPr>
            <a:spLocks xmlns:a="http://schemas.openxmlformats.org/drawingml/2006/main" noGrp="1"/>
          </p:cNvSpPr>
          <p:nvPr/>
        </p:nvSpPr>
        <p:spPr>
          <a:xfrm xmlns:a="http://schemas.openxmlformats.org/drawingml/2006/main" rot="0" flipH="0" flipV="0">
            <a:off x="1706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069CA81-6C51-D717-2AB3-D3A93C4F4231}"/>
              </a:ext>
            </a:extLst>
          </p:cNvPr>
          <p:cNvSpPr>
            <a:spLocks xmlns:a="http://schemas.openxmlformats.org/drawingml/2006/main" noGrp="1"/>
          </p:cNvSpPr>
          <p:nvPr/>
        </p:nvSpPr>
        <p:spPr>
          <a:xfrm xmlns:a="http://schemas.openxmlformats.org/drawingml/2006/main" rot="0" flipH="0" flipV="0">
            <a:off x="1760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7B63FBC8-8BEC-208E-ADCD-2F8C02C1D37D}"/>
              </a:ext>
            </a:extLst>
          </p:cNvPr>
          <p:cNvSpPr>
            <a:spLocks xmlns:a="http://schemas.openxmlformats.org/drawingml/2006/main" noGrp="1"/>
          </p:cNvSpPr>
          <p:nvPr/>
        </p:nvSpPr>
        <p:spPr>
          <a:xfrm xmlns:a="http://schemas.openxmlformats.org/drawingml/2006/main" rot="0" flipH="0" flipV="0">
            <a:off x="1989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5E708F34-49A4-30E3-0CFD-0A034D83C27A}"/>
              </a:ext>
            </a:extLst>
          </p:cNvPr>
          <p:cNvSpPr>
            <a:spLocks xmlns:a="http://schemas.openxmlformats.org/drawingml/2006/main" noGrp="1"/>
          </p:cNvSpPr>
          <p:nvPr/>
        </p:nvSpPr>
        <p:spPr>
          <a:xfrm xmlns:a="http://schemas.openxmlformats.org/drawingml/2006/main" rot="0" flipH="0" flipV="0">
            <a:off x="2139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D27B0C3B-9318-C736-86A5-32B6DDFDBA44}"/>
              </a:ext>
            </a:extLst>
          </p:cNvPr>
          <p:cNvSpPr>
            <a:spLocks xmlns:a="http://schemas.openxmlformats.org/drawingml/2006/main" noGrp="1"/>
          </p:cNvSpPr>
          <p:nvPr/>
        </p:nvSpPr>
        <p:spPr>
          <a:xfrm xmlns:a="http://schemas.openxmlformats.org/drawingml/2006/main" rot="0" flipH="0" flipV="0">
            <a:off x="2326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40CFF533-D8DF-D04D-A7CC-DA5B60432289}"/>
              </a:ext>
            </a:extLst>
          </p:cNvPr>
          <p:cNvSpPr>
            <a:spLocks xmlns:a="http://schemas.openxmlformats.org/drawingml/2006/main" noGrp="1"/>
          </p:cNvSpPr>
          <p:nvPr/>
        </p:nvSpPr>
        <p:spPr>
          <a:xfrm xmlns:a="http://schemas.openxmlformats.org/drawingml/2006/main" rot="0" flipH="0" flipV="0">
            <a:off x="2578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D547FEC6-DD5B-3FF6-93AC-D059811240DB}"/>
              </a:ext>
            </a:extLst>
          </p:cNvPr>
          <p:cNvSpPr>
            <a:spLocks xmlns:a="http://schemas.openxmlformats.org/drawingml/2006/main" noGrp="1"/>
          </p:cNvSpPr>
          <p:nvPr/>
        </p:nvSpPr>
        <p:spPr>
          <a:xfrm xmlns:a="http://schemas.openxmlformats.org/drawingml/2006/main" rot="0" flipH="0" flipV="0">
            <a:off x="2713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1FE661A-972A-E870-E9EF-EBF3454741E9}"/>
              </a:ext>
            </a:extLst>
          </p:cNvPr>
          <p:cNvSpPr>
            <a:spLocks xmlns:a="http://schemas.openxmlformats.org/drawingml/2006/main" noGrp="1"/>
          </p:cNvSpPr>
          <p:nvPr/>
        </p:nvSpPr>
        <p:spPr>
          <a:xfrm xmlns:a="http://schemas.openxmlformats.org/drawingml/2006/main" rot="0" flipH="0" flipV="0">
            <a:off x="2853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35DF55AD-3406-931A-312F-757664B74C0C}"/>
              </a:ext>
            </a:extLst>
          </p:cNvPr>
          <p:cNvSpPr>
            <a:spLocks xmlns:a="http://schemas.openxmlformats.org/drawingml/2006/main" noGrp="1"/>
          </p:cNvSpPr>
          <p:nvPr/>
        </p:nvSpPr>
        <p:spPr>
          <a:xfrm xmlns:a="http://schemas.openxmlformats.org/drawingml/2006/main" rot="0" flipH="0" flipV="0">
            <a:off x="2995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1AC46E18-CD13-48FA-4B1B-8B9F4FED0A71}"/>
              </a:ext>
            </a:extLst>
          </p:cNvPr>
          <p:cNvSpPr>
            <a:spLocks xmlns:a="http://schemas.openxmlformats.org/drawingml/2006/main" noGrp="1"/>
          </p:cNvSpPr>
          <p:nvPr/>
        </p:nvSpPr>
        <p:spPr>
          <a:xfrm xmlns:a="http://schemas.openxmlformats.org/drawingml/2006/main" rot="0" flipH="0" flipV="0">
            <a:off x="3070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247630CA-0839-0080-DB02-C2FDA038C404}"/>
              </a:ext>
            </a:extLst>
          </p:cNvPr>
          <p:cNvSpPr>
            <a:spLocks xmlns:a="http://schemas.openxmlformats.org/drawingml/2006/main" noGrp="1"/>
          </p:cNvSpPr>
          <p:nvPr/>
        </p:nvSpPr>
        <p:spPr>
          <a:xfrm xmlns:a="http://schemas.openxmlformats.org/drawingml/2006/main" rot="0" flipH="0" flipV="0">
            <a:off x="3217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C04EE1B9-4092-8456-71BA-9E5B8F71F157}"/>
              </a:ext>
            </a:extLst>
          </p:cNvPr>
          <p:cNvSpPr>
            <a:spLocks xmlns:a="http://schemas.openxmlformats.org/drawingml/2006/main" noGrp="1"/>
          </p:cNvSpPr>
          <p:nvPr/>
        </p:nvSpPr>
        <p:spPr>
          <a:xfrm xmlns:a="http://schemas.openxmlformats.org/drawingml/2006/main" rot="0" flipH="0" flipV="0">
            <a:off x="3314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4"/>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6787484" y="2218046"/>
            <a:ext cx="5404516" cy="1615827"/>
          </a:xfrm>
        </p:spPr>
        <p:txBody>
          <a:bodyPr xmlns:a="http://schemas.openxmlformats.org/drawingml/2006/main" anchor="ctr"/>
          <a:lstStyle xmlns:a="http://schemas.openxmlformats.org/drawingml/2006/main">
            <a:lvl1pPr>
              <a:lnSpc>
                <a:spcPct val="100000"/>
              </a:lnSpc>
              <a:spcBef>
                <a:spcPts val="0"/>
              </a:spcBef>
              <a:buNone/>
              <a:defRPr sz="3500" b="1" cap="all" baseline="0">
                <a:solidFill>
                  <a:schemeClr val="bg1"/>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64681914-6240-A67C-AC21-4EE0484E0E7D}"/>
              </a:ext>
            </a:extLst>
          </p:cNvPr>
          <p:cNvSpPr>
            <a:spLocks xmlns:a="http://schemas.openxmlformats.org/drawingml/2006/main" noGrp="1"/>
          </p:cNvSpPr>
          <p:nvPr/>
        </p:nvSpPr>
        <p:spPr>
          <a:xfrm xmlns:a="http://schemas.openxmlformats.org/drawingml/2006/main" rot="18900000" flipH="1" flipV="1">
            <a:off x="1821887" y="2931947"/>
            <a:ext cx="163365" cy="163366"/>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75A606E7-0B9B-701E-4680-7491E2E307BE}"/>
              </a:ext>
            </a:extLst>
          </p:cNvPr>
          <p:cNvSpPr>
            <a:spLocks xmlns:a="http://schemas.openxmlformats.org/drawingml/2006/main" noGrp="1"/>
          </p:cNvSpPr>
          <p:nvPr/>
        </p:nvSpPr>
        <p:spPr>
          <a:xfrm xmlns:a="http://schemas.openxmlformats.org/drawingml/2006/main" rot="18900000" flipH="1" flipV="1">
            <a:off x="1843672" y="2821858"/>
            <a:ext cx="426238" cy="163729"/>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chemeClr val="accent3">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3FDDDEDB-E460-7DFC-DFE2-02D67BC3566A}"/>
              </a:ext>
            </a:extLst>
          </p:cNvPr>
          <p:cNvSpPr>
            <a:spLocks xmlns:a="http://schemas.openxmlformats.org/drawingml/2006/main" noGrp="1"/>
          </p:cNvSpPr>
          <p:nvPr/>
        </p:nvSpPr>
        <p:spPr>
          <a:xfrm xmlns:a="http://schemas.openxmlformats.org/drawingml/2006/main" rot="18900000" flipH="1" flipV="1">
            <a:off x="1712420" y="2910416"/>
            <a:ext cx="163729" cy="42624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chemeClr val="accent3">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ABBE0A06-9DA7-B5B9-3CC8-7EF37CC18940}"/>
              </a:ext>
            </a:extLst>
          </p:cNvPr>
          <p:cNvSpPr>
            <a:spLocks xmlns:a="http://schemas.openxmlformats.org/drawingml/2006/main" noGrp="1"/>
          </p:cNvSpPr>
          <p:nvPr/>
        </p:nvSpPr>
        <p:spPr>
          <a:xfrm xmlns:a="http://schemas.openxmlformats.org/drawingml/2006/main" rot="18900000" flipH="1" flipV="1">
            <a:off x="1436135" y="2931947"/>
            <a:ext cx="163365" cy="163366"/>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D2367128-F6B6-4F1D-D9FD-C914913A0A67}"/>
              </a:ext>
            </a:extLst>
          </p:cNvPr>
          <p:cNvSpPr>
            <a:spLocks xmlns:a="http://schemas.openxmlformats.org/drawingml/2006/main" noGrp="1"/>
          </p:cNvSpPr>
          <p:nvPr/>
        </p:nvSpPr>
        <p:spPr>
          <a:xfrm xmlns:a="http://schemas.openxmlformats.org/drawingml/2006/main" rot="18900000" flipH="1" flipV="1">
            <a:off x="1457921" y="2821858"/>
            <a:ext cx="426238" cy="163729"/>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chemeClr val="accent3">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051A0D3-7A6D-0EFE-839D-2C21A0EAEA50}"/>
              </a:ext>
            </a:extLst>
          </p:cNvPr>
          <p:cNvSpPr>
            <a:spLocks xmlns:a="http://schemas.openxmlformats.org/drawingml/2006/main" noGrp="1"/>
          </p:cNvSpPr>
          <p:nvPr/>
        </p:nvSpPr>
        <p:spPr>
          <a:xfrm xmlns:a="http://schemas.openxmlformats.org/drawingml/2006/main" rot="18900000" flipH="1" flipV="1">
            <a:off x="1326668" y="2910416"/>
            <a:ext cx="163729" cy="42624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chemeClr val="accent3">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10.xml><?xml version="1.0" encoding="utf-8"?>
<p:sldLayout xmlns:p="http://schemas.openxmlformats.org/presentationml/2006/main" showMasterSp="0" preserve="1" userDrawn="1">
  <p:cSld name="V1 Chapitre Gris bleu">
    <p:bg>
      <p:bgPr>
        <a:solidFill xmlns:a="http://schemas.openxmlformats.org/drawingml/2006/main">
          <a:schemeClr val="bg2"/>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EF07CDE3-FEF6-46EE-F3B3-C9C91AECE745}"/>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Forme libre : forme 25">
            <a:extLst xmlns:a="http://schemas.openxmlformats.org/drawingml/2006/main">
              <a:ext uri="{FF2B5EF4-FFF2-40B4-BE49-F238E27FC236}">
                <a16:creationId xmlns:a16="http://schemas.microsoft.com/office/drawing/2014/main" id="{7EB0C079-7207-726D-AD5C-3081DB09D356}"/>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Forme libre : forme 26">
            <a:extLst xmlns:a="http://schemas.openxmlformats.org/drawingml/2006/main">
              <a:ext uri="{FF2B5EF4-FFF2-40B4-BE49-F238E27FC236}">
                <a16:creationId xmlns:a16="http://schemas.microsoft.com/office/drawing/2014/main" id="{70EA9E5A-B835-C45D-5153-C65B24B0497C}"/>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8" name="Forme libre : forme 27">
            <a:extLst xmlns:a="http://schemas.openxmlformats.org/drawingml/2006/main">
              <a:ext uri="{FF2B5EF4-FFF2-40B4-BE49-F238E27FC236}">
                <a16:creationId xmlns:a16="http://schemas.microsoft.com/office/drawing/2014/main" id="{98850C97-97FE-6036-C892-74AB3666D875}"/>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4CB3047C-42B4-B8D5-B107-AC194B3BF94B}"/>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136C6289-7E30-F8AC-080C-6E52C9B7CFC3}"/>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orme libre : forme 39">
            <a:extLst xmlns:a="http://schemas.openxmlformats.org/drawingml/2006/main">
              <a:ext uri="{FF2B5EF4-FFF2-40B4-BE49-F238E27FC236}">
                <a16:creationId xmlns:a16="http://schemas.microsoft.com/office/drawing/2014/main" id="{25E00BEC-6BE5-4265-626E-88AA157B0A64}"/>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orme libre : forme 40">
            <a:extLst xmlns:a="http://schemas.openxmlformats.org/drawingml/2006/main">
              <a:ext uri="{FF2B5EF4-FFF2-40B4-BE49-F238E27FC236}">
                <a16:creationId xmlns:a16="http://schemas.microsoft.com/office/drawing/2014/main" id="{DB4819AF-9F88-465C-94B9-18D6548DE2D5}"/>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2" name="Forme libre : forme 41">
            <a:extLst xmlns:a="http://schemas.openxmlformats.org/drawingml/2006/main">
              <a:ext uri="{FF2B5EF4-FFF2-40B4-BE49-F238E27FC236}">
                <a16:creationId xmlns:a16="http://schemas.microsoft.com/office/drawing/2014/main" id="{3261CF7A-CA83-380A-F6C7-8B9C962C6443}"/>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orme libre : forme 42">
            <a:extLst xmlns:a="http://schemas.openxmlformats.org/drawingml/2006/main">
              <a:ext uri="{FF2B5EF4-FFF2-40B4-BE49-F238E27FC236}">
                <a16:creationId xmlns:a16="http://schemas.microsoft.com/office/drawing/2014/main" id="{96BCDF67-180D-C6EF-0204-FCC6A89BB63E}"/>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orme libre : forme 43">
            <a:extLst xmlns:a="http://schemas.openxmlformats.org/drawingml/2006/main">
              <a:ext uri="{FF2B5EF4-FFF2-40B4-BE49-F238E27FC236}">
                <a16:creationId xmlns:a16="http://schemas.microsoft.com/office/drawing/2014/main" id="{BC91AEAB-CED2-1998-07EB-C35B4E0885EF}"/>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orme libre : forme 44">
            <a:extLst xmlns:a="http://schemas.openxmlformats.org/drawingml/2006/main">
              <a:ext uri="{FF2B5EF4-FFF2-40B4-BE49-F238E27FC236}">
                <a16:creationId xmlns:a16="http://schemas.microsoft.com/office/drawing/2014/main" id="{27E43941-9E16-F140-F4C8-3F5A2EF60CC9}"/>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orme libre : forme 45">
            <a:extLst xmlns:a="http://schemas.openxmlformats.org/drawingml/2006/main">
              <a:ext uri="{FF2B5EF4-FFF2-40B4-BE49-F238E27FC236}">
                <a16:creationId xmlns:a16="http://schemas.microsoft.com/office/drawing/2014/main" id="{666A4505-B648-6EE0-6AF5-EC50245EE149}"/>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90EE6A87-F3B9-4CF6-716A-20B2576CB242}"/>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FF2B63E6-E55B-C306-1235-BF617BC2934C}"/>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8F9A99AD-7291-53B1-9808-8FBA23CD9A2E}"/>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8425137A-EAFC-1B1F-F707-963881039971}"/>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6D9B61D4-C560-B796-B241-A86AF620C6C4}"/>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71" name="Image 51"/>
          <p:cNvPicPr>
            <a:picLocks xmlns:a="http://schemas.openxmlformats.org/drawingml/2006/main" noChangeAspect="1"/>
          </p:cNvPicPr>
          <p:nvPr/>
        </p:nvPicPr>
        <p:blipFill>
          <a:blip xmlns:r="http://schemas.openxmlformats.org/officeDocument/2006/relationships" xmlns:a="http://schemas.openxmlformats.org/drawingml/2006/main" r:embed="R4984c5dc5bef48af"/>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5" name="Rectangle : avec coins arrondis en haut 4">
            <a:extLst xmlns:a="http://schemas.openxmlformats.org/drawingml/2006/main">
              <a:ext uri="{FF2B5EF4-FFF2-40B4-BE49-F238E27FC236}">
                <a16:creationId xmlns:a16="http://schemas.microsoft.com/office/drawing/2014/main" id="{97C8D201-623A-FEAF-A65D-4201CBD5190A}"/>
              </a:ext>
            </a:extLst>
          </p:cNvPr>
          <p:cNvSpPr>
            <a:spLocks xmlns:a="http://schemas.openxmlformats.org/drawingml/2006/main" noGrp="1"/>
          </p:cNvSpPr>
          <p:nvPr/>
        </p:nvSpPr>
        <p:spPr>
          <a:xfrm xmlns:a="http://schemas.openxmlformats.org/drawingml/2006/main" rot="16200000">
            <a:off x="6713824" y="-239005"/>
            <a:ext cx="4443306" cy="6513049"/>
          </a:xfrm>
          <a:prstGeom xmlns:a="http://schemas.openxmlformats.org/drawingml/2006/main" prst="round2SameRect">
            <a:avLst>
              <a:gd name="adj1" fmla="val 50000"/>
              <a:gd name="adj2" fmla="val 0"/>
            </a:avLst>
          </a:pr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551C0E94-F96C-729D-980B-BB20E4C05E2F}"/>
              </a:ext>
            </a:extLst>
          </p:cNvPr>
          <p:cNvSpPr>
            <a:spLocks xmlns:a="http://schemas.openxmlformats.org/drawingml/2006/main" noGrp="1"/>
          </p:cNvSpPr>
          <p:nvPr/>
        </p:nvSpPr>
        <p:spPr>
          <a:xfrm xmlns:a="http://schemas.openxmlformats.org/drawingml/2006/main" rot="0" flipH="0" flipV="0">
            <a:off x="1599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04E956AA-831B-6804-8175-A53B06EB839C}"/>
              </a:ext>
            </a:extLst>
          </p:cNvPr>
          <p:cNvSpPr>
            <a:spLocks xmlns:a="http://schemas.openxmlformats.org/drawingml/2006/main" noGrp="1"/>
          </p:cNvSpPr>
          <p:nvPr/>
        </p:nvSpPr>
        <p:spPr>
          <a:xfrm xmlns:a="http://schemas.openxmlformats.org/drawingml/2006/main" rot="0" flipH="0" flipV="0">
            <a:off x="2267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2AFC4464-5EE8-74B4-431B-39D817D06423}"/>
              </a:ext>
            </a:extLst>
          </p:cNvPr>
          <p:cNvSpPr>
            <a:spLocks xmlns:a="http://schemas.openxmlformats.org/drawingml/2006/main" noGrp="1"/>
          </p:cNvSpPr>
          <p:nvPr/>
        </p:nvSpPr>
        <p:spPr>
          <a:xfrm xmlns:a="http://schemas.openxmlformats.org/drawingml/2006/main" rot="0" flipH="0" flipV="0">
            <a:off x="2267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FEEF9A8-492C-4E47-8982-9A5F233DB7D0}"/>
              </a:ext>
            </a:extLst>
          </p:cNvPr>
          <p:cNvSpPr>
            <a:spLocks xmlns:a="http://schemas.openxmlformats.org/drawingml/2006/main" noGrp="1"/>
          </p:cNvSpPr>
          <p:nvPr/>
        </p:nvSpPr>
        <p:spPr>
          <a:xfrm xmlns:a="http://schemas.openxmlformats.org/drawingml/2006/main" rot="0" flipH="0" flipV="0">
            <a:off x="2691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59E7F46E-4E29-E020-E332-6AE999E36DAF}"/>
              </a:ext>
            </a:extLst>
          </p:cNvPr>
          <p:cNvSpPr>
            <a:spLocks xmlns:a="http://schemas.openxmlformats.org/drawingml/2006/main" noGrp="1"/>
          </p:cNvSpPr>
          <p:nvPr/>
        </p:nvSpPr>
        <p:spPr>
          <a:xfrm xmlns:a="http://schemas.openxmlformats.org/drawingml/2006/main" rot="0" flipH="0" flipV="0">
            <a:off x="3276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4A92D264-F698-2EFF-4E7D-CAC9BC301E4C}"/>
              </a:ext>
            </a:extLst>
          </p:cNvPr>
          <p:cNvSpPr>
            <a:spLocks xmlns:a="http://schemas.openxmlformats.org/drawingml/2006/main" noGrp="1"/>
          </p:cNvSpPr>
          <p:nvPr/>
        </p:nvSpPr>
        <p:spPr>
          <a:xfrm xmlns:a="http://schemas.openxmlformats.org/drawingml/2006/main" rot="0" flipH="0" flipV="0">
            <a:off x="1706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069CA81-6C51-D717-2AB3-D3A93C4F4231}"/>
              </a:ext>
            </a:extLst>
          </p:cNvPr>
          <p:cNvSpPr>
            <a:spLocks xmlns:a="http://schemas.openxmlformats.org/drawingml/2006/main" noGrp="1"/>
          </p:cNvSpPr>
          <p:nvPr/>
        </p:nvSpPr>
        <p:spPr>
          <a:xfrm xmlns:a="http://schemas.openxmlformats.org/drawingml/2006/main" rot="0" flipH="0" flipV="0">
            <a:off x="1760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7B63FBC8-8BEC-208E-ADCD-2F8C02C1D37D}"/>
              </a:ext>
            </a:extLst>
          </p:cNvPr>
          <p:cNvSpPr>
            <a:spLocks xmlns:a="http://schemas.openxmlformats.org/drawingml/2006/main" noGrp="1"/>
          </p:cNvSpPr>
          <p:nvPr/>
        </p:nvSpPr>
        <p:spPr>
          <a:xfrm xmlns:a="http://schemas.openxmlformats.org/drawingml/2006/main" rot="0" flipH="0" flipV="0">
            <a:off x="1989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5E708F34-49A4-30E3-0CFD-0A034D83C27A}"/>
              </a:ext>
            </a:extLst>
          </p:cNvPr>
          <p:cNvSpPr>
            <a:spLocks xmlns:a="http://schemas.openxmlformats.org/drawingml/2006/main" noGrp="1"/>
          </p:cNvSpPr>
          <p:nvPr/>
        </p:nvSpPr>
        <p:spPr>
          <a:xfrm xmlns:a="http://schemas.openxmlformats.org/drawingml/2006/main" rot="0" flipH="0" flipV="0">
            <a:off x="2139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D27B0C3B-9318-C736-86A5-32B6DDFDBA44}"/>
              </a:ext>
            </a:extLst>
          </p:cNvPr>
          <p:cNvSpPr>
            <a:spLocks xmlns:a="http://schemas.openxmlformats.org/drawingml/2006/main" noGrp="1"/>
          </p:cNvSpPr>
          <p:nvPr/>
        </p:nvSpPr>
        <p:spPr>
          <a:xfrm xmlns:a="http://schemas.openxmlformats.org/drawingml/2006/main" rot="0" flipH="0" flipV="0">
            <a:off x="2326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40CFF533-D8DF-D04D-A7CC-DA5B60432289}"/>
              </a:ext>
            </a:extLst>
          </p:cNvPr>
          <p:cNvSpPr>
            <a:spLocks xmlns:a="http://schemas.openxmlformats.org/drawingml/2006/main" noGrp="1"/>
          </p:cNvSpPr>
          <p:nvPr/>
        </p:nvSpPr>
        <p:spPr>
          <a:xfrm xmlns:a="http://schemas.openxmlformats.org/drawingml/2006/main" rot="0" flipH="0" flipV="0">
            <a:off x="2578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D547FEC6-DD5B-3FF6-93AC-D059811240DB}"/>
              </a:ext>
            </a:extLst>
          </p:cNvPr>
          <p:cNvSpPr>
            <a:spLocks xmlns:a="http://schemas.openxmlformats.org/drawingml/2006/main" noGrp="1"/>
          </p:cNvSpPr>
          <p:nvPr/>
        </p:nvSpPr>
        <p:spPr>
          <a:xfrm xmlns:a="http://schemas.openxmlformats.org/drawingml/2006/main" rot="0" flipH="0" flipV="0">
            <a:off x="2713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31FE661A-972A-E870-E9EF-EBF3454741E9}"/>
              </a:ext>
            </a:extLst>
          </p:cNvPr>
          <p:cNvSpPr>
            <a:spLocks xmlns:a="http://schemas.openxmlformats.org/drawingml/2006/main" noGrp="1"/>
          </p:cNvSpPr>
          <p:nvPr/>
        </p:nvSpPr>
        <p:spPr>
          <a:xfrm xmlns:a="http://schemas.openxmlformats.org/drawingml/2006/main" rot="0" flipH="0" flipV="0">
            <a:off x="2853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35DF55AD-3406-931A-312F-757664B74C0C}"/>
              </a:ext>
            </a:extLst>
          </p:cNvPr>
          <p:cNvSpPr>
            <a:spLocks xmlns:a="http://schemas.openxmlformats.org/drawingml/2006/main" noGrp="1"/>
          </p:cNvSpPr>
          <p:nvPr/>
        </p:nvSpPr>
        <p:spPr>
          <a:xfrm xmlns:a="http://schemas.openxmlformats.org/drawingml/2006/main" rot="0" flipH="0" flipV="0">
            <a:off x="2995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1AC46E18-CD13-48FA-4B1B-8B9F4FED0A71}"/>
              </a:ext>
            </a:extLst>
          </p:cNvPr>
          <p:cNvSpPr>
            <a:spLocks xmlns:a="http://schemas.openxmlformats.org/drawingml/2006/main" noGrp="1"/>
          </p:cNvSpPr>
          <p:nvPr/>
        </p:nvSpPr>
        <p:spPr>
          <a:xfrm xmlns:a="http://schemas.openxmlformats.org/drawingml/2006/main" rot="0" flipH="0" flipV="0">
            <a:off x="3070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247630CA-0839-0080-DB02-C2FDA038C404}"/>
              </a:ext>
            </a:extLst>
          </p:cNvPr>
          <p:cNvSpPr>
            <a:spLocks xmlns:a="http://schemas.openxmlformats.org/drawingml/2006/main" noGrp="1"/>
          </p:cNvSpPr>
          <p:nvPr/>
        </p:nvSpPr>
        <p:spPr>
          <a:xfrm xmlns:a="http://schemas.openxmlformats.org/drawingml/2006/main" rot="0" flipH="0" flipV="0">
            <a:off x="3217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C04EE1B9-4092-8456-71BA-9E5B8F71F157}"/>
              </a:ext>
            </a:extLst>
          </p:cNvPr>
          <p:cNvSpPr>
            <a:spLocks xmlns:a="http://schemas.openxmlformats.org/drawingml/2006/main" noGrp="1"/>
          </p:cNvSpPr>
          <p:nvPr/>
        </p:nvSpPr>
        <p:spPr>
          <a:xfrm xmlns:a="http://schemas.openxmlformats.org/drawingml/2006/main" rot="0" flipH="0" flipV="0">
            <a:off x="3314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6"/>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6787484" y="2218046"/>
            <a:ext cx="5404516" cy="1615827"/>
          </a:xfrm>
        </p:spPr>
        <p:txBody>
          <a:bodyPr xmlns:a="http://schemas.openxmlformats.org/drawingml/2006/main" anchor="ctr"/>
          <a:lstStyle xmlns:a="http://schemas.openxmlformats.org/drawingml/2006/main">
            <a:lvl1pPr>
              <a:lnSpc>
                <a:spcPct val="100000"/>
              </a:lnSpc>
              <a:spcBef>
                <a:spcPts val="0"/>
              </a:spcBef>
              <a:buNone/>
              <a:defRPr sz="3500" b="1" cap="all" baseline="0">
                <a:solidFill>
                  <a:schemeClr val="bg1"/>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64681914-6240-A67C-AC21-4EE0484E0E7D}"/>
              </a:ext>
            </a:extLst>
          </p:cNvPr>
          <p:cNvSpPr>
            <a:spLocks xmlns:a="http://schemas.openxmlformats.org/drawingml/2006/main" noGrp="1"/>
          </p:cNvSpPr>
          <p:nvPr/>
        </p:nvSpPr>
        <p:spPr>
          <a:xfrm xmlns:a="http://schemas.openxmlformats.org/drawingml/2006/main" rot="18900000" flipH="1" flipV="1">
            <a:off x="1821887" y="2931947"/>
            <a:ext cx="163365" cy="163366"/>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75A606E7-0B9B-701E-4680-7491E2E307BE}"/>
              </a:ext>
            </a:extLst>
          </p:cNvPr>
          <p:cNvSpPr>
            <a:spLocks xmlns:a="http://schemas.openxmlformats.org/drawingml/2006/main" noGrp="1"/>
          </p:cNvSpPr>
          <p:nvPr/>
        </p:nvSpPr>
        <p:spPr>
          <a:xfrm xmlns:a="http://schemas.openxmlformats.org/drawingml/2006/main" rot="18900000" flipH="1" flipV="1">
            <a:off x="1843672" y="2821858"/>
            <a:ext cx="426238" cy="163729"/>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3FDDDEDB-E460-7DFC-DFE2-02D67BC3566A}"/>
              </a:ext>
            </a:extLst>
          </p:cNvPr>
          <p:cNvSpPr>
            <a:spLocks xmlns:a="http://schemas.openxmlformats.org/drawingml/2006/main" noGrp="1"/>
          </p:cNvSpPr>
          <p:nvPr/>
        </p:nvSpPr>
        <p:spPr>
          <a:xfrm xmlns:a="http://schemas.openxmlformats.org/drawingml/2006/main" rot="18900000" flipH="1" flipV="1">
            <a:off x="1712420" y="2910416"/>
            <a:ext cx="163729" cy="42624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ABBE0A06-9DA7-B5B9-3CC8-7EF37CC18940}"/>
              </a:ext>
            </a:extLst>
          </p:cNvPr>
          <p:cNvSpPr>
            <a:spLocks xmlns:a="http://schemas.openxmlformats.org/drawingml/2006/main" noGrp="1"/>
          </p:cNvSpPr>
          <p:nvPr/>
        </p:nvSpPr>
        <p:spPr>
          <a:xfrm xmlns:a="http://schemas.openxmlformats.org/drawingml/2006/main" rot="18900000" flipH="1" flipV="1">
            <a:off x="1436135" y="2931947"/>
            <a:ext cx="163365" cy="163366"/>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D2367128-F6B6-4F1D-D9FD-C914913A0A67}"/>
              </a:ext>
            </a:extLst>
          </p:cNvPr>
          <p:cNvSpPr>
            <a:spLocks xmlns:a="http://schemas.openxmlformats.org/drawingml/2006/main" noGrp="1"/>
          </p:cNvSpPr>
          <p:nvPr/>
        </p:nvSpPr>
        <p:spPr>
          <a:xfrm xmlns:a="http://schemas.openxmlformats.org/drawingml/2006/main" rot="18900000" flipH="1" flipV="1">
            <a:off x="1457921" y="2821858"/>
            <a:ext cx="426238" cy="163729"/>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051A0D3-7A6D-0EFE-839D-2C21A0EAEA50}"/>
              </a:ext>
            </a:extLst>
          </p:cNvPr>
          <p:cNvSpPr>
            <a:spLocks xmlns:a="http://schemas.openxmlformats.org/drawingml/2006/main" noGrp="1"/>
          </p:cNvSpPr>
          <p:nvPr/>
        </p:nvSpPr>
        <p:spPr>
          <a:xfrm xmlns:a="http://schemas.openxmlformats.org/drawingml/2006/main" rot="18900000" flipH="1" flipV="1">
            <a:off x="1326668" y="2910416"/>
            <a:ext cx="163729" cy="42624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preserve="1" userDrawn="1">
  <p:cSld name="V2 Chapitre Vert">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5858934" y="2209607"/>
            <a:ext cx="5404516" cy="1846659"/>
          </a:xfrm>
        </p:spPr>
        <p:txBody>
          <a:bodyPr xmlns:a="http://schemas.openxmlformats.org/drawingml/2006/main" anchor="ctr"/>
          <a:lstStyle xmlns:a="http://schemas.openxmlformats.org/drawingml/2006/main">
            <a:lvl1pPr>
              <a:lnSpc>
                <a:spcPct val="100000"/>
              </a:lnSpc>
              <a:spcBef>
                <a:spcPts val="0"/>
              </a:spcBef>
              <a:buNone/>
              <a:defRPr sz="4000" b="1" cap="all" baseline="0">
                <a:solidFill>
                  <a:schemeClr val="accent1"/>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D03BE014-8CB9-66C9-5500-8133176CBDC8}"/>
              </a:ext>
            </a:extLst>
          </p:cNvPr>
          <p:cNvSpPr>
            <a:spLocks xmlns:a="http://schemas.openxmlformats.org/drawingml/2006/main" noGrp="1"/>
          </p:cNvSpPr>
          <p:nvPr/>
        </p:nvSpPr>
        <p:spPr>
          <a:xfrm xmlns:a="http://schemas.openxmlformats.org/drawingml/2006/main" rot="2700000" flipH="1" flipV="1">
            <a:off x="4102425"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99E33D33-12DD-A7D6-1935-3B9DCA902580}"/>
              </a:ext>
            </a:extLst>
          </p:cNvPr>
          <p:cNvSpPr>
            <a:spLocks xmlns:a="http://schemas.openxmlformats.org/drawingml/2006/main" noGrp="1"/>
          </p:cNvSpPr>
          <p:nvPr/>
        </p:nvSpPr>
        <p:spPr>
          <a:xfrm xmlns:a="http://schemas.openxmlformats.org/drawingml/2006/main" rot="2700000" flipH="1" flipV="1">
            <a:off x="2906691"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7C001E8B-D41B-9F6A-F493-749D526FADB8}"/>
              </a:ext>
            </a:extLst>
          </p:cNvPr>
          <p:cNvSpPr>
            <a:spLocks xmlns:a="http://schemas.openxmlformats.org/drawingml/2006/main" noGrp="1"/>
          </p:cNvSpPr>
          <p:nvPr/>
        </p:nvSpPr>
        <p:spPr>
          <a:xfrm xmlns:a="http://schemas.openxmlformats.org/drawingml/2006/main" rot="2700000" flipH="1" flipV="1">
            <a:off x="3557690"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4EB567F1-7C92-A65F-F36C-5072A5C37640}"/>
              </a:ext>
            </a:extLst>
          </p:cNvPr>
          <p:cNvSpPr>
            <a:spLocks xmlns:a="http://schemas.openxmlformats.org/drawingml/2006/main" noGrp="1"/>
          </p:cNvSpPr>
          <p:nvPr/>
        </p:nvSpPr>
        <p:spPr>
          <a:xfrm xmlns:a="http://schemas.openxmlformats.org/drawingml/2006/main" rot="2700000" flipH="1" flipV="1">
            <a:off x="2189186"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AB6C9D11-55DC-ECB4-FEFE-8B7F4F458616}"/>
              </a:ext>
            </a:extLst>
          </p:cNvPr>
          <p:cNvSpPr>
            <a:spLocks xmlns:a="http://schemas.openxmlformats.org/drawingml/2006/main" noGrp="1"/>
          </p:cNvSpPr>
          <p:nvPr/>
        </p:nvSpPr>
        <p:spPr>
          <a:xfrm xmlns:a="http://schemas.openxmlformats.org/drawingml/2006/main" rot="2700000" flipH="1" flipV="1">
            <a:off x="993452"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45D9DE3-533D-9B2A-5E7C-5C5E96305BA1}"/>
              </a:ext>
            </a:extLst>
          </p:cNvPr>
          <p:cNvSpPr>
            <a:spLocks xmlns:a="http://schemas.openxmlformats.org/drawingml/2006/main" noGrp="1"/>
          </p:cNvSpPr>
          <p:nvPr/>
        </p:nvSpPr>
        <p:spPr>
          <a:xfrm xmlns:a="http://schemas.openxmlformats.org/drawingml/2006/main" rot="2700000" flipH="1" flipV="1">
            <a:off x="1644452"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0" name="Forme libre : forme 39">
            <a:extLst xmlns:a="http://schemas.openxmlformats.org/drawingml/2006/main">
              <a:ext uri="{FF2B5EF4-FFF2-40B4-BE49-F238E27FC236}">
                <a16:creationId xmlns:a16="http://schemas.microsoft.com/office/drawing/2014/main" id="{ABB91EFA-4277-140E-CE94-A5FA606FBF58}"/>
              </a:ext>
            </a:extLst>
          </p:cNvPr>
          <p:cNvSpPr>
            <a:spLocks xmlns:a="http://schemas.openxmlformats.org/drawingml/2006/main" noGrp="1"/>
          </p:cNvSpPr>
          <p:nvPr/>
        </p:nvSpPr>
        <p:spPr>
          <a:xfrm xmlns:a="http://schemas.openxmlformats.org/drawingml/2006/main" flipH="1" flipV="1">
            <a:off x="0" y="2607724"/>
            <a:ext cx="1245653" cy="812062"/>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Espace réservé du texte 41">
            <a:extLst xmlns:a="http://schemas.openxmlformats.org/drawingml/2006/main">
              <a:ext uri="{FF2B5EF4-FFF2-40B4-BE49-F238E27FC236}">
                <a16:creationId xmlns:a16="http://schemas.microsoft.com/office/drawing/2014/main" id="{D6310C2F-1AD9-A7E9-22AB-530D4FC1B21B}"/>
              </a:ext>
            </a:extLst>
          </p:cNvPr>
          <p:cNvSpPr>
            <a:spLocks xmlns:a="http://schemas.openxmlformats.org/drawingml/2006/main" noGrp="1"/>
          </p:cNvSpPr>
          <p:nvPr>
            <p:ph type="body" idx="14" hasCustomPrompt="1"/>
          </p:nvPr>
        </p:nvSpPr>
        <p:spPr>
          <a:xfrm xmlns:a="http://schemas.openxmlformats.org/drawingml/2006/main">
            <a:off x="4379856" y="2752876"/>
            <a:ext cx="227626" cy="492443"/>
          </a:xfrm>
        </p:spPr>
        <p:txBody>
          <a:bodyPr xmlns:a="http://schemas.openxmlformats.org/drawingml/2006/main" wrap="none" anchor="ctr"/>
          <a:lstStyle xmlns:a="http://schemas.openxmlformats.org/drawingml/2006/main">
            <a:lvl1pPr algn="ctr">
              <a:lnSpc>
                <a:spcPct val="100000"/>
              </a:lnSpc>
              <a:spcBef>
                <a:spcPts val="0"/>
              </a:spcBef>
              <a:buNone/>
              <a:defRPr sz="3200" b="1" cap="all" baseline="0">
                <a:solidFill>
                  <a:schemeClr val="bg1"/>
                </a:solidFill>
              </a:defRPr>
            </a:lvl1pPr>
          </a:lstStyle>
          <a:p xmlns:a="http://schemas.openxmlformats.org/drawingml/2006/main">
            <a:pPr lvl="0">
              <a:buNone/>
            </a:pPr>
            <a:r>
              <a:t>0</a:t>
            </a:r>
          </a:p>
        </p:txBody>
      </p:sp>
    </p:spTree>
  </p:cSld>
</p:sldLayout>
</file>

<file path=ppt/slideLayouts/slideLayout12.xml><?xml version="1.0" encoding="utf-8"?>
<p:sldLayout xmlns:p="http://schemas.openxmlformats.org/presentationml/2006/main" preserve="1" userDrawn="1">
  <p:cSld name="V2 Chapitre Oran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5858934" y="2209607"/>
            <a:ext cx="5404516" cy="1846659"/>
          </a:xfrm>
        </p:spPr>
        <p:txBody>
          <a:bodyPr xmlns:a="http://schemas.openxmlformats.org/drawingml/2006/main" anchor="ctr"/>
          <a:lstStyle xmlns:a="http://schemas.openxmlformats.org/drawingml/2006/main">
            <a:lvl1pPr>
              <a:lnSpc>
                <a:spcPct val="100000"/>
              </a:lnSpc>
              <a:spcBef>
                <a:spcPts val="0"/>
              </a:spcBef>
              <a:buNone/>
              <a:defRPr sz="4000" b="1" cap="all" baseline="0">
                <a:solidFill>
                  <a:schemeClr val="accent5"/>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D03BE014-8CB9-66C9-5500-8133176CBDC8}"/>
              </a:ext>
            </a:extLst>
          </p:cNvPr>
          <p:cNvSpPr>
            <a:spLocks xmlns:a="http://schemas.openxmlformats.org/drawingml/2006/main" noGrp="1"/>
          </p:cNvSpPr>
          <p:nvPr/>
        </p:nvSpPr>
        <p:spPr>
          <a:xfrm xmlns:a="http://schemas.openxmlformats.org/drawingml/2006/main" rot="2700000" flipH="1" flipV="1">
            <a:off x="4102425"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99E33D33-12DD-A7D6-1935-3B9DCA902580}"/>
              </a:ext>
            </a:extLst>
          </p:cNvPr>
          <p:cNvSpPr>
            <a:spLocks xmlns:a="http://schemas.openxmlformats.org/drawingml/2006/main" noGrp="1"/>
          </p:cNvSpPr>
          <p:nvPr/>
        </p:nvSpPr>
        <p:spPr>
          <a:xfrm xmlns:a="http://schemas.openxmlformats.org/drawingml/2006/main" rot="2700000" flipH="1" flipV="1">
            <a:off x="2906691"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7C001E8B-D41B-9F6A-F493-749D526FADB8}"/>
              </a:ext>
            </a:extLst>
          </p:cNvPr>
          <p:cNvSpPr>
            <a:spLocks xmlns:a="http://schemas.openxmlformats.org/drawingml/2006/main" noGrp="1"/>
          </p:cNvSpPr>
          <p:nvPr/>
        </p:nvSpPr>
        <p:spPr>
          <a:xfrm xmlns:a="http://schemas.openxmlformats.org/drawingml/2006/main" rot="2700000" flipH="1" flipV="1">
            <a:off x="3557690"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4EB567F1-7C92-A65F-F36C-5072A5C37640}"/>
              </a:ext>
            </a:extLst>
          </p:cNvPr>
          <p:cNvSpPr>
            <a:spLocks xmlns:a="http://schemas.openxmlformats.org/drawingml/2006/main" noGrp="1"/>
          </p:cNvSpPr>
          <p:nvPr/>
        </p:nvSpPr>
        <p:spPr>
          <a:xfrm xmlns:a="http://schemas.openxmlformats.org/drawingml/2006/main" rot="2700000" flipH="1" flipV="1">
            <a:off x="2189186"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AB6C9D11-55DC-ECB4-FEFE-8B7F4F458616}"/>
              </a:ext>
            </a:extLst>
          </p:cNvPr>
          <p:cNvSpPr>
            <a:spLocks xmlns:a="http://schemas.openxmlformats.org/drawingml/2006/main" noGrp="1"/>
          </p:cNvSpPr>
          <p:nvPr/>
        </p:nvSpPr>
        <p:spPr>
          <a:xfrm xmlns:a="http://schemas.openxmlformats.org/drawingml/2006/main" rot="2700000" flipH="1" flipV="1">
            <a:off x="993452"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45D9DE3-533D-9B2A-5E7C-5C5E96305BA1}"/>
              </a:ext>
            </a:extLst>
          </p:cNvPr>
          <p:cNvSpPr>
            <a:spLocks xmlns:a="http://schemas.openxmlformats.org/drawingml/2006/main" noGrp="1"/>
          </p:cNvSpPr>
          <p:nvPr/>
        </p:nvSpPr>
        <p:spPr>
          <a:xfrm xmlns:a="http://schemas.openxmlformats.org/drawingml/2006/main" rot="2700000" flipH="1" flipV="1">
            <a:off x="1644452"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0" name="Forme libre : forme 39">
            <a:extLst xmlns:a="http://schemas.openxmlformats.org/drawingml/2006/main">
              <a:ext uri="{FF2B5EF4-FFF2-40B4-BE49-F238E27FC236}">
                <a16:creationId xmlns:a16="http://schemas.microsoft.com/office/drawing/2014/main" id="{ABB91EFA-4277-140E-CE94-A5FA606FBF58}"/>
              </a:ext>
            </a:extLst>
          </p:cNvPr>
          <p:cNvSpPr>
            <a:spLocks xmlns:a="http://schemas.openxmlformats.org/drawingml/2006/main" noGrp="1"/>
          </p:cNvSpPr>
          <p:nvPr/>
        </p:nvSpPr>
        <p:spPr>
          <a:xfrm xmlns:a="http://schemas.openxmlformats.org/drawingml/2006/main" flipH="1" flipV="1">
            <a:off x="0" y="2607724"/>
            <a:ext cx="1245653" cy="812062"/>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Espace réservé du texte 41">
            <a:extLst xmlns:a="http://schemas.openxmlformats.org/drawingml/2006/main">
              <a:ext uri="{FF2B5EF4-FFF2-40B4-BE49-F238E27FC236}">
                <a16:creationId xmlns:a16="http://schemas.microsoft.com/office/drawing/2014/main" id="{D6310C2F-1AD9-A7E9-22AB-530D4FC1B21B}"/>
              </a:ext>
            </a:extLst>
          </p:cNvPr>
          <p:cNvSpPr>
            <a:spLocks xmlns:a="http://schemas.openxmlformats.org/drawingml/2006/main" noGrp="1"/>
          </p:cNvSpPr>
          <p:nvPr>
            <p:ph type="body" idx="14" hasCustomPrompt="1"/>
          </p:nvPr>
        </p:nvSpPr>
        <p:spPr>
          <a:xfrm xmlns:a="http://schemas.openxmlformats.org/drawingml/2006/main">
            <a:off x="4379856" y="2752876"/>
            <a:ext cx="227626" cy="492443"/>
          </a:xfrm>
        </p:spPr>
        <p:txBody>
          <a:bodyPr xmlns:a="http://schemas.openxmlformats.org/drawingml/2006/main" wrap="none" anchor="ctr"/>
          <a:lstStyle xmlns:a="http://schemas.openxmlformats.org/drawingml/2006/main">
            <a:lvl1pPr algn="ctr">
              <a:lnSpc>
                <a:spcPct val="100000"/>
              </a:lnSpc>
              <a:spcBef>
                <a:spcPts val="0"/>
              </a:spcBef>
              <a:buNone/>
              <a:defRPr sz="3200" b="1" cap="all" baseline="0">
                <a:solidFill>
                  <a:schemeClr val="bg1"/>
                </a:solidFill>
              </a:defRPr>
            </a:lvl1pPr>
          </a:lstStyle>
          <a:p xmlns:a="http://schemas.openxmlformats.org/drawingml/2006/main">
            <a:pPr lvl="0">
              <a:buNone/>
            </a:pPr>
            <a:r>
              <a:t>0</a:t>
            </a:r>
          </a:p>
        </p:txBody>
      </p:sp>
    </p:spTree>
  </p:cSld>
</p:sldLayout>
</file>

<file path=ppt/slideLayouts/slideLayout13.xml><?xml version="1.0" encoding="utf-8"?>
<p:sldLayout xmlns:p="http://schemas.openxmlformats.org/presentationml/2006/main" preserve="1" userDrawn="1">
  <p:cSld name="V2 Chapitre Ros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5858934" y="2209607"/>
            <a:ext cx="5404516" cy="1846659"/>
          </a:xfrm>
        </p:spPr>
        <p:txBody>
          <a:bodyPr xmlns:a="http://schemas.openxmlformats.org/drawingml/2006/main" anchor="ctr"/>
          <a:lstStyle xmlns:a="http://schemas.openxmlformats.org/drawingml/2006/main">
            <a:lvl1pPr>
              <a:lnSpc>
                <a:spcPct val="100000"/>
              </a:lnSpc>
              <a:spcBef>
                <a:spcPts val="0"/>
              </a:spcBef>
              <a:buNone/>
              <a:defRPr sz="4000" b="1" cap="all" baseline="0">
                <a:solidFill>
                  <a:schemeClr val="accent3"/>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D03BE014-8CB9-66C9-5500-8133176CBDC8}"/>
              </a:ext>
            </a:extLst>
          </p:cNvPr>
          <p:cNvSpPr>
            <a:spLocks xmlns:a="http://schemas.openxmlformats.org/drawingml/2006/main" noGrp="1"/>
          </p:cNvSpPr>
          <p:nvPr/>
        </p:nvSpPr>
        <p:spPr>
          <a:xfrm xmlns:a="http://schemas.openxmlformats.org/drawingml/2006/main" rot="2700000" flipH="1" flipV="1">
            <a:off x="4102425"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99E33D33-12DD-A7D6-1935-3B9DCA902580}"/>
              </a:ext>
            </a:extLst>
          </p:cNvPr>
          <p:cNvSpPr>
            <a:spLocks xmlns:a="http://schemas.openxmlformats.org/drawingml/2006/main" noGrp="1"/>
          </p:cNvSpPr>
          <p:nvPr/>
        </p:nvSpPr>
        <p:spPr>
          <a:xfrm xmlns:a="http://schemas.openxmlformats.org/drawingml/2006/main" rot="2700000" flipH="1" flipV="1">
            <a:off x="2906691"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7C001E8B-D41B-9F6A-F493-749D526FADB8}"/>
              </a:ext>
            </a:extLst>
          </p:cNvPr>
          <p:cNvSpPr>
            <a:spLocks xmlns:a="http://schemas.openxmlformats.org/drawingml/2006/main" noGrp="1"/>
          </p:cNvSpPr>
          <p:nvPr/>
        </p:nvSpPr>
        <p:spPr>
          <a:xfrm xmlns:a="http://schemas.openxmlformats.org/drawingml/2006/main" rot="2700000" flipH="1" flipV="1">
            <a:off x="3557690"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4EB567F1-7C92-A65F-F36C-5072A5C37640}"/>
              </a:ext>
            </a:extLst>
          </p:cNvPr>
          <p:cNvSpPr>
            <a:spLocks xmlns:a="http://schemas.openxmlformats.org/drawingml/2006/main" noGrp="1"/>
          </p:cNvSpPr>
          <p:nvPr/>
        </p:nvSpPr>
        <p:spPr>
          <a:xfrm xmlns:a="http://schemas.openxmlformats.org/drawingml/2006/main" rot="2700000" flipH="1" flipV="1">
            <a:off x="2189186"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AB6C9D11-55DC-ECB4-FEFE-8B7F4F458616}"/>
              </a:ext>
            </a:extLst>
          </p:cNvPr>
          <p:cNvSpPr>
            <a:spLocks xmlns:a="http://schemas.openxmlformats.org/drawingml/2006/main" noGrp="1"/>
          </p:cNvSpPr>
          <p:nvPr/>
        </p:nvSpPr>
        <p:spPr>
          <a:xfrm xmlns:a="http://schemas.openxmlformats.org/drawingml/2006/main" rot="2700000" flipH="1" flipV="1">
            <a:off x="993452"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45D9DE3-533D-9B2A-5E7C-5C5E96305BA1}"/>
              </a:ext>
            </a:extLst>
          </p:cNvPr>
          <p:cNvSpPr>
            <a:spLocks xmlns:a="http://schemas.openxmlformats.org/drawingml/2006/main" noGrp="1"/>
          </p:cNvSpPr>
          <p:nvPr/>
        </p:nvSpPr>
        <p:spPr>
          <a:xfrm xmlns:a="http://schemas.openxmlformats.org/drawingml/2006/main" rot="2700000" flipH="1" flipV="1">
            <a:off x="1644452"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0" name="Forme libre : forme 39">
            <a:extLst xmlns:a="http://schemas.openxmlformats.org/drawingml/2006/main">
              <a:ext uri="{FF2B5EF4-FFF2-40B4-BE49-F238E27FC236}">
                <a16:creationId xmlns:a16="http://schemas.microsoft.com/office/drawing/2014/main" id="{ABB91EFA-4277-140E-CE94-A5FA606FBF58}"/>
              </a:ext>
            </a:extLst>
          </p:cNvPr>
          <p:cNvSpPr>
            <a:spLocks xmlns:a="http://schemas.openxmlformats.org/drawingml/2006/main" noGrp="1"/>
          </p:cNvSpPr>
          <p:nvPr/>
        </p:nvSpPr>
        <p:spPr>
          <a:xfrm xmlns:a="http://schemas.openxmlformats.org/drawingml/2006/main" flipH="1" flipV="1">
            <a:off x="0" y="2607724"/>
            <a:ext cx="1245653" cy="812062"/>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EED7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Espace réservé du texte 41">
            <a:extLst xmlns:a="http://schemas.openxmlformats.org/drawingml/2006/main">
              <a:ext uri="{FF2B5EF4-FFF2-40B4-BE49-F238E27FC236}">
                <a16:creationId xmlns:a16="http://schemas.microsoft.com/office/drawing/2014/main" id="{D6310C2F-1AD9-A7E9-22AB-530D4FC1B21B}"/>
              </a:ext>
            </a:extLst>
          </p:cNvPr>
          <p:cNvSpPr>
            <a:spLocks xmlns:a="http://schemas.openxmlformats.org/drawingml/2006/main" noGrp="1"/>
          </p:cNvSpPr>
          <p:nvPr>
            <p:ph type="body" idx="14" hasCustomPrompt="1"/>
          </p:nvPr>
        </p:nvSpPr>
        <p:spPr>
          <a:xfrm xmlns:a="http://schemas.openxmlformats.org/drawingml/2006/main">
            <a:off x="4379856" y="2752876"/>
            <a:ext cx="227626" cy="492443"/>
          </a:xfrm>
        </p:spPr>
        <p:txBody>
          <a:bodyPr xmlns:a="http://schemas.openxmlformats.org/drawingml/2006/main" wrap="none" anchor="ctr"/>
          <a:lstStyle xmlns:a="http://schemas.openxmlformats.org/drawingml/2006/main">
            <a:lvl1pPr algn="ctr">
              <a:lnSpc>
                <a:spcPct val="100000"/>
              </a:lnSpc>
              <a:spcBef>
                <a:spcPts val="0"/>
              </a:spcBef>
              <a:buNone/>
              <a:defRPr sz="3200" b="1" cap="all" baseline="0">
                <a:solidFill>
                  <a:schemeClr val="bg1"/>
                </a:solidFill>
              </a:defRPr>
            </a:lvl1pPr>
          </a:lstStyle>
          <a:p xmlns:a="http://schemas.openxmlformats.org/drawingml/2006/main">
            <a:pPr lvl="0">
              <a:buNone/>
            </a:pPr>
            <a:r>
              <a:t>0</a:t>
            </a:r>
          </a:p>
        </p:txBody>
      </p:sp>
    </p:spTree>
  </p:cSld>
</p:sldLayout>
</file>

<file path=ppt/slideLayouts/slideLayout14.xml><?xml version="1.0" encoding="utf-8"?>
<p:sldLayout xmlns:p="http://schemas.openxmlformats.org/presentationml/2006/main" preserve="1" userDrawn="1">
  <p:cSld name="V2 Chapitre Violet">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5858934" y="2209607"/>
            <a:ext cx="5404516" cy="1846659"/>
          </a:xfrm>
        </p:spPr>
        <p:txBody>
          <a:bodyPr xmlns:a="http://schemas.openxmlformats.org/drawingml/2006/main" anchor="ctr"/>
          <a:lstStyle xmlns:a="http://schemas.openxmlformats.org/drawingml/2006/main">
            <a:lvl1pPr>
              <a:lnSpc>
                <a:spcPct val="100000"/>
              </a:lnSpc>
              <a:spcBef>
                <a:spcPts val="0"/>
              </a:spcBef>
              <a:buNone/>
              <a:defRPr sz="4000" b="1" cap="all" baseline="0">
                <a:solidFill>
                  <a:schemeClr val="accent4"/>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D03BE014-8CB9-66C9-5500-8133176CBDC8}"/>
              </a:ext>
            </a:extLst>
          </p:cNvPr>
          <p:cNvSpPr>
            <a:spLocks xmlns:a="http://schemas.openxmlformats.org/drawingml/2006/main" noGrp="1"/>
          </p:cNvSpPr>
          <p:nvPr/>
        </p:nvSpPr>
        <p:spPr>
          <a:xfrm xmlns:a="http://schemas.openxmlformats.org/drawingml/2006/main" rot="2700000" flipH="1" flipV="1">
            <a:off x="4102425"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99E33D33-12DD-A7D6-1935-3B9DCA902580}"/>
              </a:ext>
            </a:extLst>
          </p:cNvPr>
          <p:cNvSpPr>
            <a:spLocks xmlns:a="http://schemas.openxmlformats.org/drawingml/2006/main" noGrp="1"/>
          </p:cNvSpPr>
          <p:nvPr/>
        </p:nvSpPr>
        <p:spPr>
          <a:xfrm xmlns:a="http://schemas.openxmlformats.org/drawingml/2006/main" rot="2700000" flipH="1" flipV="1">
            <a:off x="2906691"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D28FB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7C001E8B-D41B-9F6A-F493-749D526FADB8}"/>
              </a:ext>
            </a:extLst>
          </p:cNvPr>
          <p:cNvSpPr>
            <a:spLocks xmlns:a="http://schemas.openxmlformats.org/drawingml/2006/main" noGrp="1"/>
          </p:cNvSpPr>
          <p:nvPr/>
        </p:nvSpPr>
        <p:spPr>
          <a:xfrm xmlns:a="http://schemas.openxmlformats.org/drawingml/2006/main" rot="2700000" flipH="1" flipV="1">
            <a:off x="3557690"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D28FB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4EB567F1-7C92-A65F-F36C-5072A5C37640}"/>
              </a:ext>
            </a:extLst>
          </p:cNvPr>
          <p:cNvSpPr>
            <a:spLocks xmlns:a="http://schemas.openxmlformats.org/drawingml/2006/main" noGrp="1"/>
          </p:cNvSpPr>
          <p:nvPr/>
        </p:nvSpPr>
        <p:spPr>
          <a:xfrm xmlns:a="http://schemas.openxmlformats.org/drawingml/2006/main" rot="2700000" flipH="1" flipV="1">
            <a:off x="2189186"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AB6C9D11-55DC-ECB4-FEFE-8B7F4F458616}"/>
              </a:ext>
            </a:extLst>
          </p:cNvPr>
          <p:cNvSpPr>
            <a:spLocks xmlns:a="http://schemas.openxmlformats.org/drawingml/2006/main" noGrp="1"/>
          </p:cNvSpPr>
          <p:nvPr/>
        </p:nvSpPr>
        <p:spPr>
          <a:xfrm xmlns:a="http://schemas.openxmlformats.org/drawingml/2006/main" rot="2700000" flipH="1" flipV="1">
            <a:off x="993452"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D28FB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45D9DE3-533D-9B2A-5E7C-5C5E96305BA1}"/>
              </a:ext>
            </a:extLst>
          </p:cNvPr>
          <p:cNvSpPr>
            <a:spLocks xmlns:a="http://schemas.openxmlformats.org/drawingml/2006/main" noGrp="1"/>
          </p:cNvSpPr>
          <p:nvPr/>
        </p:nvSpPr>
        <p:spPr>
          <a:xfrm xmlns:a="http://schemas.openxmlformats.org/drawingml/2006/main" rot="2700000" flipH="1" flipV="1">
            <a:off x="1644452"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D28FB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0" name="Forme libre : forme 39">
            <a:extLst xmlns:a="http://schemas.openxmlformats.org/drawingml/2006/main">
              <a:ext uri="{FF2B5EF4-FFF2-40B4-BE49-F238E27FC236}">
                <a16:creationId xmlns:a16="http://schemas.microsoft.com/office/drawing/2014/main" id="{ABB91EFA-4277-140E-CE94-A5FA606FBF58}"/>
              </a:ext>
            </a:extLst>
          </p:cNvPr>
          <p:cNvSpPr>
            <a:spLocks xmlns:a="http://schemas.openxmlformats.org/drawingml/2006/main" noGrp="1"/>
          </p:cNvSpPr>
          <p:nvPr/>
        </p:nvSpPr>
        <p:spPr>
          <a:xfrm xmlns:a="http://schemas.openxmlformats.org/drawingml/2006/main" flipH="1" flipV="1">
            <a:off x="0" y="2607724"/>
            <a:ext cx="1245653" cy="812062"/>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D28FB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Espace réservé du texte 41">
            <a:extLst xmlns:a="http://schemas.openxmlformats.org/drawingml/2006/main">
              <a:ext uri="{FF2B5EF4-FFF2-40B4-BE49-F238E27FC236}">
                <a16:creationId xmlns:a16="http://schemas.microsoft.com/office/drawing/2014/main" id="{D6310C2F-1AD9-A7E9-22AB-530D4FC1B21B}"/>
              </a:ext>
            </a:extLst>
          </p:cNvPr>
          <p:cNvSpPr>
            <a:spLocks xmlns:a="http://schemas.openxmlformats.org/drawingml/2006/main" noGrp="1"/>
          </p:cNvSpPr>
          <p:nvPr>
            <p:ph type="body" idx="14" hasCustomPrompt="1"/>
          </p:nvPr>
        </p:nvSpPr>
        <p:spPr>
          <a:xfrm xmlns:a="http://schemas.openxmlformats.org/drawingml/2006/main">
            <a:off x="4379856" y="2752876"/>
            <a:ext cx="227626" cy="492443"/>
          </a:xfrm>
        </p:spPr>
        <p:txBody>
          <a:bodyPr xmlns:a="http://schemas.openxmlformats.org/drawingml/2006/main" wrap="none" anchor="ctr"/>
          <a:lstStyle xmlns:a="http://schemas.openxmlformats.org/drawingml/2006/main">
            <a:lvl1pPr algn="ctr">
              <a:lnSpc>
                <a:spcPct val="100000"/>
              </a:lnSpc>
              <a:spcBef>
                <a:spcPts val="0"/>
              </a:spcBef>
              <a:buNone/>
              <a:defRPr sz="3200" b="1" cap="all" baseline="0">
                <a:solidFill>
                  <a:schemeClr val="bg1"/>
                </a:solidFill>
              </a:defRPr>
            </a:lvl1pPr>
          </a:lstStyle>
          <a:p xmlns:a="http://schemas.openxmlformats.org/drawingml/2006/main">
            <a:pPr lvl="0">
              <a:buNone/>
            </a:pPr>
            <a:r>
              <a:t>0</a:t>
            </a:r>
          </a:p>
        </p:txBody>
      </p:sp>
    </p:spTree>
  </p:cSld>
</p:sldLayout>
</file>

<file path=ppt/slideLayouts/slideLayout15.xml><?xml version="1.0" encoding="utf-8"?>
<p:sldLayout xmlns:p="http://schemas.openxmlformats.org/presentationml/2006/main" preserve="1" userDrawn="1">
  <p:cSld name="1_V2 Chapitre Violet">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useBgFill="1">
        <p:nvSpPr>
          <p:cNvPr id="32" name="Rectangle 31">
            <a:extLst xmlns:a="http://schemas.openxmlformats.org/drawingml/2006/main">
              <a:ext uri="{FF2B5EF4-FFF2-40B4-BE49-F238E27FC236}">
                <a16:creationId xmlns:a16="http://schemas.microsoft.com/office/drawing/2014/main" id="{8DCF80C4-AEC6-F9E5-EE3C-D1BC880BE2A7}"/>
              </a:ext>
            </a:extLst>
          </p:cNvPr>
          <p:cNvSpPr>
            <a:spLocks xmlns:a="http://schemas.openxmlformats.org/drawingml/2006/main" noGrp="1"/>
          </p:cNvSpPr>
          <p:nvPr/>
        </p:nvSpPr>
        <p:spPr>
          <a:xfrm xmlns:a="http://schemas.openxmlformats.org/drawingml/2006/main">
            <a:off x="528320" y="284480"/>
            <a:ext cx="1254760" cy="50765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41">
            <a:extLst xmlns:a="http://schemas.openxmlformats.org/drawingml/2006/main">
              <a:ext uri="{FF2B5EF4-FFF2-40B4-BE49-F238E27FC236}">
                <a16:creationId xmlns:a16="http://schemas.microsoft.com/office/drawing/2014/main" id="{1DF3F27F-9E2B-007E-6B17-152BE2AC25D5}"/>
              </a:ext>
            </a:extLst>
          </p:cNvPr>
          <p:cNvSpPr>
            <a:spLocks xmlns:a="http://schemas.openxmlformats.org/drawingml/2006/main" noGrp="1"/>
          </p:cNvSpPr>
          <p:nvPr>
            <p:ph type="body" idx="13" hasCustomPrompt="1"/>
          </p:nvPr>
        </p:nvSpPr>
        <p:spPr>
          <a:xfrm xmlns:a="http://schemas.openxmlformats.org/drawingml/2006/main">
            <a:off x="5858934" y="2209607"/>
            <a:ext cx="5404516" cy="1846659"/>
          </a:xfrm>
        </p:spPr>
        <p:txBody>
          <a:bodyPr xmlns:a="http://schemas.openxmlformats.org/drawingml/2006/main" anchor="ctr"/>
          <a:lstStyle xmlns:a="http://schemas.openxmlformats.org/drawingml/2006/main">
            <a:lvl1pPr>
              <a:lnSpc>
                <a:spcPct val="100000"/>
              </a:lnSpc>
              <a:spcBef>
                <a:spcPts val="0"/>
              </a:spcBef>
              <a:buNone/>
              <a:defRPr sz="4000" b="1" cap="all" baseline="0">
                <a:solidFill>
                  <a:schemeClr val="accent6"/>
                </a:solidFill>
              </a:defRPr>
            </a:lvl1pPr>
          </a:lstStyle>
          <a:p xmlns:a="http://schemas.openxmlformats.org/drawingml/2006/main">
            <a:pPr lvl="0">
              <a:buNone/>
            </a:pPr>
            <a:r>
              <a:t>Titre de la partie </a:t>
            </a:r>
            <a:br/>
            <a:r>
              <a:t>sur deux lignes </a:t>
            </a:r>
            <a:br/>
            <a:r>
              <a:t>de texte ou plus</a:t>
            </a:r>
          </a:p>
        </p:txBody>
      </p:sp>
      <p:sp>
        <p:nvSpPr>
          <p:cNvPr id="33" name="Forme libre : forme 32">
            <a:extLst xmlns:a="http://schemas.openxmlformats.org/drawingml/2006/main">
              <a:ext uri="{FF2B5EF4-FFF2-40B4-BE49-F238E27FC236}">
                <a16:creationId xmlns:a16="http://schemas.microsoft.com/office/drawing/2014/main" id="{D03BE014-8CB9-66C9-5500-8133176CBDC8}"/>
              </a:ext>
            </a:extLst>
          </p:cNvPr>
          <p:cNvSpPr>
            <a:spLocks xmlns:a="http://schemas.openxmlformats.org/drawingml/2006/main" noGrp="1"/>
          </p:cNvSpPr>
          <p:nvPr/>
        </p:nvSpPr>
        <p:spPr>
          <a:xfrm xmlns:a="http://schemas.openxmlformats.org/drawingml/2006/main" rot="2700000" flipH="1" flipV="1">
            <a:off x="4102425"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5" name="Forme libre : forme 34">
            <a:extLst xmlns:a="http://schemas.openxmlformats.org/drawingml/2006/main">
              <a:ext uri="{FF2B5EF4-FFF2-40B4-BE49-F238E27FC236}">
                <a16:creationId xmlns:a16="http://schemas.microsoft.com/office/drawing/2014/main" id="{99E33D33-12DD-A7D6-1935-3B9DCA902580}"/>
              </a:ext>
            </a:extLst>
          </p:cNvPr>
          <p:cNvSpPr>
            <a:spLocks xmlns:a="http://schemas.openxmlformats.org/drawingml/2006/main" noGrp="1"/>
          </p:cNvSpPr>
          <p:nvPr/>
        </p:nvSpPr>
        <p:spPr>
          <a:xfrm xmlns:a="http://schemas.openxmlformats.org/drawingml/2006/main" rot="2700000" flipH="1" flipV="1">
            <a:off x="2906691"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6" name="Forme libre : forme 35">
            <a:extLst xmlns:a="http://schemas.openxmlformats.org/drawingml/2006/main">
              <a:ext uri="{FF2B5EF4-FFF2-40B4-BE49-F238E27FC236}">
                <a16:creationId xmlns:a16="http://schemas.microsoft.com/office/drawing/2014/main" id="{7C001E8B-D41B-9F6A-F493-749D526FADB8}"/>
              </a:ext>
            </a:extLst>
          </p:cNvPr>
          <p:cNvSpPr>
            <a:spLocks xmlns:a="http://schemas.openxmlformats.org/drawingml/2006/main" noGrp="1"/>
          </p:cNvSpPr>
          <p:nvPr/>
        </p:nvSpPr>
        <p:spPr>
          <a:xfrm xmlns:a="http://schemas.openxmlformats.org/drawingml/2006/main" rot="2700000" flipH="1" flipV="1">
            <a:off x="3557690"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7" name="Forme libre : forme 36">
            <a:extLst xmlns:a="http://schemas.openxmlformats.org/drawingml/2006/main">
              <a:ext uri="{FF2B5EF4-FFF2-40B4-BE49-F238E27FC236}">
                <a16:creationId xmlns:a16="http://schemas.microsoft.com/office/drawing/2014/main" id="{4EB567F1-7C92-A65F-F36C-5072A5C37640}"/>
              </a:ext>
            </a:extLst>
          </p:cNvPr>
          <p:cNvSpPr>
            <a:spLocks xmlns:a="http://schemas.openxmlformats.org/drawingml/2006/main" noGrp="1"/>
          </p:cNvSpPr>
          <p:nvPr/>
        </p:nvSpPr>
        <p:spPr>
          <a:xfrm xmlns:a="http://schemas.openxmlformats.org/drawingml/2006/main" rot="2700000" flipH="1" flipV="1">
            <a:off x="2189186" y="2608625"/>
            <a:ext cx="810256" cy="810261"/>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8" name="Forme libre : forme 37">
            <a:extLst xmlns:a="http://schemas.openxmlformats.org/drawingml/2006/main">
              <a:ext uri="{FF2B5EF4-FFF2-40B4-BE49-F238E27FC236}">
                <a16:creationId xmlns:a16="http://schemas.microsoft.com/office/drawing/2014/main" id="{AB6C9D11-55DC-ECB4-FEFE-8B7F4F458616}"/>
              </a:ext>
            </a:extLst>
          </p:cNvPr>
          <p:cNvSpPr>
            <a:spLocks xmlns:a="http://schemas.openxmlformats.org/drawingml/2006/main" noGrp="1"/>
          </p:cNvSpPr>
          <p:nvPr/>
        </p:nvSpPr>
        <p:spPr>
          <a:xfrm xmlns:a="http://schemas.openxmlformats.org/drawingml/2006/main" rot="2700000" flipH="1" flipV="1">
            <a:off x="993452" y="2062610"/>
            <a:ext cx="2114041" cy="812062"/>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9" name="Forme libre : forme 38">
            <a:extLst xmlns:a="http://schemas.openxmlformats.org/drawingml/2006/main">
              <a:ext uri="{FF2B5EF4-FFF2-40B4-BE49-F238E27FC236}">
                <a16:creationId xmlns:a16="http://schemas.microsoft.com/office/drawing/2014/main" id="{B45D9DE3-533D-9B2A-5E7C-5C5E96305BA1}"/>
              </a:ext>
            </a:extLst>
          </p:cNvPr>
          <p:cNvSpPr>
            <a:spLocks xmlns:a="http://schemas.openxmlformats.org/drawingml/2006/main" noGrp="1"/>
          </p:cNvSpPr>
          <p:nvPr/>
        </p:nvSpPr>
        <p:spPr>
          <a:xfrm xmlns:a="http://schemas.openxmlformats.org/drawingml/2006/main" rot="2700000" flipH="1" flipV="1">
            <a:off x="1644452" y="2501837"/>
            <a:ext cx="812061" cy="2114061"/>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0" name="Forme libre : forme 39">
            <a:extLst xmlns:a="http://schemas.openxmlformats.org/drawingml/2006/main">
              <a:ext uri="{FF2B5EF4-FFF2-40B4-BE49-F238E27FC236}">
                <a16:creationId xmlns:a16="http://schemas.microsoft.com/office/drawing/2014/main" id="{ABB91EFA-4277-140E-CE94-A5FA606FBF58}"/>
              </a:ext>
            </a:extLst>
          </p:cNvPr>
          <p:cNvSpPr>
            <a:spLocks xmlns:a="http://schemas.openxmlformats.org/drawingml/2006/main" noGrp="1"/>
          </p:cNvSpPr>
          <p:nvPr/>
        </p:nvSpPr>
        <p:spPr>
          <a:xfrm xmlns:a="http://schemas.openxmlformats.org/drawingml/2006/main" flipH="1" flipV="1">
            <a:off x="0" y="2607724"/>
            <a:ext cx="1245653" cy="812062"/>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BCD1D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3" name="Espace réservé du texte 41">
            <a:extLst xmlns:a="http://schemas.openxmlformats.org/drawingml/2006/main">
              <a:ext uri="{FF2B5EF4-FFF2-40B4-BE49-F238E27FC236}">
                <a16:creationId xmlns:a16="http://schemas.microsoft.com/office/drawing/2014/main" id="{D6310C2F-1AD9-A7E9-22AB-530D4FC1B21B}"/>
              </a:ext>
            </a:extLst>
          </p:cNvPr>
          <p:cNvSpPr>
            <a:spLocks xmlns:a="http://schemas.openxmlformats.org/drawingml/2006/main" noGrp="1"/>
          </p:cNvSpPr>
          <p:nvPr>
            <p:ph type="body" idx="14" hasCustomPrompt="1"/>
          </p:nvPr>
        </p:nvSpPr>
        <p:spPr>
          <a:xfrm xmlns:a="http://schemas.openxmlformats.org/drawingml/2006/main">
            <a:off x="4379856" y="2752876"/>
            <a:ext cx="227626" cy="492443"/>
          </a:xfrm>
        </p:spPr>
        <p:txBody>
          <a:bodyPr xmlns:a="http://schemas.openxmlformats.org/drawingml/2006/main" wrap="none" anchor="ctr"/>
          <a:lstStyle xmlns:a="http://schemas.openxmlformats.org/drawingml/2006/main">
            <a:lvl1pPr algn="ctr">
              <a:lnSpc>
                <a:spcPct val="100000"/>
              </a:lnSpc>
              <a:spcBef>
                <a:spcPts val="0"/>
              </a:spcBef>
              <a:buNone/>
              <a:defRPr sz="3200" b="1" cap="all" baseline="0">
                <a:solidFill>
                  <a:schemeClr val="bg1"/>
                </a:solidFill>
              </a:defRPr>
            </a:lvl1pPr>
          </a:lstStyle>
          <a:p xmlns:a="http://schemas.openxmlformats.org/drawingml/2006/main">
            <a:pPr lvl="0">
              <a:buNone/>
            </a:pPr>
            <a:r>
              <a:t>0</a:t>
            </a:r>
          </a:p>
        </p:txBody>
      </p:sp>
    </p:spTree>
  </p:cSld>
</p:sldLayout>
</file>

<file path=ppt/slideLayouts/slideLayout16.xml><?xml version="1.0" encoding="utf-8"?>
<p:sldLayout xmlns:p="http://schemas.openxmlformats.org/presentationml/2006/main" preserve="1" userDrawn="1">
  <p:cSld name="Sous Chapitre">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5" name="Rectangle : avec coins arrondis en haut 4">
            <a:extLst xmlns:a="http://schemas.openxmlformats.org/drawingml/2006/main">
              <a:ext uri="{FF2B5EF4-FFF2-40B4-BE49-F238E27FC236}">
                <a16:creationId xmlns:a16="http://schemas.microsoft.com/office/drawing/2014/main" id="{E8F86987-4500-CDB1-38BD-72A7D87CA0CA}"/>
              </a:ext>
            </a:extLst>
          </p:cNvPr>
          <p:cNvSpPr>
            <a:spLocks xmlns:a="http://schemas.openxmlformats.org/drawingml/2006/main" noGrp="1"/>
          </p:cNvSpPr>
          <p:nvPr/>
        </p:nvSpPr>
        <p:spPr>
          <a:xfrm xmlns:a="http://schemas.openxmlformats.org/drawingml/2006/main" rot="16200000">
            <a:off x="6713824" y="-239005"/>
            <a:ext cx="4443306" cy="6513049"/>
          </a:xfrm>
          <a:prstGeom xmlns:a="http://schemas.openxmlformats.org/drawingml/2006/main" prst="round2SameRect">
            <a:avLst>
              <a:gd name="adj1" fmla="val 50000"/>
              <a:gd name="adj2"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B8774AB7-8A5B-4C30-C8D0-F02336A15085}"/>
              </a:ext>
            </a:extLst>
          </p:cNvPr>
          <p:cNvSpPr>
            <a:spLocks xmlns:a="http://schemas.openxmlformats.org/drawingml/2006/main" noGrp="1"/>
          </p:cNvSpPr>
          <p:nvPr/>
        </p:nvSpPr>
        <p:spPr>
          <a:xfrm xmlns:a="http://schemas.openxmlformats.org/drawingml/2006/main" rot="0" flipH="0" flipV="0">
            <a:off x="1599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4412CF3A-3D5B-8258-4350-16E34CE77153}"/>
              </a:ext>
            </a:extLst>
          </p:cNvPr>
          <p:cNvSpPr>
            <a:spLocks xmlns:a="http://schemas.openxmlformats.org/drawingml/2006/main" noGrp="1"/>
          </p:cNvSpPr>
          <p:nvPr/>
        </p:nvSpPr>
        <p:spPr>
          <a:xfrm xmlns:a="http://schemas.openxmlformats.org/drawingml/2006/main" rot="0" flipH="0" flipV="0">
            <a:off x="2267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5CD75244-911D-3DAA-7AA8-C27FD4F5E781}"/>
              </a:ext>
            </a:extLst>
          </p:cNvPr>
          <p:cNvSpPr>
            <a:spLocks xmlns:a="http://schemas.openxmlformats.org/drawingml/2006/main" noGrp="1"/>
          </p:cNvSpPr>
          <p:nvPr/>
        </p:nvSpPr>
        <p:spPr>
          <a:xfrm xmlns:a="http://schemas.openxmlformats.org/drawingml/2006/main" rot="0" flipH="0" flipV="0">
            <a:off x="2267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B34C8377-31A3-6A88-C8C2-F03B18743FFB}"/>
              </a:ext>
            </a:extLst>
          </p:cNvPr>
          <p:cNvSpPr>
            <a:spLocks xmlns:a="http://schemas.openxmlformats.org/drawingml/2006/main" noGrp="1"/>
          </p:cNvSpPr>
          <p:nvPr/>
        </p:nvSpPr>
        <p:spPr>
          <a:xfrm xmlns:a="http://schemas.openxmlformats.org/drawingml/2006/main" rot="0" flipH="0" flipV="0">
            <a:off x="2691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BE33B70F-D5D2-2033-E816-22B90A9C54DE}"/>
              </a:ext>
            </a:extLst>
          </p:cNvPr>
          <p:cNvSpPr>
            <a:spLocks xmlns:a="http://schemas.openxmlformats.org/drawingml/2006/main" noGrp="1"/>
          </p:cNvSpPr>
          <p:nvPr/>
        </p:nvSpPr>
        <p:spPr>
          <a:xfrm xmlns:a="http://schemas.openxmlformats.org/drawingml/2006/main" rot="0" flipH="0" flipV="0">
            <a:off x="3276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05384D4E-5676-F1FF-AF57-552F9BB77C80}"/>
              </a:ext>
            </a:extLst>
          </p:cNvPr>
          <p:cNvSpPr>
            <a:spLocks xmlns:a="http://schemas.openxmlformats.org/drawingml/2006/main" noGrp="1"/>
          </p:cNvSpPr>
          <p:nvPr/>
        </p:nvSpPr>
        <p:spPr>
          <a:xfrm xmlns:a="http://schemas.openxmlformats.org/drawingml/2006/main" rot="0" flipH="0" flipV="0">
            <a:off x="1706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97C9D524-21D6-32DC-4AE0-52B92042DD97}"/>
              </a:ext>
            </a:extLst>
          </p:cNvPr>
          <p:cNvSpPr>
            <a:spLocks xmlns:a="http://schemas.openxmlformats.org/drawingml/2006/main" noGrp="1"/>
          </p:cNvSpPr>
          <p:nvPr/>
        </p:nvSpPr>
        <p:spPr>
          <a:xfrm xmlns:a="http://schemas.openxmlformats.org/drawingml/2006/main" rot="0" flipH="0" flipV="0">
            <a:off x="1760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16B405BA-3D6A-D59F-B8A7-20AF33FFD00A}"/>
              </a:ext>
            </a:extLst>
          </p:cNvPr>
          <p:cNvSpPr>
            <a:spLocks xmlns:a="http://schemas.openxmlformats.org/drawingml/2006/main" noGrp="1"/>
          </p:cNvSpPr>
          <p:nvPr/>
        </p:nvSpPr>
        <p:spPr>
          <a:xfrm xmlns:a="http://schemas.openxmlformats.org/drawingml/2006/main" rot="0" flipH="0" flipV="0">
            <a:off x="1989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56625E5A-E580-3777-B9EF-66624EF20AC3}"/>
              </a:ext>
            </a:extLst>
          </p:cNvPr>
          <p:cNvSpPr>
            <a:spLocks xmlns:a="http://schemas.openxmlformats.org/drawingml/2006/main" noGrp="1"/>
          </p:cNvSpPr>
          <p:nvPr/>
        </p:nvSpPr>
        <p:spPr>
          <a:xfrm xmlns:a="http://schemas.openxmlformats.org/drawingml/2006/main" rot="0" flipH="0" flipV="0">
            <a:off x="2139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5EA26604-1A75-27C4-379E-ED3CE89D0AEA}"/>
              </a:ext>
            </a:extLst>
          </p:cNvPr>
          <p:cNvSpPr>
            <a:spLocks xmlns:a="http://schemas.openxmlformats.org/drawingml/2006/main" noGrp="1"/>
          </p:cNvSpPr>
          <p:nvPr/>
        </p:nvSpPr>
        <p:spPr>
          <a:xfrm xmlns:a="http://schemas.openxmlformats.org/drawingml/2006/main" rot="0" flipH="0" flipV="0">
            <a:off x="2326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6ECB3F64-8182-2B7D-E8E5-0757F8E68A95}"/>
              </a:ext>
            </a:extLst>
          </p:cNvPr>
          <p:cNvSpPr>
            <a:spLocks xmlns:a="http://schemas.openxmlformats.org/drawingml/2006/main" noGrp="1"/>
          </p:cNvSpPr>
          <p:nvPr/>
        </p:nvSpPr>
        <p:spPr>
          <a:xfrm xmlns:a="http://schemas.openxmlformats.org/drawingml/2006/main" rot="0" flipH="0" flipV="0">
            <a:off x="2578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384B0DB0-B34E-9DD3-59D4-A6E52EA190E5}"/>
              </a:ext>
            </a:extLst>
          </p:cNvPr>
          <p:cNvSpPr>
            <a:spLocks xmlns:a="http://schemas.openxmlformats.org/drawingml/2006/main" noGrp="1"/>
          </p:cNvSpPr>
          <p:nvPr/>
        </p:nvSpPr>
        <p:spPr>
          <a:xfrm xmlns:a="http://schemas.openxmlformats.org/drawingml/2006/main" rot="0" flipH="0" flipV="0">
            <a:off x="2713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D5693FFC-A85E-91D9-07CD-1AC8A08F5E95}"/>
              </a:ext>
            </a:extLst>
          </p:cNvPr>
          <p:cNvSpPr>
            <a:spLocks xmlns:a="http://schemas.openxmlformats.org/drawingml/2006/main" noGrp="1"/>
          </p:cNvSpPr>
          <p:nvPr/>
        </p:nvSpPr>
        <p:spPr>
          <a:xfrm xmlns:a="http://schemas.openxmlformats.org/drawingml/2006/main" rot="0" flipH="0" flipV="0">
            <a:off x="2853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E3C582CC-99F2-48B1-1841-8DD706F8BB56}"/>
              </a:ext>
            </a:extLst>
          </p:cNvPr>
          <p:cNvSpPr>
            <a:spLocks xmlns:a="http://schemas.openxmlformats.org/drawingml/2006/main" noGrp="1"/>
          </p:cNvSpPr>
          <p:nvPr/>
        </p:nvSpPr>
        <p:spPr>
          <a:xfrm xmlns:a="http://schemas.openxmlformats.org/drawingml/2006/main" rot="0" flipH="0" flipV="0">
            <a:off x="2995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B6AA4AA5-EDD9-0A32-B4D2-BA7097ED3120}"/>
              </a:ext>
            </a:extLst>
          </p:cNvPr>
          <p:cNvSpPr>
            <a:spLocks xmlns:a="http://schemas.openxmlformats.org/drawingml/2006/main" noGrp="1"/>
          </p:cNvSpPr>
          <p:nvPr/>
        </p:nvSpPr>
        <p:spPr>
          <a:xfrm xmlns:a="http://schemas.openxmlformats.org/drawingml/2006/main" rot="0" flipH="0" flipV="0">
            <a:off x="3070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E7DB0BB7-E9A6-CA09-19D3-71902F2B589F}"/>
              </a:ext>
            </a:extLst>
          </p:cNvPr>
          <p:cNvSpPr>
            <a:spLocks xmlns:a="http://schemas.openxmlformats.org/drawingml/2006/main" noGrp="1"/>
          </p:cNvSpPr>
          <p:nvPr/>
        </p:nvSpPr>
        <p:spPr>
          <a:xfrm xmlns:a="http://schemas.openxmlformats.org/drawingml/2006/main" rot="0" flipH="0" flipV="0">
            <a:off x="3217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217DE451-4D2D-218F-1AD2-1B8CE10DF1CC}"/>
              </a:ext>
            </a:extLst>
          </p:cNvPr>
          <p:cNvSpPr>
            <a:spLocks xmlns:a="http://schemas.openxmlformats.org/drawingml/2006/main" noGrp="1"/>
          </p:cNvSpPr>
          <p:nvPr/>
        </p:nvSpPr>
        <p:spPr>
          <a:xfrm xmlns:a="http://schemas.openxmlformats.org/drawingml/2006/main" rot="0" flipH="0" flipV="0">
            <a:off x="3314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5" name="Forme libre : forme 24">
            <a:extLst xmlns:a="http://schemas.openxmlformats.org/drawingml/2006/main">
              <a:ext uri="{FF2B5EF4-FFF2-40B4-BE49-F238E27FC236}">
                <a16:creationId xmlns:a16="http://schemas.microsoft.com/office/drawing/2014/main" id="{814C16E9-6A43-6389-5062-40A0E9E09D2F}"/>
              </a:ext>
            </a:extLst>
          </p:cNvPr>
          <p:cNvSpPr>
            <a:spLocks xmlns:a="http://schemas.openxmlformats.org/drawingml/2006/main" noGrp="1"/>
          </p:cNvSpPr>
          <p:nvPr/>
        </p:nvSpPr>
        <p:spPr>
          <a:xfrm xmlns:a="http://schemas.openxmlformats.org/drawingml/2006/main" rot="18900000" flipH="1" flipV="1">
            <a:off x="1822047" y="2931967"/>
            <a:ext cx="163357" cy="163358"/>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6" name="Forme libre : forme 25">
            <a:extLst xmlns:a="http://schemas.openxmlformats.org/drawingml/2006/main">
              <a:ext uri="{FF2B5EF4-FFF2-40B4-BE49-F238E27FC236}">
                <a16:creationId xmlns:a16="http://schemas.microsoft.com/office/drawing/2014/main" id="{DCFA6C48-93D2-E469-7054-44C5D5678886}"/>
              </a:ext>
            </a:extLst>
          </p:cNvPr>
          <p:cNvSpPr>
            <a:spLocks xmlns:a="http://schemas.openxmlformats.org/drawingml/2006/main" noGrp="1"/>
          </p:cNvSpPr>
          <p:nvPr/>
        </p:nvSpPr>
        <p:spPr>
          <a:xfrm xmlns:a="http://schemas.openxmlformats.org/drawingml/2006/main" rot="18900000" flipH="1" flipV="1">
            <a:off x="1843831" y="2821883"/>
            <a:ext cx="426217" cy="16372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chemeClr val="bg2">
              <a:alpha val="57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7" name="Forme libre : forme 26">
            <a:extLst xmlns:a="http://schemas.openxmlformats.org/drawingml/2006/main">
              <a:ext uri="{FF2B5EF4-FFF2-40B4-BE49-F238E27FC236}">
                <a16:creationId xmlns:a16="http://schemas.microsoft.com/office/drawing/2014/main" id="{302E642A-4171-CD15-2B48-EC8BE4367D5F}"/>
              </a:ext>
            </a:extLst>
          </p:cNvPr>
          <p:cNvSpPr>
            <a:spLocks xmlns:a="http://schemas.openxmlformats.org/drawingml/2006/main" noGrp="1"/>
          </p:cNvSpPr>
          <p:nvPr/>
        </p:nvSpPr>
        <p:spPr>
          <a:xfrm xmlns:a="http://schemas.openxmlformats.org/drawingml/2006/main" rot="18900000" flipH="1" flipV="1">
            <a:off x="1712585" y="2910437"/>
            <a:ext cx="163721" cy="426220"/>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chemeClr val="bg2">
              <a:alpha val="57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8" name="Forme libre : forme 27">
            <a:extLst xmlns:a="http://schemas.openxmlformats.org/drawingml/2006/main">
              <a:ext uri="{FF2B5EF4-FFF2-40B4-BE49-F238E27FC236}">
                <a16:creationId xmlns:a16="http://schemas.microsoft.com/office/drawing/2014/main" id="{F837C73B-BDC9-FA71-0DC0-983AB48ED215}"/>
              </a:ext>
            </a:extLst>
          </p:cNvPr>
          <p:cNvSpPr>
            <a:spLocks xmlns:a="http://schemas.openxmlformats.org/drawingml/2006/main" noGrp="1"/>
          </p:cNvSpPr>
          <p:nvPr/>
        </p:nvSpPr>
        <p:spPr>
          <a:xfrm xmlns:a="http://schemas.openxmlformats.org/drawingml/2006/main" rot="18900000" flipH="1" flipV="1">
            <a:off x="1436314" y="2931967"/>
            <a:ext cx="163357" cy="163358"/>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9" name="Forme libre : forme 28">
            <a:extLst xmlns:a="http://schemas.openxmlformats.org/drawingml/2006/main">
              <a:ext uri="{FF2B5EF4-FFF2-40B4-BE49-F238E27FC236}">
                <a16:creationId xmlns:a16="http://schemas.microsoft.com/office/drawing/2014/main" id="{AA3F6E20-DC94-F106-33CC-C601873A6089}"/>
              </a:ext>
            </a:extLst>
          </p:cNvPr>
          <p:cNvSpPr>
            <a:spLocks xmlns:a="http://schemas.openxmlformats.org/drawingml/2006/main" noGrp="1"/>
          </p:cNvSpPr>
          <p:nvPr/>
        </p:nvSpPr>
        <p:spPr>
          <a:xfrm xmlns:a="http://schemas.openxmlformats.org/drawingml/2006/main" rot="18900000" flipH="1" flipV="1">
            <a:off x="1458099" y="2821883"/>
            <a:ext cx="426217" cy="163721"/>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chemeClr val="bg2">
              <a:alpha val="57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0" name="Forme libre : forme 29">
            <a:extLst xmlns:a="http://schemas.openxmlformats.org/drawingml/2006/main">
              <a:ext uri="{FF2B5EF4-FFF2-40B4-BE49-F238E27FC236}">
                <a16:creationId xmlns:a16="http://schemas.microsoft.com/office/drawing/2014/main" id="{2D2959E2-402A-BE62-3B5C-D407A6980A80}"/>
              </a:ext>
            </a:extLst>
          </p:cNvPr>
          <p:cNvSpPr>
            <a:spLocks xmlns:a="http://schemas.openxmlformats.org/drawingml/2006/main" noGrp="1"/>
          </p:cNvSpPr>
          <p:nvPr/>
        </p:nvSpPr>
        <p:spPr>
          <a:xfrm xmlns:a="http://schemas.openxmlformats.org/drawingml/2006/main" rot="18900000" flipH="1" flipV="1">
            <a:off x="1326853" y="2910437"/>
            <a:ext cx="163721" cy="426220"/>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chemeClr val="bg2">
              <a:alpha val="57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useBgFill="1">
        <p:nvSpPr>
          <p:cNvPr id="32" name="Rectangle 31">
            <a:extLst xmlns:a="http://schemas.openxmlformats.org/drawingml/2006/main">
              <a:ext uri="{FF2B5EF4-FFF2-40B4-BE49-F238E27FC236}">
                <a16:creationId xmlns:a16="http://schemas.microsoft.com/office/drawing/2014/main" id="{D9731142-D48E-2767-7297-66CADAB387FD}"/>
              </a:ext>
            </a:extLst>
          </p:cNvPr>
          <p:cNvSpPr>
            <a:spLocks xmlns:a="http://schemas.openxmlformats.org/drawingml/2006/main" noGrp="1"/>
          </p:cNvSpPr>
          <p:nvPr/>
        </p:nvSpPr>
        <p:spPr>
          <a:xfrm xmlns:a="http://schemas.openxmlformats.org/drawingml/2006/main">
            <a:off x="349250" y="349250"/>
            <a:ext cx="1357498" cy="446616"/>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Espace réservé du texte 33">
            <a:extLst xmlns:a="http://schemas.openxmlformats.org/drawingml/2006/main">
              <a:ext uri="{FF2B5EF4-FFF2-40B4-BE49-F238E27FC236}">
                <a16:creationId xmlns:a16="http://schemas.microsoft.com/office/drawing/2014/main" id="{C0BF5416-1016-22A7-4751-2F3D13FB0FF3}"/>
              </a:ext>
            </a:extLst>
          </p:cNvPr>
          <p:cNvSpPr>
            <a:spLocks xmlns:a="http://schemas.openxmlformats.org/drawingml/2006/main" noGrp="1"/>
          </p:cNvSpPr>
          <p:nvPr>
            <p:ph type="body" idx="13" hasCustomPrompt="1"/>
          </p:nvPr>
        </p:nvSpPr>
        <p:spPr>
          <a:xfrm xmlns:a="http://schemas.openxmlformats.org/drawingml/2006/main">
            <a:off x="7007224" y="2508714"/>
            <a:ext cx="5085534" cy="1015663"/>
          </a:xfrm>
        </p:spPr>
        <p:txBody>
          <a:bodyPr xmlns:a="http://schemas.openxmlformats.org/drawingml/2006/main" wrap="square" anchor="ctr"/>
          <a:lstStyle xmlns:a="http://schemas.openxmlformats.org/drawingml/2006/main">
            <a:lvl1pPr>
              <a:lnSpc>
                <a:spcPct val="100000"/>
              </a:lnSpc>
              <a:spcBef>
                <a:spcPts val="0"/>
              </a:spcBef>
              <a:buNone/>
              <a:defRPr sz="6600" cap="all" baseline="0">
                <a:solidFill>
                  <a:schemeClr val="accent1"/>
                </a:solidFill>
              </a:defRPr>
            </a:lvl1pPr>
            <a:lvl2pPr marL="87313" indent="0">
              <a:lnSpc>
                <a:spcPct val="100000"/>
              </a:lnSpc>
              <a:spcBef>
                <a:spcPts val="0"/>
              </a:spcBef>
              <a:buNone/>
              <a:defRPr cap="all" baseline="0">
                <a:solidFill>
                  <a:schemeClr val="bg1"/>
                </a:solidFill>
              </a:defRPr>
            </a:lvl2pPr>
            <a:lvl3pPr marL="268288" indent="0">
              <a:lnSpc>
                <a:spcPct val="100000"/>
              </a:lnSpc>
              <a:spcBef>
                <a:spcPts val="0"/>
              </a:spcBef>
              <a:buNone/>
              <a:defRPr cap="all" baseline="0">
                <a:solidFill>
                  <a:schemeClr val="bg1"/>
                </a:solidFill>
              </a:defRPr>
            </a:lvl3pPr>
            <a:lvl4pPr marL="446087" indent="0">
              <a:lnSpc>
                <a:spcPct val="100000"/>
              </a:lnSpc>
              <a:spcBef>
                <a:spcPts val="0"/>
              </a:spcBef>
              <a:buNone/>
              <a:defRPr cap="all" baseline="0">
                <a:solidFill>
                  <a:schemeClr val="bg1"/>
                </a:solidFill>
              </a:defRPr>
            </a:lvl4pPr>
            <a:lvl5pPr marL="628650" indent="0">
              <a:lnSpc>
                <a:spcPct val="100000"/>
              </a:lnSpc>
              <a:spcBef>
                <a:spcPts val="0"/>
              </a:spcBef>
              <a:buNone/>
              <a:defRPr cap="all" baseline="0">
                <a:solidFill>
                  <a:schemeClr val="bg1"/>
                </a:solidFill>
              </a:defRPr>
            </a:lvl5pPr>
          </a:lstStyle>
          <a:p xmlns:a="http://schemas.openxmlformats.org/drawingml/2006/main">
            <a:pPr lvl="0">
              <a:buNone/>
            </a:pPr>
            <a:r>
              <a:t>titre</a:t>
            </a:r>
          </a:p>
        </p:txBody>
      </p:sp>
    </p:spTree>
  </p:cSld>
</p:sldLayout>
</file>

<file path=ppt/slideLayouts/slideLayout17.xml><?xml version="1.0" encoding="utf-8"?>
<p:sldLayout xmlns:p="http://schemas.openxmlformats.org/presentationml/2006/main" preserve="1" userDrawn="1">
  <p:cSld name="Titre + Sous-titre">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070F08A3-FC0D-B46C-6550-F3822FB84DB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3" name="Espace réservé de la date 2">
            <a:extLst xmlns:a="http://schemas.openxmlformats.org/drawingml/2006/main">
              <a:ext uri="{FF2B5EF4-FFF2-40B4-BE49-F238E27FC236}">
                <a16:creationId xmlns:a16="http://schemas.microsoft.com/office/drawing/2014/main" id="{2917D4D1-0477-8FAD-2C40-3415DDC3DF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DECAA7-90A4-44D3-9E22-38D50B134C3C}" type="datetime1">
              <a:t>21/08/2026</a:t>
            </a:fld>
            <a:endParaRPr/>
          </a:p>
        </p:txBody>
      </p:sp>
      <p:sp>
        <p:nvSpPr>
          <p:cNvPr id="4" name="Espace réservé du pied de page 3">
            <a:extLst xmlns:a="http://schemas.openxmlformats.org/drawingml/2006/main">
              <a:ext uri="{FF2B5EF4-FFF2-40B4-BE49-F238E27FC236}">
                <a16:creationId xmlns:a16="http://schemas.microsoft.com/office/drawing/2014/main" id="{3CE7FD8F-F996-B210-6E1A-0841EDB2CD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5" name="Espace réservé du numéro de diapositive 4">
            <a:extLst xmlns:a="http://schemas.openxmlformats.org/drawingml/2006/main">
              <a:ext uri="{FF2B5EF4-FFF2-40B4-BE49-F238E27FC236}">
                <a16:creationId xmlns:a16="http://schemas.microsoft.com/office/drawing/2014/main" id="{1E093460-AB26-D5CA-8971-3E945F334EA9}"/>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7" name="Espace réservé du texte 6">
            <a:extLst xmlns:a="http://schemas.openxmlformats.org/drawingml/2006/main">
              <a:ext uri="{FF2B5EF4-FFF2-40B4-BE49-F238E27FC236}">
                <a16:creationId xmlns:a16="http://schemas.microsoft.com/office/drawing/2014/main" id="{BDF68C36-B95A-A700-7421-497747DD21E9}"/>
              </a:ext>
            </a:extLst>
          </p:cNvPr>
          <p:cNvSpPr>
            <a:spLocks xmlns:a="http://schemas.openxmlformats.org/drawingml/2006/main" noGrp="1"/>
          </p:cNvSpPr>
          <p:nvPr>
            <p:ph type="body" idx="13" hasCustomPrompt="1"/>
          </p:nvPr>
        </p:nvSpPr>
        <p:spPr>
          <a:xfrm xmlns:a="http://schemas.openxmlformats.org/drawingml/2006/main">
            <a:off x="635000" y="1328779"/>
            <a:ext cx="10922000" cy="221599"/>
          </a:xfrm>
        </p:spPr>
        <p:txBody>
          <a:bodyPr xmlns:a="http://schemas.openxmlformats.org/drawingml/2006/main"/>
          <a:lstStyle xmlns:a="http://schemas.openxmlformats.org/drawingml/2006/main">
            <a:lvl1pPr>
              <a:spcBef>
                <a:spcPts val="0"/>
              </a:spcBef>
              <a:buNone/>
              <a:defRPr sz="1600" b="0">
                <a:solidFill>
                  <a:schemeClr val="tx1"/>
                </a:solidFill>
              </a:defRPr>
            </a:lvl1pPr>
          </a:lstStyle>
          <a:p xmlns:a="http://schemas.openxmlformats.org/drawingml/2006/main">
            <a:pPr lvl="0">
              <a:buNone/>
            </a:pPr>
            <a:r>
              <a:t>Modifiez le style du sous-titre </a:t>
            </a:r>
          </a:p>
        </p:txBody>
      </p:sp>
    </p:spTree>
  </p:cSld>
</p:sldLayout>
</file>

<file path=ppt/slideLayouts/slideLayout18.xml><?xml version="1.0" encoding="utf-8"?>
<p:sldLayout xmlns:p="http://schemas.openxmlformats.org/presentationml/2006/main" preserve="1" userDrawn="1">
  <p:cSld name="Titre + Sous-titre + Contenus">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D2198E01-35FC-E01B-C3D8-2D82B9887C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3" name="Espace réservé du contenu 2">
            <a:extLst xmlns:a="http://schemas.openxmlformats.org/drawingml/2006/main">
              <a:ext uri="{FF2B5EF4-FFF2-40B4-BE49-F238E27FC236}">
                <a16:creationId xmlns:a16="http://schemas.microsoft.com/office/drawing/2014/main" id="{63565173-D284-92A5-538F-F46EC0CA611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p>
        </p:txBody>
      </p:sp>
      <p:sp>
        <p:nvSpPr>
          <p:cNvPr id="4" name="Espace réservé de la date 3">
            <a:extLst xmlns:a="http://schemas.openxmlformats.org/drawingml/2006/main">
              <a:ext uri="{FF2B5EF4-FFF2-40B4-BE49-F238E27FC236}">
                <a16:creationId xmlns:a16="http://schemas.microsoft.com/office/drawing/2014/main" id="{6828F936-5221-B3D7-6C7A-2B568E7B3C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C05D5F-019D-4458-BFEE-97D5C9F70C5D}" type="datetime1">
              <a:t>21/08/2026</a:t>
            </a:fld>
            <a:endParaRPr/>
          </a:p>
        </p:txBody>
      </p:sp>
      <p:sp>
        <p:nvSpPr>
          <p:cNvPr id="5" name="Espace réservé du pied de page 4">
            <a:extLst xmlns:a="http://schemas.openxmlformats.org/drawingml/2006/main">
              <a:ext uri="{FF2B5EF4-FFF2-40B4-BE49-F238E27FC236}">
                <a16:creationId xmlns:a16="http://schemas.microsoft.com/office/drawing/2014/main" id="{C75CC743-6DB4-7743-828E-3D6C5FA4D7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6" name="Espace réservé du numéro de diapositive 5">
            <a:extLst xmlns:a="http://schemas.openxmlformats.org/drawingml/2006/main">
              <a:ext uri="{FF2B5EF4-FFF2-40B4-BE49-F238E27FC236}">
                <a16:creationId xmlns:a16="http://schemas.microsoft.com/office/drawing/2014/main" id="{CA81371B-EE69-E83D-3574-75AA74404050}"/>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7" name="Espace réservé du texte 6">
            <a:extLst xmlns:a="http://schemas.openxmlformats.org/drawingml/2006/main">
              <a:ext uri="{FF2B5EF4-FFF2-40B4-BE49-F238E27FC236}">
                <a16:creationId xmlns:a16="http://schemas.microsoft.com/office/drawing/2014/main" id="{37B7CA80-05B9-B086-BCF3-7A662021DE5B}"/>
              </a:ext>
            </a:extLst>
          </p:cNvPr>
          <p:cNvSpPr>
            <a:spLocks xmlns:a="http://schemas.openxmlformats.org/drawingml/2006/main" noGrp="1"/>
          </p:cNvSpPr>
          <p:nvPr>
            <p:ph type="body" idx="13" hasCustomPrompt="1"/>
          </p:nvPr>
        </p:nvSpPr>
        <p:spPr>
          <a:xfrm xmlns:a="http://schemas.openxmlformats.org/drawingml/2006/main">
            <a:off x="635000" y="1328779"/>
            <a:ext cx="10922000" cy="221599"/>
          </a:xfrm>
        </p:spPr>
        <p:txBody>
          <a:bodyPr xmlns:a="http://schemas.openxmlformats.org/drawingml/2006/main"/>
          <a:lstStyle xmlns:a="http://schemas.openxmlformats.org/drawingml/2006/main">
            <a:lvl1pPr>
              <a:spcBef>
                <a:spcPts val="0"/>
              </a:spcBef>
              <a:buNone/>
              <a:defRPr sz="1600" b="0">
                <a:solidFill>
                  <a:schemeClr val="tx1"/>
                </a:solidFill>
              </a:defRPr>
            </a:lvl1pPr>
          </a:lstStyle>
          <a:p xmlns:a="http://schemas.openxmlformats.org/drawingml/2006/main">
            <a:pPr lvl="0">
              <a:buNone/>
            </a:pPr>
            <a:r>
              <a:t>Modifiez le style du sous-titre </a:t>
            </a:r>
          </a:p>
        </p:txBody>
      </p:sp>
    </p:spTree>
  </p:cSld>
</p:sldLayout>
</file>

<file path=ppt/slideLayouts/slideLayout19.xml><?xml version="1.0" encoding="utf-8"?>
<p:sldLayout xmlns:p="http://schemas.openxmlformats.org/presentationml/2006/main" type="obj" preserve="1">
  <p:cSld name="Titre + Contenus">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D2198E01-35FC-E01B-C3D8-2D82B9887C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3" name="Espace réservé du contenu 2">
            <a:extLst xmlns:a="http://schemas.openxmlformats.org/drawingml/2006/main">
              <a:ext uri="{FF2B5EF4-FFF2-40B4-BE49-F238E27FC236}">
                <a16:creationId xmlns:a16="http://schemas.microsoft.com/office/drawing/2014/main" id="{63565173-D284-92A5-538F-F46EC0CA611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p>
        </p:txBody>
      </p:sp>
      <p:sp>
        <p:nvSpPr>
          <p:cNvPr id="4" name="Espace réservé de la date 3">
            <a:extLst xmlns:a="http://schemas.openxmlformats.org/drawingml/2006/main">
              <a:ext uri="{FF2B5EF4-FFF2-40B4-BE49-F238E27FC236}">
                <a16:creationId xmlns:a16="http://schemas.microsoft.com/office/drawing/2014/main" id="{6828F936-5221-B3D7-6C7A-2B568E7B3C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C05D5F-019D-4458-BFEE-97D5C9F70C5D}" type="datetime1">
              <a:t>21/08/2026</a:t>
            </a:fld>
            <a:endParaRPr/>
          </a:p>
        </p:txBody>
      </p:sp>
      <p:sp>
        <p:nvSpPr>
          <p:cNvPr id="5" name="Espace réservé du pied de page 4">
            <a:extLst xmlns:a="http://schemas.openxmlformats.org/drawingml/2006/main">
              <a:ext uri="{FF2B5EF4-FFF2-40B4-BE49-F238E27FC236}">
                <a16:creationId xmlns:a16="http://schemas.microsoft.com/office/drawing/2014/main" id="{C75CC743-6DB4-7743-828E-3D6C5FA4D7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6" name="Espace réservé du numéro de diapositive 5">
            <a:extLst xmlns:a="http://schemas.openxmlformats.org/drawingml/2006/main">
              <a:ext uri="{FF2B5EF4-FFF2-40B4-BE49-F238E27FC236}">
                <a16:creationId xmlns:a16="http://schemas.microsoft.com/office/drawing/2014/main" id="{CA81371B-EE69-E83D-3574-75AA74404050}"/>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Tree>
  </p:cSld>
</p:sldLayout>
</file>

<file path=ppt/slideLayouts/slideLayout20.xml><?xml version="1.0" encoding="utf-8"?>
<p:sldLayout xmlns:p="http://schemas.openxmlformats.org/presentationml/2006/main" preserve="1" userDrawn="1">
  <p:cSld name="Titre sur deux lignes + Sous-titre">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070F08A3-FC0D-B46C-6550-F3822FB84DB6}"/>
              </a:ext>
            </a:extLst>
          </p:cNvPr>
          <p:cNvSpPr>
            <a:spLocks xmlns:a="http://schemas.openxmlformats.org/drawingml/2006/main" noGrp="1"/>
          </p:cNvSpPr>
          <p:nvPr>
            <p:ph type="title" idx="0"/>
          </p:nvPr>
        </p:nvSpPr>
        <p:spPr>
          <a:xfrm xmlns:a="http://schemas.openxmlformats.org/drawingml/2006/main">
            <a:off x="634998" y="752475"/>
            <a:ext cx="4028028" cy="492443"/>
          </a:xfrm>
        </p:spPr>
        <p:txBody>
          <a:bodyPr xmlns:a="http://schemas.openxmlformats.org/drawingml/2006/main"/>
          <a:lstStyle xmlns:a="http://schemas.openxmlformats.org/drawingml/2006/main"/>
          <a:p xmlns:a="http://schemas.openxmlformats.org/drawingml/2006/main">
            <a:r>
              <a:t>Modifiez le style du titre</a:t>
            </a:r>
          </a:p>
        </p:txBody>
      </p:sp>
      <p:sp>
        <p:nvSpPr>
          <p:cNvPr id="3" name="Espace réservé de la date 2">
            <a:extLst xmlns:a="http://schemas.openxmlformats.org/drawingml/2006/main">
              <a:ext uri="{FF2B5EF4-FFF2-40B4-BE49-F238E27FC236}">
                <a16:creationId xmlns:a16="http://schemas.microsoft.com/office/drawing/2014/main" id="{2917D4D1-0477-8FAD-2C40-3415DDC3DF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DECAA7-90A4-44D3-9E22-38D50B134C3C}" type="datetime1">
              <a:t>21/08/2026</a:t>
            </a:fld>
            <a:endParaRPr/>
          </a:p>
        </p:txBody>
      </p:sp>
      <p:sp>
        <p:nvSpPr>
          <p:cNvPr id="4" name="Espace réservé du pied de page 3">
            <a:extLst xmlns:a="http://schemas.openxmlformats.org/drawingml/2006/main">
              <a:ext uri="{FF2B5EF4-FFF2-40B4-BE49-F238E27FC236}">
                <a16:creationId xmlns:a16="http://schemas.microsoft.com/office/drawing/2014/main" id="{3CE7FD8F-F996-B210-6E1A-0841EDB2CD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5" name="Espace réservé du numéro de diapositive 4">
            <a:extLst xmlns:a="http://schemas.openxmlformats.org/drawingml/2006/main">
              <a:ext uri="{FF2B5EF4-FFF2-40B4-BE49-F238E27FC236}">
                <a16:creationId xmlns:a16="http://schemas.microsoft.com/office/drawing/2014/main" id="{1E093460-AB26-D5CA-8971-3E945F334EA9}"/>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7" name="Espace réservé du texte 6">
            <a:extLst xmlns:a="http://schemas.openxmlformats.org/drawingml/2006/main">
              <a:ext uri="{FF2B5EF4-FFF2-40B4-BE49-F238E27FC236}">
                <a16:creationId xmlns:a16="http://schemas.microsoft.com/office/drawing/2014/main" id="{BDF68C36-B95A-A700-7421-497747DD21E9}"/>
              </a:ext>
            </a:extLst>
          </p:cNvPr>
          <p:cNvSpPr>
            <a:spLocks xmlns:a="http://schemas.openxmlformats.org/drawingml/2006/main" noGrp="1"/>
          </p:cNvSpPr>
          <p:nvPr>
            <p:ph type="body" idx="13" hasCustomPrompt="1"/>
          </p:nvPr>
        </p:nvSpPr>
        <p:spPr>
          <a:xfrm xmlns:a="http://schemas.openxmlformats.org/drawingml/2006/main">
            <a:off x="635000" y="1845973"/>
            <a:ext cx="4028027" cy="221599"/>
          </a:xfrm>
        </p:spPr>
        <p:txBody>
          <a:bodyPr xmlns:a="http://schemas.openxmlformats.org/drawingml/2006/main"/>
          <a:lstStyle xmlns:a="http://schemas.openxmlformats.org/drawingml/2006/main">
            <a:lvl1pPr>
              <a:spcBef>
                <a:spcPts val="0"/>
              </a:spcBef>
              <a:buNone/>
              <a:defRPr sz="1600" b="0">
                <a:solidFill>
                  <a:schemeClr val="tx1"/>
                </a:solidFill>
              </a:defRPr>
            </a:lvl1pPr>
          </a:lstStyle>
          <a:p xmlns:a="http://schemas.openxmlformats.org/drawingml/2006/main">
            <a:pPr lvl="0">
              <a:buNone/>
            </a:pPr>
            <a:r>
              <a:t>Modifiez le style du sous-titre </a:t>
            </a:r>
          </a:p>
        </p:txBody>
      </p:sp>
    </p:spTree>
  </p:cSld>
</p:sldLayout>
</file>

<file path=ppt/slideLayouts/slideLayout21.xml><?xml version="1.0" encoding="utf-8"?>
<p:sldLayout xmlns:p="http://schemas.openxmlformats.org/presentationml/2006/main" type="titleOnly" preserve="1">
  <p:cSld name="Titre seul">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070F08A3-FC0D-B46C-6550-F3822FB84DB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3" name="Espace réservé de la date 2">
            <a:extLst xmlns:a="http://schemas.openxmlformats.org/drawingml/2006/main">
              <a:ext uri="{FF2B5EF4-FFF2-40B4-BE49-F238E27FC236}">
                <a16:creationId xmlns:a16="http://schemas.microsoft.com/office/drawing/2014/main" id="{2917D4D1-0477-8FAD-2C40-3415DDC3DF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DECAA7-90A4-44D3-9E22-38D50B134C3C}" type="datetime1">
              <a:t>21/08/2026</a:t>
            </a:fld>
            <a:endParaRPr/>
          </a:p>
        </p:txBody>
      </p:sp>
      <p:sp>
        <p:nvSpPr>
          <p:cNvPr id="4" name="Espace réservé du pied de page 3">
            <a:extLst xmlns:a="http://schemas.openxmlformats.org/drawingml/2006/main">
              <a:ext uri="{FF2B5EF4-FFF2-40B4-BE49-F238E27FC236}">
                <a16:creationId xmlns:a16="http://schemas.microsoft.com/office/drawing/2014/main" id="{3CE7FD8F-F996-B210-6E1A-0841EDB2CD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5" name="Espace réservé du numéro de diapositive 4">
            <a:extLst xmlns:a="http://schemas.openxmlformats.org/drawingml/2006/main">
              <a:ext uri="{FF2B5EF4-FFF2-40B4-BE49-F238E27FC236}">
                <a16:creationId xmlns:a16="http://schemas.microsoft.com/office/drawing/2014/main" id="{1E093460-AB26-D5CA-8971-3E945F334EA9}"/>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Tree>
  </p:cSld>
</p:sldLayout>
</file>

<file path=ppt/slideLayouts/slideLayout22.xml><?xml version="1.0" encoding="utf-8"?>
<p:sldLayout xmlns:p="http://schemas.openxmlformats.org/presentationml/2006/main" type="blank" preserve="1">
  <p:cSld name="Vide - Fonds bei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3DFEB3-5516-4F20-A9A0-1BE8DA6AA0BB}"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useBgFill="1">
        <p:nvSpPr>
          <p:cNvPr id="5" name="Rectangle 4">
            <a:extLst xmlns:a="http://schemas.openxmlformats.org/drawingml/2006/main">
              <a:ext uri="{FF2B5EF4-FFF2-40B4-BE49-F238E27FC236}">
                <a16:creationId xmlns:a16="http://schemas.microsoft.com/office/drawing/2014/main" id="{818F06B0-9BE6-BC06-BBE8-E9FD2EA91187}"/>
              </a:ext>
            </a:extLst>
          </p:cNvPr>
          <p:cNvSpPr>
            <a:spLocks xmlns:a="http://schemas.openxmlformats.org/drawingml/2006/main" noGrp="1"/>
          </p:cNvSpPr>
          <p:nvPr/>
        </p:nvSpPr>
        <p:spPr>
          <a:xfrm xmlns:a="http://schemas.openxmlformats.org/drawingml/2006/main">
            <a:off x="476250" y="361950"/>
            <a:ext cx="1225550" cy="342900"/>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3.xml><?xml version="1.0" encoding="utf-8"?>
<p:sldLayout xmlns:p="http://schemas.openxmlformats.org/presentationml/2006/main" type="blank" preserve="1">
  <p:cSld name="Vide - Fonds blanc">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76F0C824-983C-655E-9C53-B91A48B0B483}"/>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643B2C6-440A-4D59-9973-7012CA353515}"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7" name="Forme libre : forme 6">
            <a:extLst xmlns:a="http://schemas.openxmlformats.org/drawingml/2006/main">
              <a:ext uri="{FF2B5EF4-FFF2-40B4-BE49-F238E27FC236}">
                <a16:creationId xmlns:a16="http://schemas.microsoft.com/office/drawing/2014/main" id="{1364FE24-455B-59E2-9AF6-23CD9B1D7C97}"/>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E0A9B422-F47A-CACA-0B1B-31BD135AEC6F}"/>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3741BAA3-08DD-9957-D4B4-8DA463A3E9FA}"/>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94D68C8-5932-714D-14EC-BADE74833884}"/>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60AAB726-A740-09A3-FDB9-8DE1325ED6BD}"/>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9EF2077A-0C24-5717-17B0-5C3D7BD3536D}"/>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47A537C-EEE8-A1EA-1C95-62273F3DC912}"/>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AD9ADFFB-E63C-7924-56B7-D984B7AA3832}"/>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AB69E92C-7233-7F00-EDBC-B1BA4A1CD8A1}"/>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0CC6BC38-47E4-A4C6-4BD5-45E48C39D03A}"/>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1450E6E5-C1D9-5794-9BB5-644371E183CF}"/>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7A2D4A3E-DD0A-E4F1-6FEA-371282F9F74A}"/>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1A997FA0-902E-2388-BC07-94130B5FDE27}"/>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405A4241-052E-877B-AC38-4C040E501096}"/>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3D721787-9A30-4DFC-2EAD-B2E3F2CAC138}"/>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BE8241CF-A562-01C8-BBA5-0D61353AF655}"/>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5D1B1B1E-6FD7-454C-5103-EF853B14F96D}"/>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48" name="Image 23"/>
          <p:cNvPicPr>
            <a:picLocks xmlns:a="http://schemas.openxmlformats.org/drawingml/2006/main" noChangeAspect="1"/>
          </p:cNvPicPr>
          <p:nvPr/>
        </p:nvPicPr>
        <p:blipFill>
          <a:blip xmlns:r="http://schemas.openxmlformats.org/officeDocument/2006/relationships" xmlns:a="http://schemas.openxmlformats.org/drawingml/2006/main" r:embed="Ra3dc551dca344854"/>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useBgFill="1">
        <p:nvSpPr>
          <p:cNvPr id="25" name="Rectangle 24">
            <a:extLst xmlns:a="http://schemas.openxmlformats.org/drawingml/2006/main">
              <a:ext uri="{FF2B5EF4-FFF2-40B4-BE49-F238E27FC236}">
                <a16:creationId xmlns:a16="http://schemas.microsoft.com/office/drawing/2014/main" id="{5C8FA174-97E4-ABD3-8014-A2970AEC3C22}"/>
              </a:ext>
            </a:extLst>
          </p:cNvPr>
          <p:cNvSpPr>
            <a:spLocks xmlns:a="http://schemas.openxmlformats.org/drawingml/2006/main" noGrp="1"/>
          </p:cNvSpPr>
          <p:nvPr/>
        </p:nvSpPr>
        <p:spPr>
          <a:xfrm xmlns:a="http://schemas.openxmlformats.org/drawingml/2006/main">
            <a:off x="469900" y="292100"/>
            <a:ext cx="1479550" cy="488950"/>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4.xml><?xml version="1.0" encoding="utf-8"?>
<p:sldLayout xmlns:p="http://schemas.openxmlformats.org/presentationml/2006/main" showMasterSp="0" preserve="1" userDrawn="1">
  <p:cSld name="Slide de contacts">
    <p:bg>
      <p:bgPr>
        <a:solidFill xmlns:a="http://schemas.openxmlformats.org/drawingml/2006/main">
          <a:schemeClr val="accent1"/>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76F0C824-983C-655E-9C53-B91A48B0B483}"/>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Espace réservé de la date 1">
            <a:extLst xmlns:a="http://schemas.openxmlformats.org/drawingml/2006/main">
              <a:ext uri="{FF2B5EF4-FFF2-40B4-BE49-F238E27FC236}">
                <a16:creationId xmlns:a16="http://schemas.microsoft.com/office/drawing/2014/main" id="{6662F456-3002-4E4E-AD3F-ECB3B309C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643B2C6-440A-4D59-9973-7012CA353515}" type="datetime1">
              <a:t>21/08/2026</a:t>
            </a:fld>
            <a:endParaRPr/>
          </a:p>
        </p:txBody>
      </p:sp>
      <p:sp>
        <p:nvSpPr>
          <p:cNvPr id="3" name="Espace réservé du pied de page 2">
            <a:extLst xmlns:a="http://schemas.openxmlformats.org/drawingml/2006/main">
              <a:ext uri="{FF2B5EF4-FFF2-40B4-BE49-F238E27FC236}">
                <a16:creationId xmlns:a16="http://schemas.microsoft.com/office/drawing/2014/main" id="{4C24024C-0B31-8242-FED6-44007ABF6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4" name="Espace réservé du numéro de diapositive 3">
            <a:extLst xmlns:a="http://schemas.openxmlformats.org/drawingml/2006/main">
              <a:ext uri="{FF2B5EF4-FFF2-40B4-BE49-F238E27FC236}">
                <a16:creationId xmlns:a16="http://schemas.microsoft.com/office/drawing/2014/main" id="{75CED75C-CA95-9196-9D59-F6426436C361}"/>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7" name="Forme libre : forme 6">
            <a:extLst xmlns:a="http://schemas.openxmlformats.org/drawingml/2006/main">
              <a:ext uri="{FF2B5EF4-FFF2-40B4-BE49-F238E27FC236}">
                <a16:creationId xmlns:a16="http://schemas.microsoft.com/office/drawing/2014/main" id="{1364FE24-455B-59E2-9AF6-23CD9B1D7C97}"/>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E0A9B422-F47A-CACA-0B1B-31BD135AEC6F}"/>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3741BAA3-08DD-9957-D4B4-8DA463A3E9FA}"/>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694D68C8-5932-714D-14EC-BADE74833884}"/>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60AAB726-A740-09A3-FDB9-8DE1325ED6BD}"/>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 forme 11">
            <a:extLst xmlns:a="http://schemas.openxmlformats.org/drawingml/2006/main">
              <a:ext uri="{FF2B5EF4-FFF2-40B4-BE49-F238E27FC236}">
                <a16:creationId xmlns:a16="http://schemas.microsoft.com/office/drawing/2014/main" id="{9EF2077A-0C24-5717-17B0-5C3D7BD3536D}"/>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847A537C-EEE8-A1EA-1C95-62273F3DC912}"/>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AD9ADFFB-E63C-7924-56B7-D984B7AA3832}"/>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AB69E92C-7233-7F00-EDBC-B1BA4A1CD8A1}"/>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0CC6BC38-47E4-A4C6-4BD5-45E48C39D03A}"/>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1450E6E5-C1D9-5794-9BB5-644371E183CF}"/>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7A2D4A3E-DD0A-E4F1-6FEA-371282F9F74A}"/>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9" name="Forme libre : forme 18">
            <a:extLst xmlns:a="http://schemas.openxmlformats.org/drawingml/2006/main">
              <a:ext uri="{FF2B5EF4-FFF2-40B4-BE49-F238E27FC236}">
                <a16:creationId xmlns:a16="http://schemas.microsoft.com/office/drawing/2014/main" id="{1A997FA0-902E-2388-BC07-94130B5FDE27}"/>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0" name="Forme libre : forme 19">
            <a:extLst xmlns:a="http://schemas.openxmlformats.org/drawingml/2006/main">
              <a:ext uri="{FF2B5EF4-FFF2-40B4-BE49-F238E27FC236}">
                <a16:creationId xmlns:a16="http://schemas.microsoft.com/office/drawing/2014/main" id="{405A4241-052E-877B-AC38-4C040E501096}"/>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3D721787-9A30-4DFC-2EAD-B2E3F2CAC138}"/>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BE8241CF-A562-01C8-BBA5-0D61353AF655}"/>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5D1B1B1E-6FD7-454C-5103-EF853B14F96D}"/>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97" name="Image 23"/>
          <p:cNvPicPr>
            <a:picLocks xmlns:a="http://schemas.openxmlformats.org/drawingml/2006/main" noChangeAspect="1"/>
          </p:cNvPicPr>
          <p:nvPr/>
        </p:nvPicPr>
        <p:blipFill>
          <a:blip xmlns:r="http://schemas.openxmlformats.org/officeDocument/2006/relationships" xmlns:a="http://schemas.openxmlformats.org/drawingml/2006/main" r:embed="R366fba183f1c477f"/>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26" name="Forme libre : forme 25">
            <a:extLst xmlns:a="http://schemas.openxmlformats.org/drawingml/2006/main">
              <a:ext uri="{FF2B5EF4-FFF2-40B4-BE49-F238E27FC236}">
                <a16:creationId xmlns:a16="http://schemas.microsoft.com/office/drawing/2014/main" id="{DDFC4E34-7536-42EB-CA24-8707AFB2B89D}"/>
              </a:ext>
            </a:extLst>
          </p:cNvPr>
          <p:cNvSpPr>
            <a:spLocks xmlns:a="http://schemas.openxmlformats.org/drawingml/2006/main" noGrp="1"/>
          </p:cNvSpPr>
          <p:nvPr/>
        </p:nvSpPr>
        <p:spPr>
          <a:xfrm xmlns:a="http://schemas.openxmlformats.org/drawingml/2006/main" rot="0" flipH="1" flipV="1">
            <a:off x="0" y="-3039065"/>
            <a:ext cx="6463735" cy="3489960"/>
          </a:xfrm>
          <a:custGeom xmlns:a="http://schemas.openxmlformats.org/drawingml/2006/main">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
        <p:nvSpPr>
          <p:cNvPr id="27" name="Forme libre : forme 26">
            <a:extLst xmlns:a="http://schemas.openxmlformats.org/drawingml/2006/main">
              <a:ext uri="{FF2B5EF4-FFF2-40B4-BE49-F238E27FC236}">
                <a16:creationId xmlns:a16="http://schemas.microsoft.com/office/drawing/2014/main" id="{2E0F2A7F-858F-924D-89AA-884523D5D5FD}"/>
              </a:ext>
            </a:extLst>
          </p:cNvPr>
          <p:cNvSpPr>
            <a:spLocks xmlns:a="http://schemas.openxmlformats.org/drawingml/2006/main" noGrp="1"/>
          </p:cNvSpPr>
          <p:nvPr/>
        </p:nvSpPr>
        <p:spPr>
          <a:xfrm xmlns:a="http://schemas.openxmlformats.org/drawingml/2006/main" rot="0" flipH="1" flipV="1">
            <a:off x="-1" y="-4271104"/>
            <a:ext cx="4737448" cy="2257921"/>
          </a:xfrm>
          <a:custGeom xmlns:a="http://schemas.openxmlformats.org/drawingml/2006/main">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1" name="Espace réservé du texte 29">
            <a:extLst xmlns:a="http://schemas.openxmlformats.org/drawingml/2006/main">
              <a:ext uri="{FF2B5EF4-FFF2-40B4-BE49-F238E27FC236}">
                <a16:creationId xmlns:a16="http://schemas.microsoft.com/office/drawing/2014/main" id="{EBF4CE87-588A-FE22-2C53-49C387335FC8}"/>
              </a:ext>
            </a:extLst>
          </p:cNvPr>
          <p:cNvSpPr>
            <a:spLocks xmlns:a="http://schemas.openxmlformats.org/drawingml/2006/main" noGrp="1"/>
          </p:cNvSpPr>
          <p:nvPr>
            <p:ph type="body" idx="13" hasCustomPrompt="1"/>
          </p:nvPr>
        </p:nvSpPr>
        <p:spPr>
          <a:xfrm xmlns:a="http://schemas.openxmlformats.org/drawingml/2006/main">
            <a:off x="559328" y="635000"/>
            <a:ext cx="4308872" cy="1477328"/>
          </a:xfrm>
        </p:spPr>
        <p:txBody>
          <a:bodyPr xmlns:a="http://schemas.openxmlformats.org/drawingml/2006/main" wrap="none"/>
          <a:lstStyle xmlns:a="http://schemas.openxmlformats.org/drawingml/2006/main">
            <a:lvl1pPr>
              <a:lnSpc>
                <a:spcPct val="100000"/>
              </a:lnSpc>
              <a:spcBef>
                <a:spcPts val="0"/>
              </a:spcBef>
              <a:buNone/>
              <a:defRPr sz="9600" cap="all" baseline="0">
                <a:solidFill>
                  <a:schemeClr val="bg1"/>
                </a:solidFill>
              </a:defRPr>
            </a:lvl1pPr>
          </a:lstStyle>
          <a:p xmlns:a="http://schemas.openxmlformats.org/drawingml/2006/main">
            <a:pPr lvl="0">
              <a:buNone/>
            </a:pPr>
            <a:r>
              <a:t>Merci.</a:t>
            </a:r>
          </a:p>
        </p:txBody>
      </p:sp>
      <p:sp>
        <p:nvSpPr>
          <p:cNvPr id="34" name="Connecteur droit 33">
            <a:extLst xmlns:a="http://schemas.openxmlformats.org/drawingml/2006/main">
              <a:ext uri="{FF2B5EF4-FFF2-40B4-BE49-F238E27FC236}">
                <a16:creationId xmlns:a16="http://schemas.microsoft.com/office/drawing/2014/main" id="{01FA9352-75B3-4C5E-AD36-527289FA8C40}"/>
              </a:ext>
            </a:extLst>
          </p:cNvPr>
          <p:cNvSpPr>
            <a:spLocks xmlns:a="http://schemas.openxmlformats.org/drawingml/2006/main" noGrp="1"/>
          </p:cNvSpPr>
          <p:nvPr/>
        </p:nvSpPr>
        <p:spPr>
          <a:xfrm xmlns:a="http://schemas.openxmlformats.org/drawingml/2006/main">
            <a:off x="9091858" y="1274328"/>
            <a:ext cx="2438400" cy="0"/>
          </a:xfrm>
          <a:prstGeom xmlns:a="http://schemas.openxmlformats.org/drawingml/2006/main" prst="line">
            <a:avLst/>
          </a:prstGeom>
          <a:noFill xmlns:a="http://schemas.openxmlformats.org/drawingml/2006/main"/>
          <a:ln xmlns:a="http://schemas.openxmlformats.org/drawingml/2006/main" w="6350">
            <a:solidFill>
              <a:schemeClr val="tx2">
                <a:lumMod val="25000"/>
                <a:lumOff val="7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55" name="Espace réservé pour une image  54">
            <a:extLst xmlns:a="http://schemas.openxmlformats.org/drawingml/2006/main">
              <a:ext uri="{FF2B5EF4-FFF2-40B4-BE49-F238E27FC236}">
                <a16:creationId xmlns:a16="http://schemas.microsoft.com/office/drawing/2014/main" id="{E244FA78-F134-8E19-2227-0866E1AE6E2F}"/>
              </a:ext>
            </a:extLst>
          </p:cNvPr>
          <p:cNvSpPr>
            <a:spLocks xmlns:a="http://schemas.openxmlformats.org/drawingml/2006/main" noGrp="1"/>
          </p:cNvSpPr>
          <p:nvPr>
            <p:ph type="pic" idx="14" hasCustomPrompt="1"/>
          </p:nvPr>
        </p:nvSpPr>
        <p:spPr>
          <a:xfrm xmlns:a="http://schemas.openxmlformats.org/drawingml/2006/main">
            <a:off x="7832018" y="801266"/>
            <a:ext cx="915998" cy="915998"/>
          </a:xfrm>
          <a:custGeom xmlns:a="http://schemas.openxmlformats.org/drawingml/2006/main">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xmlns:a="http://schemas.openxmlformats.org/drawingml/2006/main">
            <a:schemeClr val="bg1"/>
          </a:solidFill>
        </p:spPr>
        <p:txBody>
          <a:bodyPr xmlns:a="http://schemas.openxmlformats.org/drawingml/2006/main" wrap="square">
            <a:noAutofit/>
          </a:bodyPr>
          <a:lstStyle xmlns:a="http://schemas.openxmlformats.org/drawingml/2006/main">
            <a:lvl1pPr>
              <a:buNone/>
              <a:defRPr/>
            </a:lvl1pPr>
          </a:lstStyle>
          <a:p xmlns:a="http://schemas.openxmlformats.org/drawingml/2006/main">
            <a:r>
              <a:t> </a:t>
            </a:r>
          </a:p>
        </p:txBody>
      </p:sp>
      <p:sp>
        <p:nvSpPr>
          <p:cNvPr id="57" name="Espace réservé du texte 56">
            <a:extLst xmlns:a="http://schemas.openxmlformats.org/drawingml/2006/main">
              <a:ext uri="{FF2B5EF4-FFF2-40B4-BE49-F238E27FC236}">
                <a16:creationId xmlns:a16="http://schemas.microsoft.com/office/drawing/2014/main" id="{1EA3CFB6-D8E1-3A9E-6935-E5047C293F0D}"/>
              </a:ext>
            </a:extLst>
          </p:cNvPr>
          <p:cNvSpPr>
            <a:spLocks xmlns:a="http://schemas.openxmlformats.org/drawingml/2006/main" noGrp="1"/>
          </p:cNvSpPr>
          <p:nvPr>
            <p:ph type="body" idx="15" hasCustomPrompt="1"/>
          </p:nvPr>
        </p:nvSpPr>
        <p:spPr>
          <a:xfrm xmlns:a="http://schemas.openxmlformats.org/drawingml/2006/main">
            <a:off x="9064096" y="814800"/>
            <a:ext cx="2466161" cy="166199"/>
          </a:xfrm>
        </p:spPr>
        <p:txBody>
          <a:bodyPr xmlns:a="http://schemas.openxmlformats.org/drawingml/2006/main" wrap="none" lIns="0" tIns="0" rIns="0" bIns="0">
            <a:noAutofit/>
          </a:bodyPr>
          <a:lstStyle xmlns:a="http://schemas.openxmlformats.org/drawingml/2006/main">
            <a:lvl1pPr>
              <a:buNone/>
              <a:defRPr sz="1200">
                <a:solidFill>
                  <a:schemeClr val="bg1"/>
                </a:solidFill>
              </a:defRPr>
            </a:lvl1pPr>
          </a:lstStyle>
          <a:p xmlns:a="http://schemas.openxmlformats.org/drawingml/2006/main">
            <a:pPr lvl="0">
              <a:buNone/>
            </a:pPr>
            <a:r>
              <a:t>Nom Prénom</a:t>
            </a:r>
          </a:p>
        </p:txBody>
      </p:sp>
      <p:sp>
        <p:nvSpPr>
          <p:cNvPr id="58" name="Espace réservé du texte 56">
            <a:extLst xmlns:a="http://schemas.openxmlformats.org/drawingml/2006/main">
              <a:ext uri="{FF2B5EF4-FFF2-40B4-BE49-F238E27FC236}">
                <a16:creationId xmlns:a16="http://schemas.microsoft.com/office/drawing/2014/main" id="{899A3E2A-6EC6-FC9A-E9B0-0AD3E90CA7C4}"/>
              </a:ext>
            </a:extLst>
          </p:cNvPr>
          <p:cNvSpPr>
            <a:spLocks xmlns:a="http://schemas.openxmlformats.org/drawingml/2006/main" noGrp="1"/>
          </p:cNvSpPr>
          <p:nvPr>
            <p:ph type="body" idx="16" hasCustomPrompt="1"/>
          </p:nvPr>
        </p:nvSpPr>
        <p:spPr>
          <a:xfrm xmlns:a="http://schemas.openxmlformats.org/drawingml/2006/main">
            <a:off x="9064096" y="992600"/>
            <a:ext cx="2466161" cy="166199"/>
          </a:xfrm>
        </p:spPr>
        <p:txBody>
          <a:bodyPr xmlns:a="http://schemas.openxmlformats.org/drawingml/2006/main" wrap="none" lIns="0" tIns="0" rIns="0" bIns="0">
            <a:noAutofit/>
          </a:bodyPr>
          <a:lstStyle xmlns:a="http://schemas.openxmlformats.org/drawingml/2006/main">
            <a:lvl1pPr>
              <a:buNone/>
              <a:defRPr sz="1050">
                <a:solidFill>
                  <a:schemeClr val="bg1"/>
                </a:solidFill>
              </a:defRPr>
            </a:lvl1pPr>
          </a:lstStyle>
          <a:p xmlns:a="http://schemas.openxmlformats.org/drawingml/2006/main">
            <a:pPr lvl="0">
              <a:buNone/>
            </a:pPr>
            <a:r>
              <a:t>Fonction, Business Unit</a:t>
            </a:r>
          </a:p>
        </p:txBody>
      </p:sp>
      <p:sp>
        <p:nvSpPr>
          <p:cNvPr id="61" name="Espace réservé du texte 56">
            <a:extLst xmlns:a="http://schemas.openxmlformats.org/drawingml/2006/main">
              <a:ext uri="{FF2B5EF4-FFF2-40B4-BE49-F238E27FC236}">
                <a16:creationId xmlns:a16="http://schemas.microsoft.com/office/drawing/2014/main" id="{BA9CE33F-FD6D-8610-B44A-CAF8F2E33F18}"/>
              </a:ext>
            </a:extLst>
          </p:cNvPr>
          <p:cNvSpPr>
            <a:spLocks xmlns:a="http://schemas.openxmlformats.org/drawingml/2006/main" noGrp="1"/>
          </p:cNvSpPr>
          <p:nvPr>
            <p:ph type="body" idx="17" hasCustomPrompt="1"/>
          </p:nvPr>
        </p:nvSpPr>
        <p:spPr>
          <a:xfrm xmlns:a="http://schemas.openxmlformats.org/drawingml/2006/main">
            <a:off x="9064096" y="1401117"/>
            <a:ext cx="2466161" cy="166199"/>
          </a:xfrm>
        </p:spPr>
        <p:txBody>
          <a:bodyPr xmlns:a="http://schemas.openxmlformats.org/drawingml/2006/main" wrap="none" lIns="0" tIns="0" rIns="0" bIns="0">
            <a:noAutofit/>
          </a:bodyPr>
          <a:lstStyle xmlns:a="http://schemas.openxmlformats.org/drawingml/2006/main">
            <a:lvl1pPr>
              <a:buNone/>
              <a:defRPr sz="1200" b="0" i="1">
                <a:solidFill>
                  <a:schemeClr val="bg1"/>
                </a:solidFill>
              </a:defRPr>
            </a:lvl1pPr>
          </a:lstStyle>
          <a:p xmlns:a="http://schemas.openxmlformats.org/drawingml/2006/main">
            <a:pPr lvl="0">
              <a:buNone/>
            </a:pPr>
            <a:r>
              <a:t>+33 00 00 00 00</a:t>
            </a:r>
          </a:p>
        </p:txBody>
      </p:sp>
      <p:sp>
        <p:nvSpPr>
          <p:cNvPr id="62" name="Espace réservé du texte 56">
            <a:extLst xmlns:a="http://schemas.openxmlformats.org/drawingml/2006/main">
              <a:ext uri="{FF2B5EF4-FFF2-40B4-BE49-F238E27FC236}">
                <a16:creationId xmlns:a16="http://schemas.microsoft.com/office/drawing/2014/main" id="{46A6FFCA-3C91-7631-9AE1-DD66D21D328E}"/>
              </a:ext>
            </a:extLst>
          </p:cNvPr>
          <p:cNvSpPr>
            <a:spLocks xmlns:a="http://schemas.openxmlformats.org/drawingml/2006/main" noGrp="1"/>
          </p:cNvSpPr>
          <p:nvPr>
            <p:ph type="body" idx="18" hasCustomPrompt="1"/>
          </p:nvPr>
        </p:nvSpPr>
        <p:spPr>
          <a:xfrm xmlns:a="http://schemas.openxmlformats.org/drawingml/2006/main">
            <a:off x="9064096" y="1578917"/>
            <a:ext cx="2466161" cy="166199"/>
          </a:xfrm>
        </p:spPr>
        <p:txBody>
          <a:bodyPr xmlns:a="http://schemas.openxmlformats.org/drawingml/2006/main" wrap="none" lIns="0" tIns="0" rIns="0" bIns="0">
            <a:noAutofit/>
          </a:bodyPr>
          <a:lstStyle xmlns:a="http://schemas.openxmlformats.org/drawingml/2006/main">
            <a:lvl1pPr>
              <a:buNone/>
              <a:defRPr sz="1050" b="0" i="1">
                <a:solidFill>
                  <a:schemeClr val="bg1"/>
                </a:solidFill>
              </a:defRPr>
            </a:lvl1pPr>
          </a:lstStyle>
          <a:p xmlns:a="http://schemas.openxmlformats.org/drawingml/2006/main">
            <a:pPr lvl="0">
              <a:buNone/>
            </a:pPr>
            <a:r>
              <a:t>mail@bnpparibas.com</a:t>
            </a:r>
          </a:p>
        </p:txBody>
      </p:sp>
      <p:sp>
        <p:nvSpPr>
          <p:cNvPr id="63" name="Connecteur droit 62">
            <a:extLst xmlns:a="http://schemas.openxmlformats.org/drawingml/2006/main">
              <a:ext uri="{FF2B5EF4-FFF2-40B4-BE49-F238E27FC236}">
                <a16:creationId xmlns:a16="http://schemas.microsoft.com/office/drawing/2014/main" id="{4529A114-F4E4-4210-8B09-DE46E2D06A8D}"/>
              </a:ext>
            </a:extLst>
          </p:cNvPr>
          <p:cNvSpPr>
            <a:spLocks xmlns:a="http://schemas.openxmlformats.org/drawingml/2006/main" noGrp="1"/>
          </p:cNvSpPr>
          <p:nvPr/>
        </p:nvSpPr>
        <p:spPr>
          <a:xfrm xmlns:a="http://schemas.openxmlformats.org/drawingml/2006/main">
            <a:off x="9091858" y="3010618"/>
            <a:ext cx="2438400" cy="0"/>
          </a:xfrm>
          <a:prstGeom xmlns:a="http://schemas.openxmlformats.org/drawingml/2006/main" prst="line">
            <a:avLst/>
          </a:prstGeom>
          <a:noFill xmlns:a="http://schemas.openxmlformats.org/drawingml/2006/main"/>
          <a:ln xmlns:a="http://schemas.openxmlformats.org/drawingml/2006/main" w="6350">
            <a:solidFill>
              <a:schemeClr val="tx2">
                <a:lumMod val="25000"/>
                <a:lumOff val="7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64" name="Espace réservé pour une image  63">
            <a:extLst xmlns:a="http://schemas.openxmlformats.org/drawingml/2006/main">
              <a:ext uri="{FF2B5EF4-FFF2-40B4-BE49-F238E27FC236}">
                <a16:creationId xmlns:a16="http://schemas.microsoft.com/office/drawing/2014/main" id="{386EDD09-ACE7-8105-022A-A3BDCB5A93F1}"/>
              </a:ext>
            </a:extLst>
          </p:cNvPr>
          <p:cNvSpPr>
            <a:spLocks xmlns:a="http://schemas.openxmlformats.org/drawingml/2006/main" noGrp="1"/>
          </p:cNvSpPr>
          <p:nvPr>
            <p:ph type="pic" idx="19" hasCustomPrompt="1"/>
          </p:nvPr>
        </p:nvSpPr>
        <p:spPr>
          <a:xfrm xmlns:a="http://schemas.openxmlformats.org/drawingml/2006/main">
            <a:off x="7832018" y="2537556"/>
            <a:ext cx="915998" cy="915998"/>
          </a:xfrm>
          <a:custGeom xmlns:a="http://schemas.openxmlformats.org/drawingml/2006/main">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xmlns:a="http://schemas.openxmlformats.org/drawingml/2006/main">
            <a:schemeClr val="bg1"/>
          </a:solidFill>
        </p:spPr>
        <p:txBody>
          <a:bodyPr xmlns:a="http://schemas.openxmlformats.org/drawingml/2006/main" wrap="square">
            <a:noAutofit/>
          </a:bodyPr>
          <a:lstStyle xmlns:a="http://schemas.openxmlformats.org/drawingml/2006/main">
            <a:lvl1pPr>
              <a:buNone/>
              <a:defRPr/>
            </a:lvl1pPr>
          </a:lstStyle>
          <a:p xmlns:a="http://schemas.openxmlformats.org/drawingml/2006/main">
            <a:r>
              <a:t> </a:t>
            </a:r>
          </a:p>
        </p:txBody>
      </p:sp>
      <p:sp>
        <p:nvSpPr>
          <p:cNvPr id="65" name="Espace réservé du texte 56">
            <a:extLst xmlns:a="http://schemas.openxmlformats.org/drawingml/2006/main">
              <a:ext uri="{FF2B5EF4-FFF2-40B4-BE49-F238E27FC236}">
                <a16:creationId xmlns:a16="http://schemas.microsoft.com/office/drawing/2014/main" id="{0894D9AE-32AE-F6BB-9C4F-C76D77ADF41B}"/>
              </a:ext>
            </a:extLst>
          </p:cNvPr>
          <p:cNvSpPr>
            <a:spLocks xmlns:a="http://schemas.openxmlformats.org/drawingml/2006/main" noGrp="1"/>
          </p:cNvSpPr>
          <p:nvPr>
            <p:ph type="body" idx="20" hasCustomPrompt="1"/>
          </p:nvPr>
        </p:nvSpPr>
        <p:spPr>
          <a:xfrm xmlns:a="http://schemas.openxmlformats.org/drawingml/2006/main">
            <a:off x="9064096" y="2551090"/>
            <a:ext cx="2466161" cy="166199"/>
          </a:xfrm>
        </p:spPr>
        <p:txBody>
          <a:bodyPr xmlns:a="http://schemas.openxmlformats.org/drawingml/2006/main" wrap="none" lIns="0" tIns="0" rIns="0" bIns="0">
            <a:noAutofit/>
          </a:bodyPr>
          <a:lstStyle xmlns:a="http://schemas.openxmlformats.org/drawingml/2006/main">
            <a:lvl1pPr>
              <a:buNone/>
              <a:defRPr sz="1200">
                <a:solidFill>
                  <a:schemeClr val="bg1"/>
                </a:solidFill>
              </a:defRPr>
            </a:lvl1pPr>
          </a:lstStyle>
          <a:p xmlns:a="http://schemas.openxmlformats.org/drawingml/2006/main">
            <a:pPr lvl="0">
              <a:buNone/>
            </a:pPr>
            <a:r>
              <a:t>Nom Prénom</a:t>
            </a:r>
          </a:p>
        </p:txBody>
      </p:sp>
      <p:sp>
        <p:nvSpPr>
          <p:cNvPr id="66" name="Espace réservé du texte 56">
            <a:extLst xmlns:a="http://schemas.openxmlformats.org/drawingml/2006/main">
              <a:ext uri="{FF2B5EF4-FFF2-40B4-BE49-F238E27FC236}">
                <a16:creationId xmlns:a16="http://schemas.microsoft.com/office/drawing/2014/main" id="{E26BBA5B-7560-DE72-DB34-D5BBE9387BFA}"/>
              </a:ext>
            </a:extLst>
          </p:cNvPr>
          <p:cNvSpPr>
            <a:spLocks xmlns:a="http://schemas.openxmlformats.org/drawingml/2006/main" noGrp="1"/>
          </p:cNvSpPr>
          <p:nvPr>
            <p:ph type="body" idx="21" hasCustomPrompt="1"/>
          </p:nvPr>
        </p:nvSpPr>
        <p:spPr>
          <a:xfrm xmlns:a="http://schemas.openxmlformats.org/drawingml/2006/main">
            <a:off x="9064096" y="2728890"/>
            <a:ext cx="2466161" cy="166199"/>
          </a:xfrm>
        </p:spPr>
        <p:txBody>
          <a:bodyPr xmlns:a="http://schemas.openxmlformats.org/drawingml/2006/main" wrap="none" lIns="0" tIns="0" rIns="0" bIns="0">
            <a:noAutofit/>
          </a:bodyPr>
          <a:lstStyle xmlns:a="http://schemas.openxmlformats.org/drawingml/2006/main">
            <a:lvl1pPr>
              <a:buNone/>
              <a:defRPr sz="1050">
                <a:solidFill>
                  <a:schemeClr val="bg1"/>
                </a:solidFill>
              </a:defRPr>
            </a:lvl1pPr>
          </a:lstStyle>
          <a:p xmlns:a="http://schemas.openxmlformats.org/drawingml/2006/main">
            <a:pPr lvl="0">
              <a:buNone/>
            </a:pPr>
            <a:r>
              <a:t>Fonction, Business Unit</a:t>
            </a:r>
          </a:p>
        </p:txBody>
      </p:sp>
      <p:sp>
        <p:nvSpPr>
          <p:cNvPr id="67" name="Espace réservé du texte 56">
            <a:extLst xmlns:a="http://schemas.openxmlformats.org/drawingml/2006/main">
              <a:ext uri="{FF2B5EF4-FFF2-40B4-BE49-F238E27FC236}">
                <a16:creationId xmlns:a16="http://schemas.microsoft.com/office/drawing/2014/main" id="{BADF4D70-F992-AFE4-AD83-EB1303769A2F}"/>
              </a:ext>
            </a:extLst>
          </p:cNvPr>
          <p:cNvSpPr>
            <a:spLocks xmlns:a="http://schemas.openxmlformats.org/drawingml/2006/main" noGrp="1"/>
          </p:cNvSpPr>
          <p:nvPr>
            <p:ph type="body" idx="22" hasCustomPrompt="1"/>
          </p:nvPr>
        </p:nvSpPr>
        <p:spPr>
          <a:xfrm xmlns:a="http://schemas.openxmlformats.org/drawingml/2006/main">
            <a:off x="9064096" y="3137407"/>
            <a:ext cx="2466161" cy="166199"/>
          </a:xfrm>
        </p:spPr>
        <p:txBody>
          <a:bodyPr xmlns:a="http://schemas.openxmlformats.org/drawingml/2006/main" wrap="none" lIns="0" tIns="0" rIns="0" bIns="0">
            <a:noAutofit/>
          </a:bodyPr>
          <a:lstStyle xmlns:a="http://schemas.openxmlformats.org/drawingml/2006/main">
            <a:lvl1pPr>
              <a:buNone/>
              <a:defRPr sz="1200" b="0" i="1">
                <a:solidFill>
                  <a:schemeClr val="bg1"/>
                </a:solidFill>
              </a:defRPr>
            </a:lvl1pPr>
          </a:lstStyle>
          <a:p xmlns:a="http://schemas.openxmlformats.org/drawingml/2006/main">
            <a:pPr lvl="0">
              <a:buNone/>
            </a:pPr>
            <a:r>
              <a:t>+33 00 00 00 00</a:t>
            </a:r>
          </a:p>
        </p:txBody>
      </p:sp>
      <p:sp>
        <p:nvSpPr>
          <p:cNvPr id="68" name="Espace réservé du texte 56">
            <a:extLst xmlns:a="http://schemas.openxmlformats.org/drawingml/2006/main">
              <a:ext uri="{FF2B5EF4-FFF2-40B4-BE49-F238E27FC236}">
                <a16:creationId xmlns:a16="http://schemas.microsoft.com/office/drawing/2014/main" id="{638E0772-A84B-0746-940E-0FA6EAE20D6B}"/>
              </a:ext>
            </a:extLst>
          </p:cNvPr>
          <p:cNvSpPr>
            <a:spLocks xmlns:a="http://schemas.openxmlformats.org/drawingml/2006/main" noGrp="1"/>
          </p:cNvSpPr>
          <p:nvPr>
            <p:ph type="body" idx="23" hasCustomPrompt="1"/>
          </p:nvPr>
        </p:nvSpPr>
        <p:spPr>
          <a:xfrm xmlns:a="http://schemas.openxmlformats.org/drawingml/2006/main">
            <a:off x="9064096" y="3315207"/>
            <a:ext cx="2466161" cy="166199"/>
          </a:xfrm>
        </p:spPr>
        <p:txBody>
          <a:bodyPr xmlns:a="http://schemas.openxmlformats.org/drawingml/2006/main" wrap="none" lIns="0" tIns="0" rIns="0" bIns="0">
            <a:noAutofit/>
          </a:bodyPr>
          <a:lstStyle xmlns:a="http://schemas.openxmlformats.org/drawingml/2006/main">
            <a:lvl1pPr>
              <a:buNone/>
              <a:defRPr sz="1050" b="0" i="1">
                <a:solidFill>
                  <a:schemeClr val="bg1"/>
                </a:solidFill>
              </a:defRPr>
            </a:lvl1pPr>
          </a:lstStyle>
          <a:p xmlns:a="http://schemas.openxmlformats.org/drawingml/2006/main">
            <a:pPr lvl="0">
              <a:buNone/>
            </a:pPr>
            <a:r>
              <a:t>mail@bnpparibas.com</a:t>
            </a:r>
          </a:p>
        </p:txBody>
      </p:sp>
      <p:sp>
        <p:nvSpPr>
          <p:cNvPr id="69" name="Connecteur droit 68">
            <a:extLst xmlns:a="http://schemas.openxmlformats.org/drawingml/2006/main">
              <a:ext uri="{FF2B5EF4-FFF2-40B4-BE49-F238E27FC236}">
                <a16:creationId xmlns:a16="http://schemas.microsoft.com/office/drawing/2014/main" id="{79132ECA-CB38-4A42-93CF-7815EF212B81}"/>
              </a:ext>
            </a:extLst>
          </p:cNvPr>
          <p:cNvSpPr>
            <a:spLocks xmlns:a="http://schemas.openxmlformats.org/drawingml/2006/main" noGrp="1"/>
          </p:cNvSpPr>
          <p:nvPr/>
        </p:nvSpPr>
        <p:spPr>
          <a:xfrm xmlns:a="http://schemas.openxmlformats.org/drawingml/2006/main">
            <a:off x="9091858" y="4746908"/>
            <a:ext cx="2438400" cy="0"/>
          </a:xfrm>
          <a:prstGeom xmlns:a="http://schemas.openxmlformats.org/drawingml/2006/main" prst="line">
            <a:avLst/>
          </a:prstGeom>
          <a:noFill xmlns:a="http://schemas.openxmlformats.org/drawingml/2006/main"/>
          <a:ln xmlns:a="http://schemas.openxmlformats.org/drawingml/2006/main" w="6350">
            <a:solidFill>
              <a:schemeClr val="tx2">
                <a:lumMod val="25000"/>
                <a:lumOff val="7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70" name="Espace réservé pour une image  69">
            <a:extLst xmlns:a="http://schemas.openxmlformats.org/drawingml/2006/main">
              <a:ext uri="{FF2B5EF4-FFF2-40B4-BE49-F238E27FC236}">
                <a16:creationId xmlns:a16="http://schemas.microsoft.com/office/drawing/2014/main" id="{6B1A7600-FB88-F31E-0CD6-E293B2A638AA}"/>
              </a:ext>
            </a:extLst>
          </p:cNvPr>
          <p:cNvSpPr>
            <a:spLocks xmlns:a="http://schemas.openxmlformats.org/drawingml/2006/main" noGrp="1"/>
          </p:cNvSpPr>
          <p:nvPr>
            <p:ph type="pic" idx="24" hasCustomPrompt="1"/>
          </p:nvPr>
        </p:nvSpPr>
        <p:spPr>
          <a:xfrm xmlns:a="http://schemas.openxmlformats.org/drawingml/2006/main">
            <a:off x="7832018" y="4273846"/>
            <a:ext cx="915998" cy="915998"/>
          </a:xfrm>
          <a:custGeom xmlns:a="http://schemas.openxmlformats.org/drawingml/2006/main">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xmlns:a="http://schemas.openxmlformats.org/drawingml/2006/main">
            <a:schemeClr val="bg1"/>
          </a:solidFill>
        </p:spPr>
        <p:txBody>
          <a:bodyPr xmlns:a="http://schemas.openxmlformats.org/drawingml/2006/main" wrap="square">
            <a:noAutofit/>
          </a:bodyPr>
          <a:lstStyle xmlns:a="http://schemas.openxmlformats.org/drawingml/2006/main">
            <a:lvl1pPr>
              <a:buNone/>
              <a:defRPr/>
            </a:lvl1pPr>
          </a:lstStyle>
          <a:p xmlns:a="http://schemas.openxmlformats.org/drawingml/2006/main">
            <a:r>
              <a:t> </a:t>
            </a:r>
          </a:p>
        </p:txBody>
      </p:sp>
      <p:sp>
        <p:nvSpPr>
          <p:cNvPr id="71" name="Espace réservé du texte 56">
            <a:extLst xmlns:a="http://schemas.openxmlformats.org/drawingml/2006/main">
              <a:ext uri="{FF2B5EF4-FFF2-40B4-BE49-F238E27FC236}">
                <a16:creationId xmlns:a16="http://schemas.microsoft.com/office/drawing/2014/main" id="{1785D2FF-EB25-0049-9335-88251C5E4A39}"/>
              </a:ext>
            </a:extLst>
          </p:cNvPr>
          <p:cNvSpPr>
            <a:spLocks xmlns:a="http://schemas.openxmlformats.org/drawingml/2006/main" noGrp="1"/>
          </p:cNvSpPr>
          <p:nvPr>
            <p:ph type="body" idx="25" hasCustomPrompt="1"/>
          </p:nvPr>
        </p:nvSpPr>
        <p:spPr>
          <a:xfrm xmlns:a="http://schemas.openxmlformats.org/drawingml/2006/main">
            <a:off x="9064096" y="4287380"/>
            <a:ext cx="2466161" cy="166199"/>
          </a:xfrm>
        </p:spPr>
        <p:txBody>
          <a:bodyPr xmlns:a="http://schemas.openxmlformats.org/drawingml/2006/main" wrap="none" lIns="0" tIns="0" rIns="0" bIns="0">
            <a:noAutofit/>
          </a:bodyPr>
          <a:lstStyle xmlns:a="http://schemas.openxmlformats.org/drawingml/2006/main">
            <a:lvl1pPr>
              <a:buNone/>
              <a:defRPr sz="1200">
                <a:solidFill>
                  <a:schemeClr val="bg1"/>
                </a:solidFill>
              </a:defRPr>
            </a:lvl1pPr>
          </a:lstStyle>
          <a:p xmlns:a="http://schemas.openxmlformats.org/drawingml/2006/main">
            <a:pPr lvl="0">
              <a:buNone/>
            </a:pPr>
            <a:r>
              <a:t>Nom Prénom</a:t>
            </a:r>
          </a:p>
        </p:txBody>
      </p:sp>
      <p:sp>
        <p:nvSpPr>
          <p:cNvPr id="72" name="Espace réservé du texte 56">
            <a:extLst xmlns:a="http://schemas.openxmlformats.org/drawingml/2006/main">
              <a:ext uri="{FF2B5EF4-FFF2-40B4-BE49-F238E27FC236}">
                <a16:creationId xmlns:a16="http://schemas.microsoft.com/office/drawing/2014/main" id="{EEAE11B6-C823-E793-BE4E-DFE221CCCD2A}"/>
              </a:ext>
            </a:extLst>
          </p:cNvPr>
          <p:cNvSpPr>
            <a:spLocks xmlns:a="http://schemas.openxmlformats.org/drawingml/2006/main" noGrp="1"/>
          </p:cNvSpPr>
          <p:nvPr>
            <p:ph type="body" idx="26" hasCustomPrompt="1"/>
          </p:nvPr>
        </p:nvSpPr>
        <p:spPr>
          <a:xfrm xmlns:a="http://schemas.openxmlformats.org/drawingml/2006/main">
            <a:off x="9064096" y="4465180"/>
            <a:ext cx="2466161" cy="166199"/>
          </a:xfrm>
        </p:spPr>
        <p:txBody>
          <a:bodyPr xmlns:a="http://schemas.openxmlformats.org/drawingml/2006/main" wrap="none" lIns="0" tIns="0" rIns="0" bIns="0">
            <a:noAutofit/>
          </a:bodyPr>
          <a:lstStyle xmlns:a="http://schemas.openxmlformats.org/drawingml/2006/main">
            <a:lvl1pPr>
              <a:buNone/>
              <a:defRPr sz="1050">
                <a:solidFill>
                  <a:schemeClr val="bg1"/>
                </a:solidFill>
              </a:defRPr>
            </a:lvl1pPr>
          </a:lstStyle>
          <a:p xmlns:a="http://schemas.openxmlformats.org/drawingml/2006/main">
            <a:pPr lvl="0">
              <a:buNone/>
            </a:pPr>
            <a:r>
              <a:t>Fonction, Business Unit</a:t>
            </a:r>
          </a:p>
        </p:txBody>
      </p:sp>
      <p:sp>
        <p:nvSpPr>
          <p:cNvPr id="73" name="Espace réservé du texte 56">
            <a:extLst xmlns:a="http://schemas.openxmlformats.org/drawingml/2006/main">
              <a:ext uri="{FF2B5EF4-FFF2-40B4-BE49-F238E27FC236}">
                <a16:creationId xmlns:a16="http://schemas.microsoft.com/office/drawing/2014/main" id="{77F682F7-DDD1-410C-8C6D-EEAB277C3F64}"/>
              </a:ext>
            </a:extLst>
          </p:cNvPr>
          <p:cNvSpPr>
            <a:spLocks xmlns:a="http://schemas.openxmlformats.org/drawingml/2006/main" noGrp="1"/>
          </p:cNvSpPr>
          <p:nvPr>
            <p:ph type="body" idx="27" hasCustomPrompt="1"/>
          </p:nvPr>
        </p:nvSpPr>
        <p:spPr>
          <a:xfrm xmlns:a="http://schemas.openxmlformats.org/drawingml/2006/main">
            <a:off x="9064096" y="4873697"/>
            <a:ext cx="2466161" cy="166199"/>
          </a:xfrm>
        </p:spPr>
        <p:txBody>
          <a:bodyPr xmlns:a="http://schemas.openxmlformats.org/drawingml/2006/main" wrap="none" lIns="0" tIns="0" rIns="0" bIns="0">
            <a:noAutofit/>
          </a:bodyPr>
          <a:lstStyle xmlns:a="http://schemas.openxmlformats.org/drawingml/2006/main">
            <a:lvl1pPr>
              <a:buNone/>
              <a:defRPr sz="1200" b="0" i="1">
                <a:solidFill>
                  <a:schemeClr val="bg1"/>
                </a:solidFill>
              </a:defRPr>
            </a:lvl1pPr>
          </a:lstStyle>
          <a:p xmlns:a="http://schemas.openxmlformats.org/drawingml/2006/main">
            <a:pPr lvl="0">
              <a:buNone/>
            </a:pPr>
            <a:r>
              <a:t>+33 00 00 00 00</a:t>
            </a:r>
          </a:p>
        </p:txBody>
      </p:sp>
      <p:sp>
        <p:nvSpPr>
          <p:cNvPr id="74" name="Espace réservé du texte 56">
            <a:extLst xmlns:a="http://schemas.openxmlformats.org/drawingml/2006/main">
              <a:ext uri="{FF2B5EF4-FFF2-40B4-BE49-F238E27FC236}">
                <a16:creationId xmlns:a16="http://schemas.microsoft.com/office/drawing/2014/main" id="{2C3D3BBE-7327-D43B-4F09-89B5DF603200}"/>
              </a:ext>
            </a:extLst>
          </p:cNvPr>
          <p:cNvSpPr>
            <a:spLocks xmlns:a="http://schemas.openxmlformats.org/drawingml/2006/main" noGrp="1"/>
          </p:cNvSpPr>
          <p:nvPr>
            <p:ph type="body" idx="28" hasCustomPrompt="1"/>
          </p:nvPr>
        </p:nvSpPr>
        <p:spPr>
          <a:xfrm xmlns:a="http://schemas.openxmlformats.org/drawingml/2006/main">
            <a:off x="9064096" y="5051497"/>
            <a:ext cx="2466161" cy="166199"/>
          </a:xfrm>
        </p:spPr>
        <p:txBody>
          <a:bodyPr xmlns:a="http://schemas.openxmlformats.org/drawingml/2006/main" wrap="none" lIns="0" tIns="0" rIns="0" bIns="0">
            <a:noAutofit/>
          </a:bodyPr>
          <a:lstStyle xmlns:a="http://schemas.openxmlformats.org/drawingml/2006/main">
            <a:lvl1pPr>
              <a:buNone/>
              <a:defRPr sz="1050" b="0" i="1">
                <a:solidFill>
                  <a:schemeClr val="bg1"/>
                </a:solidFill>
              </a:defRPr>
            </a:lvl1pPr>
          </a:lstStyle>
          <a:p xmlns:a="http://schemas.openxmlformats.org/drawingml/2006/main">
            <a:pPr lvl="0">
              <a:buNone/>
            </a:pPr>
            <a:r>
              <a:t>mail@bnpparibas.com</a:t>
            </a:r>
          </a:p>
        </p:txBody>
      </p:sp>
    </p:spTree>
  </p:cSld>
</p:sldLayout>
</file>

<file path=ppt/slideLayouts/slideLayout25.xml><?xml version="1.0" encoding="utf-8"?>
<p:sldLayout xmlns:p="http://schemas.openxmlformats.org/presentationml/2006/main" showMasterSp="0" type="blank" preserve="1">
  <p:cSld name="Decors">
    <p:bg>
      <p:bgPr>
        <a:solidFill xmlns:a="http://schemas.openxmlformats.org/drawingml/2006/main">
          <a:schemeClr val="accent1"/>
        </a:solidFill>
      </p:bgPr>
    </p:bg>
    <p:spTree>
      <p:nvGrpSpPr>
        <p:cNvPr id="1" name=""/>
        <p:cNvGrpSpPr/>
        <p:nvPr/>
      </p:nvGrpSpPr>
      <p:grpSpPr>
        <a:xfrm xmlns:a="http://schemas.openxmlformats.org/drawingml/2006/main"/>
      </p:grpSpPr>
      <p:sp>
        <p:nvSpPr>
          <p:cNvPr id="26" name="Forme libre : forme 25">
            <a:extLst xmlns:a="http://schemas.openxmlformats.org/drawingml/2006/main">
              <a:ext uri="{FF2B5EF4-FFF2-40B4-BE49-F238E27FC236}">
                <a16:creationId xmlns:a16="http://schemas.microsoft.com/office/drawing/2014/main" id="{DDFC4E34-7536-42EB-CA24-8707AFB2B89D}"/>
              </a:ext>
            </a:extLst>
          </p:cNvPr>
          <p:cNvSpPr>
            <a:spLocks xmlns:a="http://schemas.openxmlformats.org/drawingml/2006/main" noGrp="1"/>
          </p:cNvSpPr>
          <p:nvPr/>
        </p:nvSpPr>
        <p:spPr>
          <a:xfrm xmlns:a="http://schemas.openxmlformats.org/drawingml/2006/main" rot="0" flipH="1" flipV="1">
            <a:off x="0" y="-2216105"/>
            <a:ext cx="6463735" cy="3489960"/>
          </a:xfrm>
          <a:custGeom xmlns:a="http://schemas.openxmlformats.org/drawingml/2006/main">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
        <p:nvSpPr>
          <p:cNvPr id="27" name="Forme libre : forme 26">
            <a:extLst xmlns:a="http://schemas.openxmlformats.org/drawingml/2006/main">
              <a:ext uri="{FF2B5EF4-FFF2-40B4-BE49-F238E27FC236}">
                <a16:creationId xmlns:a16="http://schemas.microsoft.com/office/drawing/2014/main" id="{2E0F2A7F-858F-924D-89AA-884523D5D5FD}"/>
              </a:ext>
            </a:extLst>
          </p:cNvPr>
          <p:cNvSpPr>
            <a:spLocks xmlns:a="http://schemas.openxmlformats.org/drawingml/2006/main" noGrp="1"/>
          </p:cNvSpPr>
          <p:nvPr/>
        </p:nvSpPr>
        <p:spPr>
          <a:xfrm xmlns:a="http://schemas.openxmlformats.org/drawingml/2006/main" rot="0" flipH="1" flipV="1">
            <a:off x="-1" y="-3448144"/>
            <a:ext cx="4737448" cy="2257921"/>
          </a:xfrm>
          <a:custGeom xmlns:a="http://schemas.openxmlformats.org/drawingml/2006/main">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9" name="Forme libre : forme 28">
            <a:extLst xmlns:a="http://schemas.openxmlformats.org/drawingml/2006/main">
              <a:ext uri="{FF2B5EF4-FFF2-40B4-BE49-F238E27FC236}">
                <a16:creationId xmlns:a16="http://schemas.microsoft.com/office/drawing/2014/main" id="{8BFABC43-E2A1-32FC-33D4-25A68717B082}"/>
              </a:ext>
            </a:extLst>
          </p:cNvPr>
          <p:cNvSpPr>
            <a:spLocks xmlns:a="http://schemas.openxmlformats.org/drawingml/2006/main" noGrp="1"/>
          </p:cNvSpPr>
          <p:nvPr/>
        </p:nvSpPr>
        <p:spPr>
          <a:xfrm xmlns:a="http://schemas.openxmlformats.org/drawingml/2006/main" rot="0" flipH="0" flipV="0">
            <a:off x="8186080" y="2562102"/>
            <a:ext cx="659907" cy="1677855"/>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DBC177E7-AF9A-7AA5-0540-FB335398FD06}"/>
              </a:ext>
            </a:extLst>
          </p:cNvPr>
          <p:cNvSpPr>
            <a:spLocks xmlns:a="http://schemas.openxmlformats.org/drawingml/2006/main" noGrp="1"/>
          </p:cNvSpPr>
          <p:nvPr/>
        </p:nvSpPr>
        <p:spPr>
          <a:xfrm xmlns:a="http://schemas.openxmlformats.org/drawingml/2006/main" rot="0" flipH="0" flipV="0">
            <a:off x="9124792" y="2575971"/>
            <a:ext cx="173917" cy="294085"/>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1" name="Forme libre : forme 30">
            <a:extLst xmlns:a="http://schemas.openxmlformats.org/drawingml/2006/main">
              <a:ext uri="{FF2B5EF4-FFF2-40B4-BE49-F238E27FC236}">
                <a16:creationId xmlns:a16="http://schemas.microsoft.com/office/drawing/2014/main" id="{10BA07AB-9BF4-D24C-CB67-396A11B9B6DF}"/>
              </a:ext>
            </a:extLst>
          </p:cNvPr>
          <p:cNvSpPr>
            <a:spLocks xmlns:a="http://schemas.openxmlformats.org/drawingml/2006/main" noGrp="1"/>
          </p:cNvSpPr>
          <p:nvPr/>
        </p:nvSpPr>
        <p:spPr>
          <a:xfrm xmlns:a="http://schemas.openxmlformats.org/drawingml/2006/main" rot="0" flipH="0" flipV="0">
            <a:off x="9124792" y="3140950"/>
            <a:ext cx="173917" cy="1087932"/>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2" name="Forme libre : forme 31">
            <a:extLst xmlns:a="http://schemas.openxmlformats.org/drawingml/2006/main">
              <a:ext uri="{FF2B5EF4-FFF2-40B4-BE49-F238E27FC236}">
                <a16:creationId xmlns:a16="http://schemas.microsoft.com/office/drawing/2014/main" id="{5A89727A-E6B8-F71D-D01A-06562F595E12}"/>
              </a:ext>
            </a:extLst>
          </p:cNvPr>
          <p:cNvSpPr>
            <a:spLocks xmlns:a="http://schemas.openxmlformats.org/drawingml/2006/main" noGrp="1"/>
          </p:cNvSpPr>
          <p:nvPr/>
        </p:nvSpPr>
        <p:spPr>
          <a:xfrm xmlns:a="http://schemas.openxmlformats.org/drawingml/2006/main" rot="0" flipH="0" flipV="0">
            <a:off x="9720229" y="2765264"/>
            <a:ext cx="560372" cy="1466371"/>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F5FE19B9-0164-FEE5-DCB0-E0882896316B}"/>
              </a:ext>
            </a:extLst>
          </p:cNvPr>
          <p:cNvSpPr>
            <a:spLocks xmlns:a="http://schemas.openxmlformats.org/drawingml/2006/main" noGrp="1"/>
          </p:cNvSpPr>
          <p:nvPr/>
        </p:nvSpPr>
        <p:spPr>
          <a:xfrm xmlns:a="http://schemas.openxmlformats.org/drawingml/2006/main" rot="0" flipH="0" flipV="0">
            <a:off x="10542681" y="2765315"/>
            <a:ext cx="563127" cy="1446934"/>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Forme libre : forme 33">
            <a:extLst xmlns:a="http://schemas.openxmlformats.org/drawingml/2006/main">
              <a:ext uri="{FF2B5EF4-FFF2-40B4-BE49-F238E27FC236}">
                <a16:creationId xmlns:a16="http://schemas.microsoft.com/office/drawing/2014/main" id="{471ADB06-7D27-77D1-E018-0792AD6351FB}"/>
              </a:ext>
            </a:extLst>
          </p:cNvPr>
          <p:cNvSpPr>
            <a:spLocks xmlns:a="http://schemas.openxmlformats.org/drawingml/2006/main" noGrp="1"/>
          </p:cNvSpPr>
          <p:nvPr/>
        </p:nvSpPr>
        <p:spPr>
          <a:xfrm xmlns:a="http://schemas.openxmlformats.org/drawingml/2006/main" rot="0" flipH="0" flipV="0">
            <a:off x="8336504" y="1745207"/>
            <a:ext cx="2608654" cy="786733"/>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orme libre : forme 34">
            <a:extLst xmlns:a="http://schemas.openxmlformats.org/drawingml/2006/main">
              <a:ext uri="{FF2B5EF4-FFF2-40B4-BE49-F238E27FC236}">
                <a16:creationId xmlns:a16="http://schemas.microsoft.com/office/drawing/2014/main" id="{75380A2B-4335-704D-62FE-96D1AECFB085}"/>
              </a:ext>
            </a:extLst>
          </p:cNvPr>
          <p:cNvSpPr>
            <a:spLocks xmlns:a="http://schemas.openxmlformats.org/drawingml/2006/main" noGrp="1"/>
          </p:cNvSpPr>
          <p:nvPr/>
        </p:nvSpPr>
        <p:spPr>
          <a:xfrm xmlns:a="http://schemas.openxmlformats.org/drawingml/2006/main" rot="0" flipH="0" flipV="0">
            <a:off x="8412078" y="4460045"/>
            <a:ext cx="287290" cy="298394"/>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orme libre : forme 35">
            <a:extLst xmlns:a="http://schemas.openxmlformats.org/drawingml/2006/main">
              <a:ext uri="{FF2B5EF4-FFF2-40B4-BE49-F238E27FC236}">
                <a16:creationId xmlns:a16="http://schemas.microsoft.com/office/drawing/2014/main" id="{5034F281-B049-83F8-5403-EB1EA8F1B335}"/>
              </a:ext>
            </a:extLst>
          </p:cNvPr>
          <p:cNvSpPr>
            <a:spLocks xmlns:a="http://schemas.openxmlformats.org/drawingml/2006/main" noGrp="1"/>
          </p:cNvSpPr>
          <p:nvPr/>
        </p:nvSpPr>
        <p:spPr>
          <a:xfrm xmlns:a="http://schemas.openxmlformats.org/drawingml/2006/main" rot="0" flipH="0" flipV="0">
            <a:off x="8734368" y="4665195"/>
            <a:ext cx="209978" cy="245803"/>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orme libre : forme 36">
            <a:extLst xmlns:a="http://schemas.openxmlformats.org/drawingml/2006/main">
              <a:ext uri="{FF2B5EF4-FFF2-40B4-BE49-F238E27FC236}">
                <a16:creationId xmlns:a16="http://schemas.microsoft.com/office/drawing/2014/main" id="{156A3235-90CF-2927-2908-7613DD9FCB2E}"/>
              </a:ext>
            </a:extLst>
          </p:cNvPr>
          <p:cNvSpPr>
            <a:spLocks xmlns:a="http://schemas.openxmlformats.org/drawingml/2006/main" noGrp="1"/>
          </p:cNvSpPr>
          <p:nvPr/>
        </p:nvSpPr>
        <p:spPr>
          <a:xfrm xmlns:a="http://schemas.openxmlformats.org/drawingml/2006/main" rot="0" flipH="0" flipV="0">
            <a:off x="8944382" y="4757764"/>
            <a:ext cx="237814" cy="27489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orme libre : forme 37">
            <a:extLst xmlns:a="http://schemas.openxmlformats.org/drawingml/2006/main">
              <a:ext uri="{FF2B5EF4-FFF2-40B4-BE49-F238E27FC236}">
                <a16:creationId xmlns:a16="http://schemas.microsoft.com/office/drawing/2014/main" id="{BE2B5C7B-B634-0F0D-B7AE-F3374E19E841}"/>
              </a:ext>
            </a:extLst>
          </p:cNvPr>
          <p:cNvSpPr>
            <a:spLocks xmlns:a="http://schemas.openxmlformats.org/drawingml/2006/main" noGrp="1"/>
          </p:cNvSpPr>
          <p:nvPr/>
        </p:nvSpPr>
        <p:spPr>
          <a:xfrm xmlns:a="http://schemas.openxmlformats.org/drawingml/2006/main" rot="0" flipH="0" flipV="0">
            <a:off x="9207647" y="4836497"/>
            <a:ext cx="173645" cy="232045"/>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orme libre : forme 38">
            <a:extLst xmlns:a="http://schemas.openxmlformats.org/drawingml/2006/main">
              <a:ext uri="{FF2B5EF4-FFF2-40B4-BE49-F238E27FC236}">
                <a16:creationId xmlns:a16="http://schemas.microsoft.com/office/drawing/2014/main" id="{96AF20DB-CCA4-3FCC-C0DA-BA41CC57E93E}"/>
              </a:ext>
            </a:extLst>
          </p:cNvPr>
          <p:cNvSpPr>
            <a:spLocks xmlns:a="http://schemas.openxmlformats.org/drawingml/2006/main" noGrp="1"/>
          </p:cNvSpPr>
          <p:nvPr/>
        </p:nvSpPr>
        <p:spPr>
          <a:xfrm xmlns:a="http://schemas.openxmlformats.org/drawingml/2006/main" rot="0" flipH="0" flipV="0">
            <a:off x="9561839" y="4876755"/>
            <a:ext cx="144218" cy="236038"/>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orme libre : forme 39">
            <a:extLst xmlns:a="http://schemas.openxmlformats.org/drawingml/2006/main">
              <a:ext uri="{FF2B5EF4-FFF2-40B4-BE49-F238E27FC236}">
                <a16:creationId xmlns:a16="http://schemas.microsoft.com/office/drawing/2014/main" id="{B2C46358-5635-83FF-70B7-414CDFD57771}"/>
              </a:ext>
            </a:extLst>
          </p:cNvPr>
          <p:cNvSpPr>
            <a:spLocks xmlns:a="http://schemas.openxmlformats.org/drawingml/2006/main" noGrp="1"/>
          </p:cNvSpPr>
          <p:nvPr/>
        </p:nvSpPr>
        <p:spPr>
          <a:xfrm xmlns:a="http://schemas.openxmlformats.org/drawingml/2006/main" rot="0" flipH="0" flipV="0">
            <a:off x="9751743" y="4862536"/>
            <a:ext cx="176423" cy="244810"/>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orme libre : forme 40">
            <a:extLst xmlns:a="http://schemas.openxmlformats.org/drawingml/2006/main">
              <a:ext uri="{FF2B5EF4-FFF2-40B4-BE49-F238E27FC236}">
                <a16:creationId xmlns:a16="http://schemas.microsoft.com/office/drawing/2014/main" id="{52FE87E7-FE47-8DAD-0DB6-9FF5BC39015E}"/>
              </a:ext>
            </a:extLst>
          </p:cNvPr>
          <p:cNvSpPr>
            <a:spLocks xmlns:a="http://schemas.openxmlformats.org/drawingml/2006/main" noGrp="1"/>
          </p:cNvSpPr>
          <p:nvPr/>
        </p:nvSpPr>
        <p:spPr>
          <a:xfrm xmlns:a="http://schemas.openxmlformats.org/drawingml/2006/main" rot="0" flipH="0" flipV="0">
            <a:off x="9948116" y="4817601"/>
            <a:ext cx="196669" cy="24634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2" name="Forme libre : forme 41">
            <a:extLst xmlns:a="http://schemas.openxmlformats.org/drawingml/2006/main">
              <a:ext uri="{FF2B5EF4-FFF2-40B4-BE49-F238E27FC236}">
                <a16:creationId xmlns:a16="http://schemas.microsoft.com/office/drawing/2014/main" id="{968B288C-DADA-CC44-CBA0-BAC9DE22A2B8}"/>
              </a:ext>
            </a:extLst>
          </p:cNvPr>
          <p:cNvSpPr>
            <a:spLocks xmlns:a="http://schemas.openxmlformats.org/drawingml/2006/main" noGrp="1"/>
          </p:cNvSpPr>
          <p:nvPr/>
        </p:nvSpPr>
        <p:spPr>
          <a:xfrm xmlns:a="http://schemas.openxmlformats.org/drawingml/2006/main" rot="0" flipH="0" flipV="0">
            <a:off x="10148186" y="4766765"/>
            <a:ext cx="113942" cy="224522"/>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orme libre : forme 42">
            <a:extLst xmlns:a="http://schemas.openxmlformats.org/drawingml/2006/main">
              <a:ext uri="{FF2B5EF4-FFF2-40B4-BE49-F238E27FC236}">
                <a16:creationId xmlns:a16="http://schemas.microsoft.com/office/drawing/2014/main" id="{148EA762-A5D3-83A6-9C87-83377A88526C}"/>
              </a:ext>
            </a:extLst>
          </p:cNvPr>
          <p:cNvSpPr>
            <a:spLocks xmlns:a="http://schemas.openxmlformats.org/drawingml/2006/main" noGrp="1"/>
          </p:cNvSpPr>
          <p:nvPr/>
        </p:nvSpPr>
        <p:spPr>
          <a:xfrm xmlns:a="http://schemas.openxmlformats.org/drawingml/2006/main" rot="0" flipH="0" flipV="0">
            <a:off x="10252680" y="4689536"/>
            <a:ext cx="211457" cy="244944"/>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orme libre : forme 43">
            <a:extLst xmlns:a="http://schemas.openxmlformats.org/drawingml/2006/main">
              <a:ext uri="{FF2B5EF4-FFF2-40B4-BE49-F238E27FC236}">
                <a16:creationId xmlns:a16="http://schemas.microsoft.com/office/drawing/2014/main" id="{8DEB3986-7CE5-16E3-8BC4-E8D671912D23}"/>
              </a:ext>
            </a:extLst>
          </p:cNvPr>
          <p:cNvSpPr>
            <a:spLocks xmlns:a="http://schemas.openxmlformats.org/drawingml/2006/main" noGrp="1"/>
          </p:cNvSpPr>
          <p:nvPr/>
        </p:nvSpPr>
        <p:spPr>
          <a:xfrm xmlns:a="http://schemas.openxmlformats.org/drawingml/2006/main" rot="0" flipH="0" flipV="0">
            <a:off x="10459494" y="4589576"/>
            <a:ext cx="219398" cy="245786"/>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orme libre : forme 44">
            <a:extLst xmlns:a="http://schemas.openxmlformats.org/drawingml/2006/main">
              <a:ext uri="{FF2B5EF4-FFF2-40B4-BE49-F238E27FC236}">
                <a16:creationId xmlns:a16="http://schemas.microsoft.com/office/drawing/2014/main" id="{F1F18620-33E9-E31A-83AA-13914A1C22DD}"/>
              </a:ext>
            </a:extLst>
          </p:cNvPr>
          <p:cNvSpPr>
            <a:spLocks xmlns:a="http://schemas.openxmlformats.org/drawingml/2006/main" noGrp="1"/>
          </p:cNvSpPr>
          <p:nvPr/>
        </p:nvSpPr>
        <p:spPr>
          <a:xfrm xmlns:a="http://schemas.openxmlformats.org/drawingml/2006/main" rot="0" flipH="0" flipV="0">
            <a:off x="10595661" y="4445300"/>
            <a:ext cx="218243" cy="228729"/>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bg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66" name="Image 52"/>
          <p:cNvPicPr>
            <a:picLocks xmlns:a="http://schemas.openxmlformats.org/drawingml/2006/main" noChangeAspect="1"/>
          </p:cNvPicPr>
          <p:nvPr/>
        </p:nvPicPr>
        <p:blipFill>
          <a:blip xmlns:r="http://schemas.openxmlformats.org/officeDocument/2006/relationships" xmlns:a="http://schemas.openxmlformats.org/drawingml/2006/main" r:embed="R7abfb7839f764246"/>
          <a:srcRect xmlns:a="http://schemas.openxmlformats.org/drawingml/2006/main" l="0" t="0" r="0" b="0"/>
          <a:stretch xmlns:a="http://schemas.openxmlformats.org/drawingml/2006/main"/>
        </p:blipFill>
        <p:spPr>
          <a:xfrm xmlns:a="http://schemas.openxmlformats.org/drawingml/2006/main">
            <a:off x="547951" y="5900190"/>
            <a:ext cx="2144449" cy="445118"/>
          </a:xfrm>
          <a:prstGeom xmlns:a="http://schemas.openxmlformats.org/drawingml/2006/main" prst="rect">
            <a:avLst/>
          </a:prstGeom>
        </p:spPr>
      </p:pic>
    </p:spTree>
  </p:cSld>
</p:sldLayout>
</file>

<file path=ppt/slideLayouts/slideLayout26.xml><?xml version="1.0" encoding="utf-8"?>
<p:sldLayout xmlns:p="http://schemas.openxmlformats.org/presentationml/2006/main" showMasterSp="0" preserve="1" userDrawn="1">
  <p:cSld name="00_COUVERTURE">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596A180C-4058-FE26-CC5F-9244A9909761}"/>
              </a:ext>
            </a:extLst>
          </p:cNvPr>
          <p:cNvSpPr>
            <a:spLocks xmlns:a="http://schemas.openxmlformats.org/drawingml/2006/main" noGrp="1"/>
          </p:cNvSpPr>
          <p:nvPr/>
        </p:nvSpPr>
        <p:spPr>
          <a:xfrm xmlns:a="http://schemas.openxmlformats.org/drawingml/2006/main">
            <a:off x="0" y="0"/>
            <a:ext cx="12192000" cy="5372100"/>
          </a:xfrm>
          <a:prstGeom xmlns:a="http://schemas.openxmlformats.org/drawingml/2006/main" prst="rect">
            <a:avLst/>
          </a:prstGeom>
          <a:solidFill xmlns:a="http://schemas.openxmlformats.org/drawingml/2006/main">
            <a:srgbClr val="EEEACC">
              <a:alpha val="38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Graphique 6"/>
          <p:cNvPicPr>
            <a:picLocks xmlns:a="http://schemas.openxmlformats.org/drawingml/2006/main" noChangeAspect="1"/>
          </p:cNvPicPr>
          <p:nvPr/>
        </p:nvPicPr>
        <p:blipFill>
          <a:blip xmlns:r="http://schemas.openxmlformats.org/officeDocument/2006/relationships" xmlns:a="http://schemas.openxmlformats.org/drawingml/2006/main" r:embed="Rb098aa82f9ea45cf">
            <a:extLst>
              <a:ext uri="{96DAC541-7B7A-43D3-8B79-37D633B846F1}">
                <asvg:svgBlip xmlns:asvg="http://schemas.microsoft.com/office/drawing/2016/SVG/main" r:embed="R0a9e165b0b924a88"/>
              </a:ext>
            </a:extLst>
          </a:blip>
          <a:stretch xmlns:a="http://schemas.openxmlformats.org/drawingml/2006/main">
            <a:fillRect l="0" t="0" r="0" b="0"/>
          </a:stretch>
        </p:blipFill>
        <p:spPr>
          <a:xfrm xmlns:a="http://schemas.openxmlformats.org/drawingml/2006/main">
            <a:off x="5540625" y="684889"/>
            <a:ext cx="7251527" cy="3926122"/>
          </a:xfrm>
          <a:prstGeom xmlns:a="http://schemas.openxmlformats.org/drawingml/2006/main" prst="rect">
            <a:avLst/>
          </a:prstGeom>
        </p:spPr>
      </p:pic>
      <p:pic>
        <p:nvPicPr>
          <p:cNvPr id="19" name="Image 8"/>
          <p:cNvPicPr>
            <a:picLocks xmlns:a="http://schemas.openxmlformats.org/drawingml/2006/main" noChangeAspect="1"/>
          </p:cNvPicPr>
          <p:nvPr/>
        </p:nvPicPr>
        <p:blipFill>
          <a:blip xmlns:r="http://schemas.openxmlformats.org/officeDocument/2006/relationships" xmlns:a="http://schemas.openxmlformats.org/drawingml/2006/main" r:embed="Rb098aa82f9ea45cf"/>
          <a:stretch xmlns:a="http://schemas.openxmlformats.org/drawingml/2006/main">
            <a:fillRect l="0" t="0" r="0" b="0"/>
          </a:stretch>
        </p:blipFill>
        <p:spPr>
          <a:xfrm xmlns:a="http://schemas.openxmlformats.org/drawingml/2006/main">
            <a:off x="504825" y="5783226"/>
            <a:ext cx="3448227" cy="714412"/>
          </a:xfrm>
          <a:prstGeom xmlns:a="http://schemas.openxmlformats.org/drawingml/2006/main" prst="rect">
            <a:avLst/>
          </a:prstGeom>
        </p:spPr>
      </p:pic>
      <p:pic>
        <p:nvPicPr>
          <p:cNvPr id="20" name="Image 9"/>
          <p:cNvPicPr>
            <a:picLocks xmlns:a="http://schemas.openxmlformats.org/drawingml/2006/main" noChangeAspect="1"/>
          </p:cNvPicPr>
          <p:nvPr/>
        </p:nvPicPr>
        <p:blipFill>
          <a:blip xmlns:r="http://schemas.openxmlformats.org/officeDocument/2006/relationships" xmlns:a="http://schemas.openxmlformats.org/drawingml/2006/main" r:embed="R1b386052cc724975"/>
          <a:stretch xmlns:a="http://schemas.openxmlformats.org/drawingml/2006/main">
            <a:fillRect l="0" t="0" r="0" b="0"/>
          </a:stretch>
        </p:blipFill>
        <p:spPr>
          <a:xfrm xmlns:a="http://schemas.openxmlformats.org/drawingml/2006/main">
            <a:off x="7951396" y="6011838"/>
            <a:ext cx="3730817" cy="257188"/>
          </a:xfrm>
          <a:prstGeom xmlns:a="http://schemas.openxmlformats.org/drawingml/2006/main" prst="rect">
            <a:avLst/>
          </a:prstGeom>
        </p:spPr>
      </p:pic>
      <p:sp>
        <p:nvSpPr>
          <p:cNvPr id="2" name="Titre 1">
            <a:extLst xmlns:a="http://schemas.openxmlformats.org/drawingml/2006/main">
              <a:ext uri="{FF2B5EF4-FFF2-40B4-BE49-F238E27FC236}">
                <a16:creationId xmlns:a16="http://schemas.microsoft.com/office/drawing/2014/main" id="{0E9081C9-DA3C-C42B-A1EF-EE2CBC29A916}"/>
              </a:ext>
            </a:extLst>
          </p:cNvPr>
          <p:cNvSpPr>
            <a:spLocks xmlns:a="http://schemas.openxmlformats.org/drawingml/2006/main" noGrp="1"/>
          </p:cNvSpPr>
          <p:nvPr>
            <p:ph type="title" idx="0"/>
          </p:nvPr>
        </p:nvSpPr>
        <p:spPr>
          <a:xfrm xmlns:a="http://schemas.openxmlformats.org/drawingml/2006/main">
            <a:off x="503238" y="2009426"/>
            <a:ext cx="5859464" cy="12357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a:buNone/>
              <a:defRPr sz="4400" b="1" cap="all" spc="200">
                <a:solidFill>
                  <a:schemeClr val="tx2"/>
                </a:solidFill>
                <a:latin typeface="BNPPSans"/>
                <a:ea typeface="BNPPSans"/>
                <a:cs typeface="BNPPSans"/>
              </a:defRPr>
            </a:lvl1pPr>
          </a:lstStyle>
          <a:p xmlns:a="http://schemas.openxmlformats.org/drawingml/2006/main">
            <a:pPr marL="0" lvl="0">
              <a:buNone/>
            </a:pPr>
            <a:r>
              <a:t>Modifiez le style du titre</a:t>
            </a:r>
            <a:endParaRPr/>
          </a:p>
        </p:txBody>
      </p:sp>
      <p:sp>
        <p:nvSpPr>
          <p:cNvPr id="12" name="Espace réservé du texte 11">
            <a:extLst xmlns:a="http://schemas.openxmlformats.org/drawingml/2006/main">
              <a:ext uri="{FF2B5EF4-FFF2-40B4-BE49-F238E27FC236}">
                <a16:creationId xmlns:a16="http://schemas.microsoft.com/office/drawing/2014/main" id="{69F4A944-CABE-D92C-2AEB-48537CA6BC3B}"/>
              </a:ext>
            </a:extLst>
          </p:cNvPr>
          <p:cNvSpPr>
            <a:spLocks xmlns:a="http://schemas.openxmlformats.org/drawingml/2006/main" noGrp="1"/>
          </p:cNvSpPr>
          <p:nvPr>
            <p:ph type="body" idx="10"/>
          </p:nvPr>
        </p:nvSpPr>
        <p:spPr>
          <a:xfrm xmlns:a="http://schemas.openxmlformats.org/drawingml/2006/main">
            <a:off x="503238" y="3429000"/>
            <a:ext cx="5949950" cy="685800"/>
          </a:xfrm>
        </p:spPr>
        <p:txBody>
          <a:bodyPr xmlns:a="http://schemas.openxmlformats.org/drawingml/2006/main" lIns="0" tIns="0" rIns="0" bIns="0"/>
          <a:lstStyle xmlns:a="http://schemas.openxmlformats.org/drawingml/2006/main">
            <a:lvl1pPr marL="0" indent="0">
              <a:buFontTx/>
              <a:buNone/>
              <a:defRPr>
                <a:solidFill>
                  <a:schemeClr val="tx2"/>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xmlns:a="http://schemas.openxmlformats.org/drawingml/2006/main">
            <a:pPr lvl="0">
              <a:buNone/>
            </a:pPr>
            <a:r>
              <a:t>Cliquez pour modifier</a:t>
            </a:r>
            <a:endParaRPr/>
          </a:p>
        </p:txBody>
      </p:sp>
      <p:pic>
        <p:nvPicPr>
          <p:cNvPr id="23" name="Image 2"/>
          <p:cNvPicPr>
            <a:picLocks xmlns:a="http://schemas.openxmlformats.org/drawingml/2006/main" noChangeAspect="1"/>
          </p:cNvPicPr>
          <p:nvPr/>
        </p:nvPicPr>
        <p:blipFill>
          <a:blip xmlns:r="http://schemas.openxmlformats.org/officeDocument/2006/relationships" xmlns:a="http://schemas.openxmlformats.org/drawingml/2006/main" r:embed="R9c8dd47a36aa4885"/>
          <a:srcRect xmlns:a="http://schemas.openxmlformats.org/drawingml/2006/main" l="0" t="0" r="0" b="0"/>
          <a:stretch xmlns:a="http://schemas.openxmlformats.org/drawingml/2006/main"/>
        </p:blipFill>
        <p:spPr>
          <a:xfrm xmlns:a="http://schemas.openxmlformats.org/drawingml/2006/main">
            <a:off x="434521" y="440976"/>
            <a:ext cx="622300" cy="622300"/>
          </a:xfrm>
          <a:prstGeom xmlns:a="http://schemas.openxmlformats.org/drawingml/2006/main" prst="rect">
            <a:avLst/>
          </a:prstGeom>
        </p:spPr>
      </p:pic>
    </p:spTree>
  </p:cSld>
</p:sldLayout>
</file>

<file path=ppt/slideLayouts/slideLayout27.xml><?xml version="1.0" encoding="utf-8"?>
<p:sldLayout xmlns:p="http://schemas.openxmlformats.org/presentationml/2006/main" showMasterSp="0" preserve="1" userDrawn="1">
  <p:cSld name="01_SOMMAIRE 1">
    <p:bg>
      <p:bgPr>
        <a:solidFill xmlns:a="http://schemas.openxmlformats.org/drawingml/2006/main">
          <a:schemeClr val="tx2"/>
        </a:solidFill>
      </p:bgPr>
    </p:bg>
    <p:spTree>
      <p:nvGrpSpPr>
        <p:cNvPr id="1" name=""/>
        <p:cNvGrpSpPr/>
        <p:nvPr/>
      </p:nvGrpSpPr>
      <p:grpSpPr>
        <a:xfrm xmlns:a="http://schemas.openxmlformats.org/drawingml/2006/main"/>
      </p:grpSpPr>
      <p:sp>
        <p:nvSpPr>
          <p:cNvPr id="3" name="Espace réservé du pied de page 2">
            <a:extLst xmlns:a="http://schemas.openxmlformats.org/drawingml/2006/main">
              <a:ext uri="{FF2B5EF4-FFF2-40B4-BE49-F238E27FC236}">
                <a16:creationId xmlns:a16="http://schemas.microsoft.com/office/drawing/2014/main" id="{36920151-D2F0-3D0E-C9DA-11CDF283B2EB}"/>
              </a:ext>
            </a:extLst>
          </p:cNvPr>
          <p:cNvSpPr>
            <a:spLocks xmlns:a="http://schemas.openxmlformats.org/drawingml/2006/main" noGrp="1"/>
          </p:cNvSpPr>
          <p:nvPr>
            <p:ph type="ftr"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TITRE DE LA PRESENTATION</a:t>
            </a:r>
          </a:p>
        </p:txBody>
      </p:sp>
      <p:sp>
        <p:nvSpPr>
          <p:cNvPr id="4" name="Espace réservé du numéro de diapositive 3">
            <a:extLst xmlns:a="http://schemas.openxmlformats.org/drawingml/2006/main">
              <a:ext uri="{FF2B5EF4-FFF2-40B4-BE49-F238E27FC236}">
                <a16:creationId xmlns:a16="http://schemas.microsoft.com/office/drawing/2014/main" id="{6AFD2940-BE0C-722F-4AD1-2BC35AEA2C7C}"/>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2C60FDE-1165-44E8-A8DD-A2C7EC5E5E50}" type="slidenum">
              <a:t>‹#›</a:t>
            </a:fld>
            <a:endParaRPr/>
          </a:p>
        </p:txBody>
      </p:sp>
      <p:sp>
        <p:nvSpPr>
          <p:cNvPr id="5" name="Espace réservé de la date 4">
            <a:extLst xmlns:a="http://schemas.openxmlformats.org/drawingml/2006/main">
              <a:ext uri="{FF2B5EF4-FFF2-40B4-BE49-F238E27FC236}">
                <a16:creationId xmlns:a16="http://schemas.microsoft.com/office/drawing/2014/main" id="{497C8405-50E3-9060-9B32-4AF133AA5852}"/>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lgn="r">
              <a:buNone/>
            </a:pPr>
            <a:r>
              <a:t>13/02/2024</a:t>
            </a:r>
          </a:p>
        </p:txBody>
      </p:sp>
      <p:sp>
        <p:nvSpPr>
          <p:cNvPr id="7" name="Ellipse 6">
            <a:extLst xmlns:a="http://schemas.openxmlformats.org/drawingml/2006/main">
              <a:ext uri="{FF2B5EF4-FFF2-40B4-BE49-F238E27FC236}">
                <a16:creationId xmlns:a16="http://schemas.microsoft.com/office/drawing/2014/main" id="{DC4CD0C5-8870-D239-F8DD-953229491D88}"/>
              </a:ext>
            </a:extLst>
          </p:cNvPr>
          <p:cNvSpPr>
            <a:spLocks xmlns:a="http://schemas.openxmlformats.org/drawingml/2006/main" noGrp="1"/>
          </p:cNvSpPr>
          <p:nvPr/>
        </p:nvSpPr>
        <p:spPr>
          <a:xfrm xmlns:a="http://schemas.openxmlformats.org/drawingml/2006/main" rot="0" flipH="0" flipV="0">
            <a:off x="503238" y="719138"/>
            <a:ext cx="899886" cy="899886"/>
          </a:xfrm>
          <a:prstGeom xmlns:a="http://schemas.openxmlformats.org/drawingml/2006/main" prst="ellipse">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8" name="ZoneTexte 7">
            <a:extLst xmlns:a="http://schemas.openxmlformats.org/drawingml/2006/main">
              <a:ext uri="{FF2B5EF4-FFF2-40B4-BE49-F238E27FC236}">
                <a16:creationId xmlns:a16="http://schemas.microsoft.com/office/drawing/2014/main" id="{515AED5A-CD8B-0EFF-5A5C-89701EEA3BBA}"/>
              </a:ext>
            </a:extLst>
          </p:cNvPr>
          <p:cNvSpPr>
            <a:spLocks xmlns:a="http://schemas.openxmlformats.org/drawingml/2006/main" noGrp="1"/>
          </p:cNvSpPr>
          <p:nvPr/>
        </p:nvSpPr>
        <p:spPr>
          <a:xfrm xmlns:a="http://schemas.openxmlformats.org/drawingml/2006/main" rot="0" flipH="0" flipV="0">
            <a:off x="656832" y="723933"/>
            <a:ext cx="5617969"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5400" cap="all">
                <a:solidFill>
                  <a:schemeClr val="bg1"/>
                </a:solidFill>
                <a:latin typeface="BNPPSans"/>
                <a:ea typeface="BNPPSans"/>
                <a:cs typeface="BNPPSans"/>
              </a:rPr>
              <a:t>sommaire</a:t>
            </a:r>
            <a:endParaRPr sz="5400" cap="all">
              <a:solidFill>
                <a:schemeClr val="bg1"/>
              </a:solidFill>
              <a:latin typeface="BNPPSans"/>
              <a:ea typeface="BNPPSans"/>
              <a:cs typeface="BNPPSans"/>
            </a:endParaRP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0c042463e6604aae"/>
          <a:srcRect xmlns:a="http://schemas.openxmlformats.org/drawingml/2006/main" l="0" t="0" r="0" b="0"/>
          <a:stretch xmlns:a="http://schemas.openxmlformats.org/drawingml/2006/main"/>
        </p:blipFill>
        <p:spPr>
          <a:xfrm xmlns:a="http://schemas.openxmlformats.org/drawingml/2006/main">
            <a:off x="11426249" y="6271051"/>
            <a:ext cx="305375" cy="305375"/>
          </a:xfrm>
          <a:prstGeom xmlns:a="http://schemas.openxmlformats.org/drawingml/2006/main" prst="rect">
            <a:avLst/>
          </a:prstGeom>
        </p:spPr>
      </p:pic>
      <p:pic>
        <p:nvPicPr>
          <p:cNvPr id="22" name="Image 10"/>
          <p:cNvPicPr>
            <a:picLocks xmlns:a="http://schemas.openxmlformats.org/drawingml/2006/main" noChangeAspect="1"/>
          </p:cNvPicPr>
          <p:nvPr/>
        </p:nvPicPr>
        <p:blipFill>
          <a:blip xmlns:r="http://schemas.openxmlformats.org/officeDocument/2006/relationships" xmlns:a="http://schemas.openxmlformats.org/drawingml/2006/main" r:embed="R3c5f96fceb1d4765"/>
          <a:srcRect xmlns:a="http://schemas.openxmlformats.org/drawingml/2006/main" l="0" t="0" r="0" b="0"/>
          <a:stretch xmlns:a="http://schemas.openxmlformats.org/drawingml/2006/main"/>
        </p:blipFill>
        <p:spPr>
          <a:xfrm xmlns:a="http://schemas.openxmlformats.org/drawingml/2006/main">
            <a:off x="505618" y="6297594"/>
            <a:ext cx="1416934" cy="293564"/>
          </a:xfrm>
          <a:prstGeom xmlns:a="http://schemas.openxmlformats.org/drawingml/2006/main" prst="rect">
            <a:avLst/>
          </a:prstGeom>
        </p:spPr>
      </p:pic>
      <p:sp>
        <p:nvSpPr>
          <p:cNvPr id="13" name="Forme libre : forme 12">
            <a:extLst xmlns:a="http://schemas.openxmlformats.org/drawingml/2006/main">
              <a:ext uri="{FF2B5EF4-FFF2-40B4-BE49-F238E27FC236}">
                <a16:creationId xmlns:a16="http://schemas.microsoft.com/office/drawing/2014/main" id="{82F06C42-BA46-021E-9D21-F7D36112C273}"/>
              </a:ext>
            </a:extLst>
          </p:cNvPr>
          <p:cNvSpPr>
            <a:spLocks xmlns:a="http://schemas.openxmlformats.org/drawingml/2006/main" noGrp="1"/>
          </p:cNvSpPr>
          <p:nvPr/>
        </p:nvSpPr>
        <p:spPr>
          <a:xfrm xmlns:a="http://schemas.openxmlformats.org/drawingml/2006/main">
            <a:off x="6340001" y="1209674"/>
            <a:ext cx="5851999" cy="238906"/>
          </a:xfrm>
          <a:custGeom xmlns:a="http://schemas.openxmlformats.org/drawingml/2006/main">
            <a:gdLst>
              <a:gd name="connsiteX0" fmla="*/ 119453 w 5851999"/>
              <a:gd name="connsiteY0" fmla="*/ 0 h 238906"/>
              <a:gd name="connsiteX1" fmla="*/ 5851999 w 5851999"/>
              <a:gd name="connsiteY1" fmla="*/ 0 h 238906"/>
              <a:gd name="connsiteX2" fmla="*/ 5851999 w 5851999"/>
              <a:gd name="connsiteY2" fmla="*/ 238906 h 238906"/>
              <a:gd name="connsiteX3" fmla="*/ 119453 w 5851999"/>
              <a:gd name="connsiteY3" fmla="*/ 238905 h 238906"/>
              <a:gd name="connsiteX4" fmla="*/ 9387 w 5851999"/>
              <a:gd name="connsiteY4" fmla="*/ 165948 h 238906"/>
              <a:gd name="connsiteX5" fmla="*/ 0 w 5851999"/>
              <a:gd name="connsiteY5" fmla="*/ 119453 h 238906"/>
              <a:gd name="connsiteX6" fmla="*/ 9387 w 5851999"/>
              <a:gd name="connsiteY6" fmla="*/ 72957 h 238906"/>
              <a:gd name="connsiteX7" fmla="*/ 119453 w 5851999"/>
              <a:gd name="connsiteY7" fmla="*/ 0 h 238906"/>
            </a:gdLst>
            <a:rect l="l" t="t" r="r" b="b"/>
            <a:pathLst>
              <a:path w="5851999" h="238906">
                <a:moveTo>
                  <a:pt x="119453" y="0"/>
                </a:moveTo>
                <a:lnTo>
                  <a:pt x="5851999" y="0"/>
                </a:lnTo>
                <a:lnTo>
                  <a:pt x="5851999" y="238906"/>
                </a:lnTo>
                <a:lnTo>
                  <a:pt x="119453" y="238905"/>
                </a:lnTo>
                <a:cubicBezTo>
                  <a:pt x="69974" y="238905"/>
                  <a:pt x="27521" y="208822"/>
                  <a:pt x="9387" y="165948"/>
                </a:cubicBezTo>
                <a:lnTo>
                  <a:pt x="0" y="119453"/>
                </a:lnTo>
                <a:lnTo>
                  <a:pt x="9387" y="72957"/>
                </a:lnTo>
                <a:cubicBezTo>
                  <a:pt x="27521" y="30083"/>
                  <a:pt x="69974" y="0"/>
                  <a:pt x="119453" y="0"/>
                </a:cubicBezTo>
                <a:close/>
              </a:path>
            </a:pathLst>
          </a:cu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28.xml><?xml version="1.0" encoding="utf-8"?>
<p:sldLayout xmlns:p="http://schemas.openxmlformats.org/presentationml/2006/main" preserve="1" userDrawn="1">
  <p:cSld name="01_SOMMAIRE 2">
    <p:bg>
      <p:bgPr>
        <a:solidFill xmlns:a="http://schemas.openxmlformats.org/drawingml/2006/main">
          <a:schemeClr val="tx2"/>
        </a:solidFill>
      </p:bgPr>
    </p:bg>
    <p:spTree>
      <p:nvGrpSpPr>
        <p:cNvPr id="1" name=""/>
        <p:cNvGrpSpPr/>
        <p:nvPr/>
      </p:nvGrpSpPr>
      <p:grpSpPr>
        <a:xfrm xmlns:a="http://schemas.openxmlformats.org/drawingml/2006/main"/>
      </p:grpSpPr>
      <p:sp>
        <p:nvSpPr>
          <p:cNvPr id="3" name="Espace réservé du pied de page 2">
            <a:extLst xmlns:a="http://schemas.openxmlformats.org/drawingml/2006/main">
              <a:ext uri="{FF2B5EF4-FFF2-40B4-BE49-F238E27FC236}">
                <a16:creationId xmlns:a16="http://schemas.microsoft.com/office/drawing/2014/main" id="{E939EFED-C9B5-21A5-A305-9BC3A5319C0F}"/>
              </a:ext>
            </a:extLst>
          </p:cNvPr>
          <p:cNvSpPr>
            <a:spLocks xmlns:a="http://schemas.openxmlformats.org/drawingml/2006/main" noGrp="1"/>
          </p:cNvSpPr>
          <p:nvPr>
            <p:ph type="ftr"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TITRE DE LA PRESENTATION</a:t>
            </a:r>
          </a:p>
        </p:txBody>
      </p:sp>
      <p:sp>
        <p:nvSpPr>
          <p:cNvPr id="4" name="Espace réservé du numéro de diapositive 3">
            <a:extLst xmlns:a="http://schemas.openxmlformats.org/drawingml/2006/main">
              <a:ext uri="{FF2B5EF4-FFF2-40B4-BE49-F238E27FC236}">
                <a16:creationId xmlns:a16="http://schemas.microsoft.com/office/drawing/2014/main" id="{127091BA-28F6-CC14-8432-7D376D015CCB}"/>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2C60FDE-1165-44E8-A8DD-A2C7EC5E5E50}" type="slidenum">
              <a:t>‹#›</a:t>
            </a:fld>
            <a:endParaRPr/>
          </a:p>
        </p:txBody>
      </p:sp>
      <p:sp>
        <p:nvSpPr>
          <p:cNvPr id="5" name="Espace réservé de la date 4">
            <a:extLst xmlns:a="http://schemas.openxmlformats.org/drawingml/2006/main">
              <a:ext uri="{FF2B5EF4-FFF2-40B4-BE49-F238E27FC236}">
                <a16:creationId xmlns:a16="http://schemas.microsoft.com/office/drawing/2014/main" id="{B10FB1CF-3D3A-8D86-12F6-BA4D85B98E3C}"/>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lgn="r">
              <a:buNone/>
            </a:pPr>
            <a:r>
              <a:t>13/02/2024</a:t>
            </a:r>
          </a:p>
        </p:txBody>
      </p:sp>
      <p:sp>
        <p:nvSpPr>
          <p:cNvPr id="6" name="Forme libre : forme 5">
            <a:extLst xmlns:a="http://schemas.openxmlformats.org/drawingml/2006/main">
              <a:ext uri="{FF2B5EF4-FFF2-40B4-BE49-F238E27FC236}">
                <a16:creationId xmlns:a16="http://schemas.microsoft.com/office/drawing/2014/main" id="{10C7CDD8-39D8-DCE5-50D7-0BF32F3BAC61}"/>
              </a:ext>
            </a:extLst>
          </p:cNvPr>
          <p:cNvSpPr>
            <a:spLocks xmlns:a="http://schemas.openxmlformats.org/drawingml/2006/main" noGrp="1"/>
          </p:cNvSpPr>
          <p:nvPr/>
        </p:nvSpPr>
        <p:spPr>
          <a:xfrm xmlns:a="http://schemas.openxmlformats.org/drawingml/2006/main">
            <a:off x="0" y="0"/>
            <a:ext cx="3930728" cy="6858000"/>
          </a:xfrm>
          <a:custGeom xmlns:a="http://schemas.openxmlformats.org/drawingml/2006/main">
            <a:gdLst>
              <a:gd name="connsiteX0" fmla="*/ 0 w 3930728"/>
              <a:gd name="connsiteY0" fmla="*/ 0 h 6858000"/>
              <a:gd name="connsiteX1" fmla="*/ 2665858 w 3930728"/>
              <a:gd name="connsiteY1" fmla="*/ 0 h 6858000"/>
              <a:gd name="connsiteX2" fmla="*/ 2723736 w 3930728"/>
              <a:gd name="connsiteY2" fmla="*/ 67220 h 6858000"/>
              <a:gd name="connsiteX3" fmla="*/ 3930728 w 3930728"/>
              <a:gd name="connsiteY3" fmla="*/ 3449673 h 6858000"/>
              <a:gd name="connsiteX4" fmla="*/ 2723736 w 3930728"/>
              <a:gd name="connsiteY4" fmla="*/ 6832125 h 6858000"/>
              <a:gd name="connsiteX5" fmla="*/ 2701457 w 3930728"/>
              <a:gd name="connsiteY5" fmla="*/ 6858000 h 6858000"/>
              <a:gd name="connsiteX6" fmla="*/ 0 w 3930728"/>
              <a:gd name="connsiteY6" fmla="*/ 6858000 h 6858000"/>
              <a:gd name="connsiteX7" fmla="*/ 0 w 3930728"/>
              <a:gd name="connsiteY7" fmla="*/ 0 h 6858000"/>
            </a:gdLst>
            <a:rect l="l" t="t" r="r" b="b"/>
            <a:pathLst>
              <a:path w="3930728" h="6858000">
                <a:moveTo>
                  <a:pt x="0" y="0"/>
                </a:moveTo>
                <a:lnTo>
                  <a:pt x="2665858" y="0"/>
                </a:lnTo>
                <a:lnTo>
                  <a:pt x="2723736" y="67220"/>
                </a:lnTo>
                <a:cubicBezTo>
                  <a:pt x="3477769" y="986405"/>
                  <a:pt x="3930728" y="2164823"/>
                  <a:pt x="3930728" y="3449673"/>
                </a:cubicBezTo>
                <a:cubicBezTo>
                  <a:pt x="3930728" y="4734522"/>
                  <a:pt x="3477769" y="5912940"/>
                  <a:pt x="2723736" y="6832125"/>
                </a:cubicBezTo>
                <a:lnTo>
                  <a:pt x="2701457" y="6858000"/>
                </a:lnTo>
                <a:lnTo>
                  <a:pt x="0" y="6858000"/>
                </a:lnTo>
                <a:lnTo>
                  <a:pt x="0" y="0"/>
                </a:lnTo>
                <a:close/>
              </a:path>
            </a:pathLst>
          </a:custGeom>
          <a:solidFill xmlns:a="http://schemas.openxmlformats.org/drawingml/2006/main">
            <a:srgbClr val="107F7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ZoneTexte 6">
            <a:extLst xmlns:a="http://schemas.openxmlformats.org/drawingml/2006/main">
              <a:ext uri="{FF2B5EF4-FFF2-40B4-BE49-F238E27FC236}">
                <a16:creationId xmlns:a16="http://schemas.microsoft.com/office/drawing/2014/main" id="{59355B0A-323E-13EC-CF63-AAFFEF915CF6}"/>
              </a:ext>
            </a:extLst>
          </p:cNvPr>
          <p:cNvSpPr>
            <a:spLocks xmlns:a="http://schemas.openxmlformats.org/drawingml/2006/main" noGrp="1"/>
          </p:cNvSpPr>
          <p:nvPr/>
        </p:nvSpPr>
        <p:spPr>
          <a:xfrm xmlns:a="http://schemas.openxmlformats.org/drawingml/2006/main" rot="16200000">
            <a:off x="-1878697" y="2808715"/>
            <a:ext cx="5327780" cy="92333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pPr>
            <a:r>
              <a:rPr sz="6000" b="0">
                <a:solidFill>
                  <a:schemeClr val="bg1"/>
                </a:solidFill>
                <a:latin typeface="BNPPSans"/>
                <a:ea typeface="BNPPSans"/>
                <a:cs typeface="BNPPSans"/>
              </a:rPr>
              <a:t>SOMMAIRE</a:t>
            </a:r>
          </a:p>
        </p:txBody>
      </p:sp>
      <p:pic>
        <p:nvPicPr>
          <p:cNvPr id="16" name="Image 7"/>
          <p:cNvPicPr>
            <a:picLocks xmlns:a="http://schemas.openxmlformats.org/drawingml/2006/main" noChangeAspect="1"/>
          </p:cNvPicPr>
          <p:nvPr/>
        </p:nvPicPr>
        <p:blipFill>
          <a:blip xmlns:r="http://schemas.openxmlformats.org/officeDocument/2006/relationships" xmlns:a="http://schemas.openxmlformats.org/drawingml/2006/main" r:embed="R17e3500f53e74638"/>
          <a:srcRect xmlns:a="http://schemas.openxmlformats.org/drawingml/2006/main" l="0" t="0" r="0" b="0"/>
          <a:stretch xmlns:a="http://schemas.openxmlformats.org/drawingml/2006/main"/>
        </p:blipFill>
        <p:spPr>
          <a:xfrm xmlns:a="http://schemas.openxmlformats.org/drawingml/2006/main">
            <a:off x="1570386" y="2572823"/>
            <a:ext cx="1545772" cy="1545772"/>
          </a:xfrm>
          <a:prstGeom xmlns:a="http://schemas.openxmlformats.org/drawingml/2006/main" prst="rect">
            <a:avLst/>
          </a:prstGeom>
        </p:spPr>
      </p:pic>
      <p:pic>
        <p:nvPicPr>
          <p:cNvPr id="17" name="Image 8"/>
          <p:cNvPicPr>
            <a:picLocks xmlns:a="http://schemas.openxmlformats.org/drawingml/2006/main" noChangeAspect="1"/>
          </p:cNvPicPr>
          <p:nvPr/>
        </p:nvPicPr>
        <p:blipFill>
          <a:blip xmlns:r="http://schemas.openxmlformats.org/officeDocument/2006/relationships" xmlns:a="http://schemas.openxmlformats.org/drawingml/2006/main" r:embed="Rdeed56659ea94baf"/>
          <a:srcRect xmlns:a="http://schemas.openxmlformats.org/drawingml/2006/main" l="0" t="0" r="0" b="0"/>
          <a:stretch xmlns:a="http://schemas.openxmlformats.org/drawingml/2006/main"/>
        </p:blipFill>
        <p:spPr>
          <a:xfrm xmlns:a="http://schemas.openxmlformats.org/drawingml/2006/main">
            <a:off x="505618" y="6297594"/>
            <a:ext cx="1416934" cy="293564"/>
          </a:xfrm>
          <a:prstGeom xmlns:a="http://schemas.openxmlformats.org/drawingml/2006/main" prst="rect">
            <a:avLst/>
          </a:prstGeom>
        </p:spPr>
      </p:pic>
      <p:pic>
        <p:nvPicPr>
          <p:cNvPr id="18" name="Image 9"/>
          <p:cNvPicPr>
            <a:picLocks xmlns:a="http://schemas.openxmlformats.org/drawingml/2006/main" noChangeAspect="1"/>
          </p:cNvPicPr>
          <p:nvPr/>
        </p:nvPicPr>
        <p:blipFill>
          <a:blip xmlns:r="http://schemas.openxmlformats.org/officeDocument/2006/relationships" xmlns:a="http://schemas.openxmlformats.org/drawingml/2006/main" r:embed="R17e3500f53e74638"/>
          <a:srcRect xmlns:a="http://schemas.openxmlformats.org/drawingml/2006/main" l="0" t="0" r="0" b="0"/>
          <a:stretch xmlns:a="http://schemas.openxmlformats.org/drawingml/2006/main"/>
        </p:blipFill>
        <p:spPr>
          <a:xfrm xmlns:a="http://schemas.openxmlformats.org/drawingml/2006/main">
            <a:off x="11426249" y="6271051"/>
            <a:ext cx="305375" cy="305375"/>
          </a:xfrm>
          <a:prstGeom xmlns:a="http://schemas.openxmlformats.org/drawingml/2006/main" prst="rect">
            <a:avLst/>
          </a:prstGeom>
        </p:spPr>
      </p:pic>
    </p:spTree>
  </p:cSld>
</p:sldLayout>
</file>

<file path=ppt/slideLayouts/slideLayout29.xml><?xml version="1.0" encoding="utf-8"?>
<p:sldLayout xmlns:p="http://schemas.openxmlformats.org/presentationml/2006/main" showMasterSp="0" preserve="1" userDrawn="1">
  <p:cSld name="02_INTERCALAIRE 1">
    <p:bg>
      <p:bgPr>
        <a:solidFill xmlns:a="http://schemas.openxmlformats.org/drawingml/2006/main">
          <a:srgbClr val="107F78"/>
        </a:solidFill>
      </p:bgPr>
    </p:bg>
    <p:spTree>
      <p:nvGrpSpPr>
        <p:cNvPr id="1" name=""/>
        <p:cNvGrpSpPr/>
        <p:nvPr/>
      </p:nvGrpSpPr>
      <p:grpSpPr>
        <a:xfrm xmlns:a="http://schemas.openxmlformats.org/drawingml/2006/main"/>
      </p:grpSpPr>
      <p:sp>
        <p:nvSpPr>
          <p:cNvPr id="3" name="Espace réservé du pied de page 2">
            <a:extLst xmlns:a="http://schemas.openxmlformats.org/drawingml/2006/main">
              <a:ext uri="{FF2B5EF4-FFF2-40B4-BE49-F238E27FC236}">
                <a16:creationId xmlns:a16="http://schemas.microsoft.com/office/drawing/2014/main" id="{536DDD2D-F31D-78DC-E8BA-1988E06E902C}"/>
              </a:ext>
            </a:extLst>
          </p:cNvPr>
          <p:cNvSpPr>
            <a:spLocks xmlns:a="http://schemas.openxmlformats.org/drawingml/2006/main" noGrp="1"/>
          </p:cNvSpPr>
          <p:nvPr>
            <p:ph type="ftr"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TITRE DE LA PRESENTATION</a:t>
            </a:r>
          </a:p>
        </p:txBody>
      </p:sp>
      <p:sp>
        <p:nvSpPr>
          <p:cNvPr id="4" name="Espace réservé du numéro de diapositive 3">
            <a:extLst xmlns:a="http://schemas.openxmlformats.org/drawingml/2006/main">
              <a:ext uri="{FF2B5EF4-FFF2-40B4-BE49-F238E27FC236}">
                <a16:creationId xmlns:a16="http://schemas.microsoft.com/office/drawing/2014/main" id="{75DBA159-C8BE-0F63-5562-91A86A380022}"/>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2C60FDE-1165-44E8-A8DD-A2C7EC5E5E50}" type="slidenum">
              <a:t>‹#›</a:t>
            </a:fld>
            <a:endParaRPr/>
          </a:p>
        </p:txBody>
      </p:sp>
      <p:sp>
        <p:nvSpPr>
          <p:cNvPr id="5" name="Espace réservé de la date 4">
            <a:extLst xmlns:a="http://schemas.openxmlformats.org/drawingml/2006/main">
              <a:ext uri="{FF2B5EF4-FFF2-40B4-BE49-F238E27FC236}">
                <a16:creationId xmlns:a16="http://schemas.microsoft.com/office/drawing/2014/main" id="{2170D055-B19F-5C14-82BC-FBE09F399B5D}"/>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lgn="r">
              <a:buNone/>
            </a:pPr>
            <a:r>
              <a:t>13/02/2024</a:t>
            </a:r>
          </a:p>
        </p:txBody>
      </p:sp>
      <p:pic>
        <p:nvPicPr>
          <p:cNvPr id="25" name="Graphique 5"/>
          <p:cNvPicPr>
            <a:picLocks xmlns:a="http://schemas.openxmlformats.org/drawingml/2006/main" noChangeAspect="1"/>
          </p:cNvPicPr>
          <p:nvPr/>
        </p:nvPicPr>
        <p:blipFill>
          <a:blip xmlns:r="http://schemas.openxmlformats.org/officeDocument/2006/relationships" xmlns:a="http://schemas.openxmlformats.org/drawingml/2006/main" r:embed="R516af276135c413a"/>
          <a:srcRect xmlns:a="http://schemas.openxmlformats.org/drawingml/2006/main" l="0" t="0" r="0" b="0"/>
          <a:stretch xmlns:a="http://schemas.openxmlformats.org/drawingml/2006/main"/>
        </p:blipFill>
        <p:spPr>
          <a:xfrm xmlns:a="http://schemas.openxmlformats.org/drawingml/2006/main">
            <a:off x="1096372" y="2165656"/>
            <a:ext cx="2389908" cy="2389908"/>
          </a:xfrm>
          <a:prstGeom xmlns:a="http://schemas.openxmlformats.org/drawingml/2006/main" prst="rect">
            <a:avLst/>
          </a:prstGeom>
        </p:spPr>
      </p:pic>
      <p:sp>
        <p:nvSpPr>
          <p:cNvPr id="12" name="Rectangle : coins arrondis 11">
            <a:extLst xmlns:a="http://schemas.openxmlformats.org/drawingml/2006/main">
              <a:ext uri="{FF2B5EF4-FFF2-40B4-BE49-F238E27FC236}">
                <a16:creationId xmlns:a16="http://schemas.microsoft.com/office/drawing/2014/main" id="{13E09BD8-B53D-55EA-F678-9B76407DA52E}"/>
              </a:ext>
            </a:extLst>
          </p:cNvPr>
          <p:cNvSpPr>
            <a:spLocks xmlns:a="http://schemas.openxmlformats.org/drawingml/2006/main" noGrp="1"/>
          </p:cNvSpPr>
          <p:nvPr/>
        </p:nvSpPr>
        <p:spPr>
          <a:xfrm xmlns:a="http://schemas.openxmlformats.org/drawingml/2006/main" rot="0" flipH="1" flipV="0">
            <a:off x="1951931" y="3195687"/>
            <a:ext cx="172824" cy="466626"/>
          </a:xfrm>
          <a:prstGeom xmlns:a="http://schemas.openxmlformats.org/drawingml/2006/main" prst="roundRect">
            <a:avLst>
              <a:gd name="adj" fmla="val 50000"/>
            </a:avLst>
          </a:prstGeom>
          <a:solidFill xmlns:a="http://schemas.openxmlformats.org/drawingml/2006/main">
            <a:schemeClr val="accent5">
              <a:alpha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 coins arrondis 12">
            <a:extLst xmlns:a="http://schemas.openxmlformats.org/drawingml/2006/main">
              <a:ext uri="{FF2B5EF4-FFF2-40B4-BE49-F238E27FC236}">
                <a16:creationId xmlns:a16="http://schemas.microsoft.com/office/drawing/2014/main" id="{C376DCA4-BAD3-FDB2-B77F-03AEC0CA4D97}"/>
              </a:ext>
            </a:extLst>
          </p:cNvPr>
          <p:cNvSpPr>
            <a:spLocks xmlns:a="http://schemas.openxmlformats.org/drawingml/2006/main" noGrp="1"/>
          </p:cNvSpPr>
          <p:nvPr/>
        </p:nvSpPr>
        <p:spPr>
          <a:xfrm xmlns:a="http://schemas.openxmlformats.org/drawingml/2006/main" rot="16200000" flipH="1" flipV="0">
            <a:off x="1805031" y="3048787"/>
            <a:ext cx="172824" cy="466626"/>
          </a:xfrm>
          <a:prstGeom xmlns:a="http://schemas.openxmlformats.org/drawingml/2006/main" prst="roundRect">
            <a:avLst>
              <a:gd name="adj" fmla="val 50000"/>
            </a:avLst>
          </a:prstGeom>
          <a:solidFill xmlns:a="http://schemas.openxmlformats.org/drawingml/2006/main">
            <a:schemeClr val="tx2">
              <a:alpha val="84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 coins arrondis 9">
            <a:extLst xmlns:a="http://schemas.openxmlformats.org/drawingml/2006/main">
              <a:ext uri="{FF2B5EF4-FFF2-40B4-BE49-F238E27FC236}">
                <a16:creationId xmlns:a16="http://schemas.microsoft.com/office/drawing/2014/main" id="{A6BB3699-9B73-8C1E-2E83-7BB36008F31A}"/>
              </a:ext>
            </a:extLst>
          </p:cNvPr>
          <p:cNvSpPr>
            <a:spLocks xmlns:a="http://schemas.openxmlformats.org/drawingml/2006/main" noGrp="1"/>
          </p:cNvSpPr>
          <p:nvPr/>
        </p:nvSpPr>
        <p:spPr>
          <a:xfrm xmlns:a="http://schemas.openxmlformats.org/drawingml/2006/main" rot="0" flipH="1" flipV="0">
            <a:off x="1624443" y="3195687"/>
            <a:ext cx="172824" cy="466626"/>
          </a:xfrm>
          <a:prstGeom xmlns:a="http://schemas.openxmlformats.org/drawingml/2006/main" prst="roundRect">
            <a:avLst>
              <a:gd name="adj" fmla="val 50000"/>
            </a:avLst>
          </a:prstGeom>
          <a:solidFill xmlns:a="http://schemas.openxmlformats.org/drawingml/2006/main">
            <a:schemeClr val="accent5">
              <a:alpha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 coins arrondis 10">
            <a:extLst xmlns:a="http://schemas.openxmlformats.org/drawingml/2006/main">
              <a:ext uri="{FF2B5EF4-FFF2-40B4-BE49-F238E27FC236}">
                <a16:creationId xmlns:a16="http://schemas.microsoft.com/office/drawing/2014/main" id="{ACA6B22A-7651-B9C9-2E74-0AF112992545}"/>
              </a:ext>
            </a:extLst>
          </p:cNvPr>
          <p:cNvSpPr>
            <a:spLocks xmlns:a="http://schemas.openxmlformats.org/drawingml/2006/main" noGrp="1"/>
          </p:cNvSpPr>
          <p:nvPr/>
        </p:nvSpPr>
        <p:spPr>
          <a:xfrm xmlns:a="http://schemas.openxmlformats.org/drawingml/2006/main" rot="16200000" flipH="1" flipV="0">
            <a:off x="1477543" y="3048787"/>
            <a:ext cx="172824" cy="466626"/>
          </a:xfrm>
          <a:prstGeom xmlns:a="http://schemas.openxmlformats.org/drawingml/2006/main" prst="roundRect">
            <a:avLst>
              <a:gd name="adj" fmla="val 50000"/>
            </a:avLst>
          </a:prstGeom>
          <a:solidFill xmlns:a="http://schemas.openxmlformats.org/drawingml/2006/main">
            <a:schemeClr val="tx2">
              <a:alpha val="84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Forme libre : forme 17">
            <a:extLst xmlns:a="http://schemas.openxmlformats.org/drawingml/2006/main">
              <a:ext uri="{FF2B5EF4-FFF2-40B4-BE49-F238E27FC236}">
                <a16:creationId xmlns:a16="http://schemas.microsoft.com/office/drawing/2014/main" id="{B84D49D2-B71D-E86F-B44D-91D88EFF4F36}"/>
              </a:ext>
            </a:extLst>
          </p:cNvPr>
          <p:cNvSpPr>
            <a:spLocks xmlns:a="http://schemas.openxmlformats.org/drawingml/2006/main" noGrp="1"/>
          </p:cNvSpPr>
          <p:nvPr/>
        </p:nvSpPr>
        <p:spPr>
          <a:xfrm xmlns:a="http://schemas.openxmlformats.org/drawingml/2006/main">
            <a:off x="4994659" y="2582944"/>
            <a:ext cx="7197341" cy="1696826"/>
          </a:xfrm>
          <a:custGeom xmlns:a="http://schemas.openxmlformats.org/drawingml/2006/main">
            <a:gdLst>
              <a:gd name="connsiteX0" fmla="*/ 848413 w 7197341"/>
              <a:gd name="connsiteY0" fmla="*/ 0 h 1696826"/>
              <a:gd name="connsiteX1" fmla="*/ 7197341 w 7197341"/>
              <a:gd name="connsiteY1" fmla="*/ 0 h 1696826"/>
              <a:gd name="connsiteX2" fmla="*/ 7197341 w 7197341"/>
              <a:gd name="connsiteY2" fmla="*/ 1696826 h 1696826"/>
              <a:gd name="connsiteX3" fmla="*/ 848413 w 7197341"/>
              <a:gd name="connsiteY3" fmla="*/ 1696826 h 1696826"/>
              <a:gd name="connsiteX4" fmla="*/ 0 w 7197341"/>
              <a:gd name="connsiteY4" fmla="*/ 848413 h 1696826"/>
              <a:gd name="connsiteX5" fmla="*/ 848413 w 7197341"/>
              <a:gd name="connsiteY5" fmla="*/ 0 h 1696826"/>
            </a:gdLst>
            <a:rect l="l" t="t" r="r" b="b"/>
            <a:pathLst>
              <a:path w="7197341" h="1696826">
                <a:moveTo>
                  <a:pt x="848413" y="0"/>
                </a:moveTo>
                <a:lnTo>
                  <a:pt x="7197341" y="0"/>
                </a:lnTo>
                <a:lnTo>
                  <a:pt x="7197341" y="1696826"/>
                </a:lnTo>
                <a:lnTo>
                  <a:pt x="848413" y="1696826"/>
                </a:lnTo>
                <a:cubicBezTo>
                  <a:pt x="379847" y="1696826"/>
                  <a:pt x="0" y="1316979"/>
                  <a:pt x="0" y="848413"/>
                </a:cubicBezTo>
                <a:cubicBezTo>
                  <a:pt x="0" y="379847"/>
                  <a:pt x="379847" y="0"/>
                  <a:pt x="848413" y="0"/>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 name="Titre 1">
            <a:extLst xmlns:a="http://schemas.openxmlformats.org/drawingml/2006/main">
              <a:ext uri="{FF2B5EF4-FFF2-40B4-BE49-F238E27FC236}">
                <a16:creationId xmlns:a16="http://schemas.microsoft.com/office/drawing/2014/main" id="{806A0728-0208-CEF9-FC1F-C86D6A3D7245}"/>
              </a:ext>
            </a:extLst>
          </p:cNvPr>
          <p:cNvSpPr>
            <a:spLocks xmlns:a="http://schemas.openxmlformats.org/drawingml/2006/main" noGrp="1"/>
          </p:cNvSpPr>
          <p:nvPr>
            <p:ph type="title" idx="0"/>
          </p:nvPr>
        </p:nvSpPr>
        <p:spPr>
          <a:xfrm xmlns:a="http://schemas.openxmlformats.org/drawingml/2006/main">
            <a:off x="5322147" y="3179701"/>
            <a:ext cx="6780954" cy="498598"/>
          </a:xfrm>
        </p:spPr>
        <p:txBody>
          <a:bodyPr xmlns:a="http://schemas.openxmlformats.org/drawingml/2006/main" anchor="ctr"/>
          <a:lstStyle xmlns:a="http://schemas.openxmlformats.org/drawingml/2006/main">
            <a:lvl1pPr>
              <a:buNone/>
              <a:defRPr b="1" cap="all" baseline="0">
                <a:solidFill>
                  <a:schemeClr val="tx2"/>
                </a:solidFill>
              </a:defRPr>
            </a:lvl1pPr>
          </a:lstStyle>
          <a:p xmlns:a="http://schemas.openxmlformats.org/drawingml/2006/main">
            <a:r>
              <a:t>Modifiez le style du titre</a:t>
            </a:r>
            <a:endParaRPr/>
          </a:p>
        </p:txBody>
      </p:sp>
      <p:pic>
        <p:nvPicPr>
          <p:cNvPr id="32" name="Image 14"/>
          <p:cNvPicPr>
            <a:picLocks xmlns:a="http://schemas.openxmlformats.org/drawingml/2006/main" noChangeAspect="1"/>
          </p:cNvPicPr>
          <p:nvPr/>
        </p:nvPicPr>
        <p:blipFill>
          <a:blip xmlns:r="http://schemas.openxmlformats.org/officeDocument/2006/relationships" xmlns:a="http://schemas.openxmlformats.org/drawingml/2006/main" r:embed="R516af276135c413a"/>
          <a:srcRect xmlns:a="http://schemas.openxmlformats.org/drawingml/2006/main" l="0" t="0" r="0" b="0"/>
          <a:stretch xmlns:a="http://schemas.openxmlformats.org/drawingml/2006/main"/>
        </p:blipFill>
        <p:spPr>
          <a:xfrm xmlns:a="http://schemas.openxmlformats.org/drawingml/2006/main">
            <a:off x="11426249" y="6271051"/>
            <a:ext cx="305375" cy="305375"/>
          </a:xfrm>
          <a:prstGeom xmlns:a="http://schemas.openxmlformats.org/drawingml/2006/main" prst="rect">
            <a:avLst/>
          </a:prstGeom>
        </p:spPr>
      </p:pic>
      <p:pic>
        <p:nvPicPr>
          <p:cNvPr id="33" name="Image 15"/>
          <p:cNvPicPr>
            <a:picLocks xmlns:a="http://schemas.openxmlformats.org/drawingml/2006/main" noChangeAspect="1"/>
          </p:cNvPicPr>
          <p:nvPr/>
        </p:nvPicPr>
        <p:blipFill>
          <a:blip xmlns:r="http://schemas.openxmlformats.org/officeDocument/2006/relationships" xmlns:a="http://schemas.openxmlformats.org/drawingml/2006/main" r:embed="Ref256697a5c04e81"/>
          <a:srcRect xmlns:a="http://schemas.openxmlformats.org/drawingml/2006/main" l="0" t="0" r="0" b="0"/>
          <a:stretch xmlns:a="http://schemas.openxmlformats.org/drawingml/2006/main"/>
        </p:blipFill>
        <p:spPr>
          <a:xfrm xmlns:a="http://schemas.openxmlformats.org/drawingml/2006/main">
            <a:off x="505618" y="6297594"/>
            <a:ext cx="1416934" cy="293564"/>
          </a:xfrm>
          <a:prstGeom xmlns:a="http://schemas.openxmlformats.org/drawingml/2006/main" prst="rect">
            <a:avLst/>
          </a:prstGeom>
        </p:spPr>
      </p:pic>
    </p:spTree>
  </p:cSld>
</p:sldLayout>
</file>

<file path=ppt/slideLayouts/slideLayout30.xml><?xml version="1.0" encoding="utf-8"?>
<p:sldLayout xmlns:p="http://schemas.openxmlformats.org/presentationml/2006/main" showMasterSp="0" preserve="1" userDrawn="1">
  <p:cSld name="02_INTERCALAIRE2">
    <p:bg>
      <p:bgPr>
        <a:solidFill xmlns:a="http://schemas.openxmlformats.org/drawingml/2006/main">
          <a:srgbClr val="107F78"/>
        </a:solidFill>
      </p:bgPr>
    </p:bg>
    <p:spTree>
      <p:nvGrpSpPr>
        <p:cNvPr id="1" name=""/>
        <p:cNvGrpSpPr/>
        <p:nvPr/>
      </p:nvGrpSpPr>
      <p:grpSpPr>
        <a:xfrm xmlns:a="http://schemas.openxmlformats.org/drawingml/2006/main"/>
      </p:grpSpPr>
      <p:sp>
        <p:nvSpPr>
          <p:cNvPr id="3" name="Espace réservé du pied de page 2">
            <a:extLst xmlns:a="http://schemas.openxmlformats.org/drawingml/2006/main">
              <a:ext uri="{FF2B5EF4-FFF2-40B4-BE49-F238E27FC236}">
                <a16:creationId xmlns:a16="http://schemas.microsoft.com/office/drawing/2014/main" id="{536DDD2D-F31D-78DC-E8BA-1988E06E902C}"/>
              </a:ext>
            </a:extLst>
          </p:cNvPr>
          <p:cNvSpPr>
            <a:spLocks xmlns:a="http://schemas.openxmlformats.org/drawingml/2006/main" noGrp="1"/>
          </p:cNvSpPr>
          <p:nvPr>
            <p:ph type="ftr"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TITRE DE LA PRESENTATION</a:t>
            </a:r>
          </a:p>
        </p:txBody>
      </p:sp>
      <p:sp>
        <p:nvSpPr>
          <p:cNvPr id="4" name="Espace réservé du numéro de diapositive 3">
            <a:extLst xmlns:a="http://schemas.openxmlformats.org/drawingml/2006/main">
              <a:ext uri="{FF2B5EF4-FFF2-40B4-BE49-F238E27FC236}">
                <a16:creationId xmlns:a16="http://schemas.microsoft.com/office/drawing/2014/main" id="{75DBA159-C8BE-0F63-5562-91A86A380022}"/>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2C60FDE-1165-44E8-A8DD-A2C7EC5E5E50}" type="slidenum">
              <a:t>‹#›</a:t>
            </a:fld>
            <a:endParaRPr/>
          </a:p>
        </p:txBody>
      </p:sp>
      <p:sp>
        <p:nvSpPr>
          <p:cNvPr id="5" name="Espace réservé de la date 4">
            <a:extLst xmlns:a="http://schemas.openxmlformats.org/drawingml/2006/main">
              <a:ext uri="{FF2B5EF4-FFF2-40B4-BE49-F238E27FC236}">
                <a16:creationId xmlns:a16="http://schemas.microsoft.com/office/drawing/2014/main" id="{2170D055-B19F-5C14-82BC-FBE09F399B5D}"/>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lgn="r">
              <a:buNone/>
            </a:pPr>
            <a:r>
              <a:t>13/02/2024</a:t>
            </a:r>
          </a:p>
        </p:txBody>
      </p:sp>
      <p:sp>
        <p:nvSpPr>
          <p:cNvPr id="2" name="Titre 1">
            <a:extLst xmlns:a="http://schemas.openxmlformats.org/drawingml/2006/main">
              <a:ext uri="{FF2B5EF4-FFF2-40B4-BE49-F238E27FC236}">
                <a16:creationId xmlns:a16="http://schemas.microsoft.com/office/drawing/2014/main" id="{806A0728-0208-CEF9-FC1F-C86D6A3D7245}"/>
              </a:ext>
            </a:extLst>
          </p:cNvPr>
          <p:cNvSpPr>
            <a:spLocks xmlns:a="http://schemas.openxmlformats.org/drawingml/2006/main" noGrp="1"/>
          </p:cNvSpPr>
          <p:nvPr>
            <p:ph type="title" idx="0"/>
          </p:nvPr>
        </p:nvSpPr>
        <p:spPr>
          <a:xfrm xmlns:a="http://schemas.openxmlformats.org/drawingml/2006/main">
            <a:off x="3937846" y="2891203"/>
            <a:ext cx="7749329" cy="134806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a:buNone/>
              <a:defRPr sz="4800" b="1" cap="all">
                <a:solidFill>
                  <a:schemeClr val="bg1"/>
                </a:solidFill>
                <a:latin typeface="BNPPSans"/>
                <a:ea typeface="BNPPSans"/>
                <a:cs typeface="BNPPSans"/>
              </a:defRPr>
            </a:lvl1pPr>
          </a:lstStyle>
          <a:p xmlns:a="http://schemas.openxmlformats.org/drawingml/2006/main">
            <a:pPr marL="0" lvl="0">
              <a:buNone/>
            </a:pPr>
            <a:r>
              <a:t>Modifiez le style du titre</a:t>
            </a:r>
            <a:endParaRPr/>
          </a:p>
        </p:txBody>
      </p:sp>
      <p:pic>
        <p:nvPicPr>
          <p:cNvPr id="34" name="Image 14"/>
          <p:cNvPicPr>
            <a:picLocks xmlns:a="http://schemas.openxmlformats.org/drawingml/2006/main" noChangeAspect="1"/>
          </p:cNvPicPr>
          <p:nvPr/>
        </p:nvPicPr>
        <p:blipFill>
          <a:blip xmlns:r="http://schemas.openxmlformats.org/officeDocument/2006/relationships" xmlns:a="http://schemas.openxmlformats.org/drawingml/2006/main" r:embed="R778db189da544058"/>
          <a:srcRect xmlns:a="http://schemas.openxmlformats.org/drawingml/2006/main" l="0" t="0" r="0" b="0"/>
          <a:stretch xmlns:a="http://schemas.openxmlformats.org/drawingml/2006/main"/>
        </p:blipFill>
        <p:spPr>
          <a:xfrm xmlns:a="http://schemas.openxmlformats.org/drawingml/2006/main">
            <a:off x="11426249" y="6271051"/>
            <a:ext cx="305375" cy="305375"/>
          </a:xfrm>
          <a:prstGeom xmlns:a="http://schemas.openxmlformats.org/drawingml/2006/main" prst="rect">
            <a:avLst/>
          </a:prstGeom>
        </p:spPr>
      </p:pic>
      <p:pic>
        <p:nvPicPr>
          <p:cNvPr id="35" name="Image 15"/>
          <p:cNvPicPr>
            <a:picLocks xmlns:a="http://schemas.openxmlformats.org/drawingml/2006/main" noChangeAspect="1"/>
          </p:cNvPicPr>
          <p:nvPr/>
        </p:nvPicPr>
        <p:blipFill>
          <a:blip xmlns:r="http://schemas.openxmlformats.org/officeDocument/2006/relationships" xmlns:a="http://schemas.openxmlformats.org/drawingml/2006/main" r:embed="R524d1db7bbd744d4"/>
          <a:srcRect xmlns:a="http://schemas.openxmlformats.org/drawingml/2006/main" l="0" t="0" r="0" b="0"/>
          <a:stretch xmlns:a="http://schemas.openxmlformats.org/drawingml/2006/main"/>
        </p:blipFill>
        <p:spPr>
          <a:xfrm xmlns:a="http://schemas.openxmlformats.org/drawingml/2006/main">
            <a:off x="505618" y="6297594"/>
            <a:ext cx="1416934" cy="293564"/>
          </a:xfrm>
          <a:prstGeom xmlns:a="http://schemas.openxmlformats.org/drawingml/2006/main" prst="rect">
            <a:avLst/>
          </a:prstGeom>
        </p:spPr>
      </p:pic>
      <p:sp>
        <p:nvSpPr>
          <p:cNvPr id="24" name="Rectangle : coins arrondis 23">
            <a:extLst xmlns:a="http://schemas.openxmlformats.org/drawingml/2006/main">
              <a:ext uri="{FF2B5EF4-FFF2-40B4-BE49-F238E27FC236}">
                <a16:creationId xmlns:a16="http://schemas.microsoft.com/office/drawing/2014/main" id="{9BFF9A42-EC22-110F-D9E6-4B7B9F502D96}"/>
              </a:ext>
            </a:extLst>
          </p:cNvPr>
          <p:cNvSpPr>
            <a:spLocks xmlns:a="http://schemas.openxmlformats.org/drawingml/2006/main" noGrp="1"/>
          </p:cNvSpPr>
          <p:nvPr/>
        </p:nvSpPr>
        <p:spPr>
          <a:xfrm xmlns:a="http://schemas.openxmlformats.org/drawingml/2006/main" rot="0" flipH="1" flipV="0">
            <a:off x="-12858104" y="2420278"/>
            <a:ext cx="617671" cy="1667712"/>
          </a:xfrm>
          <a:prstGeom xmlns:a="http://schemas.openxmlformats.org/drawingml/2006/main" prst="roundRect">
            <a:avLst>
              <a:gd name="adj" fmla="val 50000"/>
            </a:avLst>
          </a:prstGeom>
          <a:solidFill xmlns:a="http://schemas.openxmlformats.org/drawingml/2006/main">
            <a:schemeClr val="accent5">
              <a:alpha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ectangle : coins arrondis 24">
            <a:extLst xmlns:a="http://schemas.openxmlformats.org/drawingml/2006/main">
              <a:ext uri="{FF2B5EF4-FFF2-40B4-BE49-F238E27FC236}">
                <a16:creationId xmlns:a16="http://schemas.microsoft.com/office/drawing/2014/main" id="{50E8D241-512F-A1A7-7F1F-981FF4229C7B}"/>
              </a:ext>
            </a:extLst>
          </p:cNvPr>
          <p:cNvSpPr>
            <a:spLocks xmlns:a="http://schemas.openxmlformats.org/drawingml/2006/main" noGrp="1"/>
          </p:cNvSpPr>
          <p:nvPr/>
        </p:nvSpPr>
        <p:spPr>
          <a:xfrm xmlns:a="http://schemas.openxmlformats.org/drawingml/2006/main" rot="16200000" flipH="1" flipV="0">
            <a:off x="-13383125" y="1895259"/>
            <a:ext cx="617671" cy="1667712"/>
          </a:xfrm>
          <a:prstGeom xmlns:a="http://schemas.openxmlformats.org/drawingml/2006/main" prst="roundRect">
            <a:avLst>
              <a:gd name="adj" fmla="val 50000"/>
            </a:avLst>
          </a:prstGeom>
          <a:solidFill xmlns:a="http://schemas.openxmlformats.org/drawingml/2006/main">
            <a:schemeClr val="tx2">
              <a:alpha val="84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Forme libre : forme 7">
            <a:extLst xmlns:a="http://schemas.openxmlformats.org/drawingml/2006/main">
              <a:ext uri="{FF2B5EF4-FFF2-40B4-BE49-F238E27FC236}">
                <a16:creationId xmlns:a16="http://schemas.microsoft.com/office/drawing/2014/main" id="{4AE48B86-9128-A030-6327-A8A0EEFBCBED}"/>
              </a:ext>
            </a:extLst>
          </p:cNvPr>
          <p:cNvSpPr>
            <a:spLocks xmlns:a="http://schemas.openxmlformats.org/drawingml/2006/main" noGrp="1"/>
          </p:cNvSpPr>
          <p:nvPr/>
        </p:nvSpPr>
        <p:spPr>
          <a:xfrm xmlns:a="http://schemas.openxmlformats.org/drawingml/2006/main" rot="5400000" flipH="1">
            <a:off x="379653" y="2565644"/>
            <a:ext cx="617673" cy="1376981"/>
          </a:xfrm>
          <a:custGeom xmlns:a="http://schemas.openxmlformats.org/drawingml/2006/main">
            <a:gdLst>
              <a:gd name="connsiteX0" fmla="*/ 617673 w 617673"/>
              <a:gd name="connsiteY0" fmla="*/ 308837 h 1376981"/>
              <a:gd name="connsiteX1" fmla="*/ 308837 w 617673"/>
              <a:gd name="connsiteY1" fmla="*/ 0 h 1376981"/>
              <a:gd name="connsiteX2" fmla="*/ 0 w 617673"/>
              <a:gd name="connsiteY2" fmla="*/ 308837 h 1376981"/>
              <a:gd name="connsiteX3" fmla="*/ 0 w 617673"/>
              <a:gd name="connsiteY3" fmla="*/ 1376981 h 1376981"/>
              <a:gd name="connsiteX4" fmla="*/ 617672 w 617673"/>
              <a:gd name="connsiteY4" fmla="*/ 1376981 h 1376981"/>
              <a:gd name="connsiteX5" fmla="*/ 617673 w 617673"/>
              <a:gd name="connsiteY5" fmla="*/ 308837 h 1376981"/>
            </a:gdLst>
            <a:rect l="l" t="t" r="r" b="b"/>
            <a:pathLst>
              <a:path w="617673" h="1376981">
                <a:moveTo>
                  <a:pt x="617673" y="308837"/>
                </a:moveTo>
                <a:cubicBezTo>
                  <a:pt x="617673" y="138272"/>
                  <a:pt x="479402" y="0"/>
                  <a:pt x="308837" y="0"/>
                </a:cubicBezTo>
                <a:cubicBezTo>
                  <a:pt x="138272" y="0"/>
                  <a:pt x="0" y="138272"/>
                  <a:pt x="0" y="308837"/>
                </a:cubicBezTo>
                <a:lnTo>
                  <a:pt x="0" y="1376981"/>
                </a:lnTo>
                <a:lnTo>
                  <a:pt x="617672" y="1376981"/>
                </a:lnTo>
                <a:lnTo>
                  <a:pt x="617673" y="308837"/>
                </a:lnTo>
                <a:close/>
              </a:path>
            </a:pathLst>
          </a:custGeom>
          <a:solidFill xmlns:a="http://schemas.openxmlformats.org/drawingml/2006/main">
            <a:schemeClr val="tx2">
              <a:alpha val="38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2" name="Rectangle : coins arrondis 21">
            <a:extLst xmlns:a="http://schemas.openxmlformats.org/drawingml/2006/main">
              <a:ext uri="{FF2B5EF4-FFF2-40B4-BE49-F238E27FC236}">
                <a16:creationId xmlns:a16="http://schemas.microsoft.com/office/drawing/2014/main" id="{0A3C0523-4C44-8850-935D-0798EC60E55A}"/>
              </a:ext>
            </a:extLst>
          </p:cNvPr>
          <p:cNvSpPr>
            <a:spLocks xmlns:a="http://schemas.openxmlformats.org/drawingml/2006/main" noGrp="1"/>
          </p:cNvSpPr>
          <p:nvPr/>
        </p:nvSpPr>
        <p:spPr>
          <a:xfrm xmlns:a="http://schemas.openxmlformats.org/drawingml/2006/main" rot="0" flipH="1" flipV="0">
            <a:off x="-14116491" y="2420278"/>
            <a:ext cx="617671" cy="1667712"/>
          </a:xfrm>
          <a:prstGeom xmlns:a="http://schemas.openxmlformats.org/drawingml/2006/main" prst="roundRect">
            <a:avLst>
              <a:gd name="adj" fmla="val 50000"/>
            </a:avLst>
          </a:prstGeom>
          <a:solidFill xmlns:a="http://schemas.openxmlformats.org/drawingml/2006/main">
            <a:schemeClr val="tx2">
              <a:alpha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 coins arrondis 22">
            <a:extLst xmlns:a="http://schemas.openxmlformats.org/drawingml/2006/main">
              <a:ext uri="{FF2B5EF4-FFF2-40B4-BE49-F238E27FC236}">
                <a16:creationId xmlns:a16="http://schemas.microsoft.com/office/drawing/2014/main" id="{3E87434D-AD90-B53A-0E5F-06094B18F237}"/>
              </a:ext>
            </a:extLst>
          </p:cNvPr>
          <p:cNvSpPr>
            <a:spLocks xmlns:a="http://schemas.openxmlformats.org/drawingml/2006/main" noGrp="1"/>
          </p:cNvSpPr>
          <p:nvPr/>
        </p:nvSpPr>
        <p:spPr>
          <a:xfrm xmlns:a="http://schemas.openxmlformats.org/drawingml/2006/main" rot="16200000" flipH="1" flipV="0">
            <a:off x="-14641511" y="1895259"/>
            <a:ext cx="617671" cy="1667712"/>
          </a:xfrm>
          <a:prstGeom xmlns:a="http://schemas.openxmlformats.org/drawingml/2006/main" prst="roundRect">
            <a:avLst>
              <a:gd name="adj" fmla="val 50000"/>
            </a:avLst>
          </a:prstGeom>
          <a:solidFill xmlns:a="http://schemas.openxmlformats.org/drawingml/2006/main">
            <a:schemeClr val="accent5">
              <a:alpha val="84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Espace réservé du texte 26">
            <a:extLst xmlns:a="http://schemas.openxmlformats.org/drawingml/2006/main">
              <a:ext uri="{FF2B5EF4-FFF2-40B4-BE49-F238E27FC236}">
                <a16:creationId xmlns:a16="http://schemas.microsoft.com/office/drawing/2014/main" id="{0E815D3A-987E-2996-A7E4-74E006668BB2}"/>
              </a:ext>
            </a:extLst>
          </p:cNvPr>
          <p:cNvSpPr>
            <a:spLocks xmlns:a="http://schemas.openxmlformats.org/drawingml/2006/main" noGrp="1"/>
          </p:cNvSpPr>
          <p:nvPr>
            <p:ph type="body" idx="13" hasCustomPrompt="1"/>
          </p:nvPr>
        </p:nvSpPr>
        <p:spPr>
          <a:xfrm xmlns:a="http://schemas.openxmlformats.org/drawingml/2006/main">
            <a:off x="3055288" y="2924237"/>
            <a:ext cx="741622" cy="754062"/>
          </a:xfrm>
        </p:spPr>
        <p:txBody>
          <a:bodyPr xmlns:a="http://schemas.openxmlformats.org/drawingml/2006/main">
            <a:normAutofit/>
          </a:bodyPr>
          <a:lstStyle xmlns:a="http://schemas.openxmlformats.org/drawingml/2006/main">
            <a:lvl1pPr marL="0" indent="0" algn="ctr">
              <a:buFontTx/>
              <a:buNone/>
              <a:defRPr sz="4000">
                <a:solidFill>
                  <a:schemeClr val="bg1"/>
                </a:solidFill>
                <a:latin typeface="Arial Black"/>
                <a:ea typeface="Arial Black"/>
                <a:cs typeface="Arial Black"/>
              </a:defRPr>
            </a:lvl1pPr>
          </a:lstStyle>
          <a:p xmlns:a="http://schemas.openxmlformats.org/drawingml/2006/main">
            <a:pPr lvl="0">
              <a:buNone/>
            </a:pPr>
            <a:r>
              <a:t>n°</a:t>
            </a:r>
            <a:endParaRPr/>
          </a:p>
        </p:txBody>
      </p:sp>
    </p:spTree>
  </p:cSld>
</p:sldLayout>
</file>

<file path=ppt/slideLayouts/slideLayout31.xml><?xml version="1.0" encoding="utf-8"?>
<p:sldLayout xmlns:p="http://schemas.openxmlformats.org/presentationml/2006/main" preserve="1" userDrawn="1">
  <p:cSld name="03_TEXTE 1 COLONNE">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8EB47F2D-0965-547E-9A85-D8F5F675310E}"/>
              </a:ext>
            </a:extLst>
          </p:cNvPr>
          <p:cNvSpPr>
            <a:spLocks xmlns:a="http://schemas.openxmlformats.org/drawingml/2006/main" noGrp="1"/>
          </p:cNvSpPr>
          <p:nvPr>
            <p:ph type="title" idx="0"/>
          </p:nvPr>
        </p:nvSpPr>
        <p:spPr>
          <a:xfrm xmlns:a="http://schemas.openxmlformats.org/drawingml/2006/main">
            <a:off x="503237" y="365125"/>
            <a:ext cx="11183937" cy="498598"/>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0" name="ZoneTexte 19">
            <a:extLst xmlns:a="http://schemas.openxmlformats.org/drawingml/2006/main">
              <a:ext uri="{FF2B5EF4-FFF2-40B4-BE49-F238E27FC236}">
                <a16:creationId xmlns:a16="http://schemas.microsoft.com/office/drawing/2014/main" id="{D9F87E6A-C26E-C7EA-707D-C241F9A6EB9A}"/>
              </a:ext>
            </a:extLst>
          </p:cNvPr>
          <p:cNvSpPr>
            <a:spLocks xmlns:a="http://schemas.openxmlformats.org/drawingml/2006/main" noGrp="1"/>
          </p:cNvSpPr>
          <p:nvPr/>
        </p:nvSpPr>
        <p:spPr>
          <a:xfrm xmlns:a="http://schemas.openxmlformats.org/drawingml/2006/main">
            <a:off x="7106361" y="6344349"/>
            <a:ext cx="371249"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A0B1EEBF-E59C-48D8-8CE6-2DF1AE29E683}" type="slidenum">
              <a:rPr sz="700">
                <a:solidFill>
                  <a:schemeClr val="bg1"/>
                </a:solidFill>
              </a:rPr>
              <a:t>‹#›</a:t>
            </a:fld>
            <a:endParaRPr sz="700">
              <a:solidFill>
                <a:schemeClr val="bg1"/>
              </a:solidFill>
            </a:endParaRPr>
          </a:p>
        </p:txBody>
      </p:sp>
      <p:sp>
        <p:nvSpPr>
          <p:cNvPr id="12" name="Espace réservé de la date 11">
            <a:extLst xmlns:a="http://schemas.openxmlformats.org/drawingml/2006/main">
              <a:ext uri="{FF2B5EF4-FFF2-40B4-BE49-F238E27FC236}">
                <a16:creationId xmlns:a16="http://schemas.microsoft.com/office/drawing/2014/main" id="{4E749509-540D-BFB6-FFF7-861541DC6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lgn="r">
              <a:buNone/>
            </a:pPr>
            <a:r>
              <a:t>13/02/2024</a:t>
            </a:r>
          </a:p>
        </p:txBody>
      </p:sp>
      <p:sp>
        <p:nvSpPr>
          <p:cNvPr id="13" name="Espace réservé du pied de page 12">
            <a:extLst xmlns:a="http://schemas.openxmlformats.org/drawingml/2006/main">
              <a:ext uri="{FF2B5EF4-FFF2-40B4-BE49-F238E27FC236}">
                <a16:creationId xmlns:a16="http://schemas.microsoft.com/office/drawing/2014/main" id="{C971DDBF-59FC-DB9A-A585-8DA7109223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PRESENTATION</a:t>
            </a:r>
          </a:p>
        </p:txBody>
      </p:sp>
      <p:sp>
        <p:nvSpPr>
          <p:cNvPr id="17" name="Espace réservé du numéro de diapositive 16">
            <a:extLst xmlns:a="http://schemas.openxmlformats.org/drawingml/2006/main">
              <a:ext uri="{FF2B5EF4-FFF2-40B4-BE49-F238E27FC236}">
                <a16:creationId xmlns:a16="http://schemas.microsoft.com/office/drawing/2014/main" id="{17C3D669-8BC4-DA49-9C4B-A7002FDB15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4" name="Espace réservé du texte 3">
            <a:extLst xmlns:a="http://schemas.openxmlformats.org/drawingml/2006/main">
              <a:ext uri="{FF2B5EF4-FFF2-40B4-BE49-F238E27FC236}">
                <a16:creationId xmlns:a16="http://schemas.microsoft.com/office/drawing/2014/main" id="{6F6CA094-5DCD-7C4B-D6D1-A1738D921EE5}"/>
              </a:ext>
            </a:extLst>
          </p:cNvPr>
          <p:cNvSpPr>
            <a:spLocks xmlns:a="http://schemas.openxmlformats.org/drawingml/2006/main" noGrp="1"/>
          </p:cNvSpPr>
          <p:nvPr>
            <p:ph type="body" idx="13"/>
          </p:nvPr>
        </p:nvSpPr>
        <p:spPr>
          <a:xfrm xmlns:a="http://schemas.openxmlformats.org/drawingml/2006/main">
            <a:off x="1562100" y="1434367"/>
            <a:ext cx="9067800" cy="4351338"/>
          </a:xfrm>
        </p:spPr>
        <p:txBody>
          <a:bodyPr xmlns:a="http://schemas.openxmlformats.org/drawingml/2006/main"/>
          <a:lstStyle xmlns:a="http://schemas.openxmlformats.org/drawingml/2006/main">
            <a:lvl1pPr>
              <a:spcAft>
                <a:spcPts val="600"/>
              </a:spcAft>
              <a:buNone/>
              <a:defRPr>
                <a:latin typeface="BNPPSans"/>
                <a:ea typeface="BNPPSans"/>
                <a:cs typeface="BNPPSans"/>
              </a:defRPr>
            </a:lvl1pPr>
            <a:lvl2pPr>
              <a:spcAft>
                <a:spcPts val="600"/>
              </a:spcAft>
              <a:buNone/>
              <a:defRPr>
                <a:latin typeface="BNPPSans"/>
                <a:ea typeface="BNPPSans"/>
                <a:cs typeface="BNPPSans"/>
              </a:defRPr>
            </a:lvl2pPr>
            <a:lvl3pPr>
              <a:spcAft>
                <a:spcPts val="600"/>
              </a:spcAft>
              <a:buClr>
                <a:schemeClr val="tx2"/>
              </a:buClr>
              <a:buNone/>
              <a:defRPr>
                <a:latin typeface="BNPPSans"/>
                <a:ea typeface="BNPPSans"/>
                <a:cs typeface="BNPPSans"/>
              </a:defRPr>
            </a:lvl3pPr>
            <a:lvl4pPr marL="1600200" indent="-228600">
              <a:spcAft>
                <a:spcPts val="600"/>
              </a:spcAft>
              <a:buClr>
                <a:schemeClr val="tx2"/>
              </a:buClr>
              <a:buFont typeface="Arial"/>
              <a:buChar char="-"/>
              <a:defRPr sz="1200">
                <a:latin typeface="BNPPSans"/>
                <a:ea typeface="BNPPSans"/>
                <a:cs typeface="BNPPSans"/>
              </a:defRPr>
            </a:lvl4pPr>
            <a:lvl5pPr marL="2057400" indent="-228600">
              <a:spcAft>
                <a:spcPts val="600"/>
              </a:spcAft>
              <a:buClr>
                <a:schemeClr val="tx2"/>
              </a:buClr>
              <a:buFont typeface="Arial"/>
              <a:buChar char="-"/>
              <a:defRPr sz="1200">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Tree>
  </p:cSld>
</p:sldLayout>
</file>

<file path=ppt/slideLayouts/slideLayout32.xml><?xml version="1.0" encoding="utf-8"?>
<p:sldLayout xmlns:p="http://schemas.openxmlformats.org/presentationml/2006/main" preserve="1" userDrawn="1">
  <p:cSld name="03_TEXTE 2 COLONNES">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8EB47F2D-0965-547E-9A85-D8F5F675310E}"/>
              </a:ext>
            </a:extLst>
          </p:cNvPr>
          <p:cNvSpPr>
            <a:spLocks xmlns:a="http://schemas.openxmlformats.org/drawingml/2006/main" noGrp="1"/>
          </p:cNvSpPr>
          <p:nvPr>
            <p:ph type="title" idx="0"/>
          </p:nvPr>
        </p:nvSpPr>
        <p:spPr>
          <a:xfrm xmlns:a="http://schemas.openxmlformats.org/drawingml/2006/main">
            <a:off x="503237" y="365125"/>
            <a:ext cx="11183937" cy="498598"/>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0" name="ZoneTexte 19">
            <a:extLst xmlns:a="http://schemas.openxmlformats.org/drawingml/2006/main">
              <a:ext uri="{FF2B5EF4-FFF2-40B4-BE49-F238E27FC236}">
                <a16:creationId xmlns:a16="http://schemas.microsoft.com/office/drawing/2014/main" id="{D9F87E6A-C26E-C7EA-707D-C241F9A6EB9A}"/>
              </a:ext>
            </a:extLst>
          </p:cNvPr>
          <p:cNvSpPr>
            <a:spLocks xmlns:a="http://schemas.openxmlformats.org/drawingml/2006/main" noGrp="1"/>
          </p:cNvSpPr>
          <p:nvPr/>
        </p:nvSpPr>
        <p:spPr>
          <a:xfrm xmlns:a="http://schemas.openxmlformats.org/drawingml/2006/main">
            <a:off x="7106361" y="6344349"/>
            <a:ext cx="371249"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A0B1EEBF-E59C-48D8-8CE6-2DF1AE29E683}" type="slidenum">
              <a:rPr sz="700">
                <a:solidFill>
                  <a:schemeClr val="bg1"/>
                </a:solidFill>
              </a:rPr>
              <a:t>‹#›</a:t>
            </a:fld>
            <a:endParaRPr sz="700">
              <a:solidFill>
                <a:schemeClr val="bg1"/>
              </a:solidFill>
            </a:endParaRPr>
          </a:p>
        </p:txBody>
      </p:sp>
      <p:sp>
        <p:nvSpPr>
          <p:cNvPr id="12" name="Espace réservé de la date 11">
            <a:extLst xmlns:a="http://schemas.openxmlformats.org/drawingml/2006/main">
              <a:ext uri="{FF2B5EF4-FFF2-40B4-BE49-F238E27FC236}">
                <a16:creationId xmlns:a16="http://schemas.microsoft.com/office/drawing/2014/main" id="{4E749509-540D-BFB6-FFF7-861541DC6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lgn="r">
              <a:buNone/>
            </a:pPr>
            <a:r>
              <a:t>13/02/2024</a:t>
            </a:r>
          </a:p>
        </p:txBody>
      </p:sp>
      <p:sp>
        <p:nvSpPr>
          <p:cNvPr id="13" name="Espace réservé du pied de page 12">
            <a:extLst xmlns:a="http://schemas.openxmlformats.org/drawingml/2006/main">
              <a:ext uri="{FF2B5EF4-FFF2-40B4-BE49-F238E27FC236}">
                <a16:creationId xmlns:a16="http://schemas.microsoft.com/office/drawing/2014/main" id="{C971DDBF-59FC-DB9A-A585-8DA7109223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PRESENTATION</a:t>
            </a:r>
          </a:p>
        </p:txBody>
      </p:sp>
      <p:sp>
        <p:nvSpPr>
          <p:cNvPr id="17" name="Espace réservé du numéro de diapositive 16">
            <a:extLst xmlns:a="http://schemas.openxmlformats.org/drawingml/2006/main">
              <a:ext uri="{FF2B5EF4-FFF2-40B4-BE49-F238E27FC236}">
                <a16:creationId xmlns:a16="http://schemas.microsoft.com/office/drawing/2014/main" id="{17C3D669-8BC4-DA49-9C4B-A7002FDB15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4" name="Espace réservé du texte 3">
            <a:extLst xmlns:a="http://schemas.openxmlformats.org/drawingml/2006/main">
              <a:ext uri="{FF2B5EF4-FFF2-40B4-BE49-F238E27FC236}">
                <a16:creationId xmlns:a16="http://schemas.microsoft.com/office/drawing/2014/main" id="{6F6CA094-5DCD-7C4B-D6D1-A1738D921EE5}"/>
              </a:ext>
            </a:extLst>
          </p:cNvPr>
          <p:cNvSpPr>
            <a:spLocks xmlns:a="http://schemas.openxmlformats.org/drawingml/2006/main" noGrp="1"/>
          </p:cNvSpPr>
          <p:nvPr>
            <p:ph type="body" idx="13"/>
          </p:nvPr>
        </p:nvSpPr>
        <p:spPr>
          <a:xfrm xmlns:a="http://schemas.openxmlformats.org/drawingml/2006/main">
            <a:off x="1562100" y="1434367"/>
            <a:ext cx="4354513" cy="4351338"/>
          </a:xfrm>
        </p:spPr>
        <p:txBody>
          <a:bodyPr xmlns:a="http://schemas.openxmlformats.org/drawingml/2006/main"/>
          <a:lstStyle xmlns:a="http://schemas.openxmlformats.org/drawingml/2006/main">
            <a:lvl1pPr>
              <a:spcAft>
                <a:spcPts val="600"/>
              </a:spcAft>
              <a:buNone/>
              <a:defRPr sz="1600">
                <a:latin typeface="BNPPSans"/>
                <a:ea typeface="BNPPSans"/>
                <a:cs typeface="BNPPSans"/>
              </a:defRPr>
            </a:lvl1pPr>
            <a:lvl2pPr>
              <a:spcAft>
                <a:spcPts val="600"/>
              </a:spcAft>
              <a:buNone/>
              <a:defRPr sz="1400">
                <a:latin typeface="BNPPSans"/>
                <a:ea typeface="BNPPSans"/>
                <a:cs typeface="BNPPSans"/>
              </a:defRPr>
            </a:lvl2pPr>
            <a:lvl3pPr>
              <a:spcAft>
                <a:spcPts val="600"/>
              </a:spcAft>
              <a:buClr>
                <a:schemeClr val="tx2"/>
              </a:buClr>
              <a:buNone/>
              <a:defRPr>
                <a:latin typeface="BNPPSans"/>
                <a:ea typeface="BNPPSans"/>
                <a:cs typeface="BNPPSans"/>
              </a:defRPr>
            </a:lvl3pPr>
            <a:lvl4pPr marL="1600200" indent="-228600">
              <a:spcAft>
                <a:spcPts val="600"/>
              </a:spcAft>
              <a:buClr>
                <a:schemeClr val="tx2"/>
              </a:buClr>
              <a:buFont typeface="Arial"/>
              <a:buChar char="-"/>
              <a:defRPr sz="1200">
                <a:latin typeface="BNPPSans"/>
                <a:ea typeface="BNPPSans"/>
                <a:cs typeface="BNPPSans"/>
              </a:defRPr>
            </a:lvl4pPr>
            <a:lvl5pPr marL="2057400" indent="-228600">
              <a:spcAft>
                <a:spcPts val="600"/>
              </a:spcAft>
              <a:buClr>
                <a:schemeClr val="tx2"/>
              </a:buClr>
              <a:buFont typeface="Arial"/>
              <a:buChar char="-"/>
              <a:defRPr sz="1200">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5" name="Espace réservé du texte 4">
            <a:extLst xmlns:a="http://schemas.openxmlformats.org/drawingml/2006/main">
              <a:ext uri="{FF2B5EF4-FFF2-40B4-BE49-F238E27FC236}">
                <a16:creationId xmlns:a16="http://schemas.microsoft.com/office/drawing/2014/main" id="{38432458-FBEC-C72B-E622-D110645D7FD2}"/>
              </a:ext>
            </a:extLst>
          </p:cNvPr>
          <p:cNvSpPr>
            <a:spLocks xmlns:a="http://schemas.openxmlformats.org/drawingml/2006/main" noGrp="1"/>
          </p:cNvSpPr>
          <p:nvPr>
            <p:ph type="body" idx="14"/>
          </p:nvPr>
        </p:nvSpPr>
        <p:spPr>
          <a:xfrm xmlns:a="http://schemas.openxmlformats.org/drawingml/2006/main">
            <a:off x="6275388" y="1434367"/>
            <a:ext cx="4352925" cy="4367212"/>
          </a:xfrm>
        </p:spPr>
        <p:txBody>
          <a:bodyPr xmlns:a="http://schemas.openxmlformats.org/drawingml/2006/main"/>
          <a:lstStyle xmlns:a="http://schemas.openxmlformats.org/drawingml/2006/main">
            <a:lvl1pPr>
              <a:buNone/>
              <a:defRPr sz="1600">
                <a:latin typeface="BNPPSans"/>
                <a:ea typeface="BNPPSans"/>
                <a:cs typeface="BNPPSans"/>
              </a:defRPr>
            </a:lvl1pPr>
            <a:lvl2pPr>
              <a:buNone/>
              <a:defRPr sz="1400">
                <a:latin typeface="BNPPSans"/>
                <a:ea typeface="BNPPSans"/>
                <a:cs typeface="BNPPSans"/>
              </a:defRPr>
            </a:lvl2pPr>
            <a:lvl3pPr>
              <a:buNone/>
              <a:defRPr>
                <a:latin typeface="BNPPSans"/>
                <a:ea typeface="BNPPSans"/>
                <a:cs typeface="BNPPSans"/>
              </a:defRPr>
            </a:lvl3pPr>
            <a:lvl4pPr marL="1600200" indent="-228600" algn="l" defTabSz="914400">
              <a:lnSpc>
                <a:spcPct val="90000"/>
              </a:lnSpc>
              <a:spcBef>
                <a:spcPts val="500"/>
              </a:spcBef>
              <a:spcAft>
                <a:spcPts val="600"/>
              </a:spcAft>
              <a:buClr>
                <a:schemeClr val="tx2"/>
              </a:buClr>
              <a:buFont typeface="Arial"/>
              <a:buChar char="-"/>
              <a:defRPr sz="1200" kern="1200">
                <a:solidFill>
                  <a:schemeClr val="tx1"/>
                </a:solidFill>
                <a:latin typeface="BNPPSans"/>
                <a:ea typeface="BNPPSans"/>
                <a:cs typeface="BNPPSans"/>
              </a:defRPr>
            </a:lvl4pPr>
            <a:lvl5pPr marL="2057400" indent="-228600" algn="l" defTabSz="914400">
              <a:lnSpc>
                <a:spcPct val="90000"/>
              </a:lnSpc>
              <a:spcBef>
                <a:spcPts val="500"/>
              </a:spcBef>
              <a:spcAft>
                <a:spcPts val="600"/>
              </a:spcAft>
              <a:buClr>
                <a:schemeClr val="tx2"/>
              </a:buClr>
              <a:buFont typeface="Arial"/>
              <a:buChar char="-"/>
              <a:defRPr sz="1200" kern="1200">
                <a:solidFill>
                  <a:schemeClr val="tx1"/>
                </a:solidFill>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Tree>
  </p:cSld>
</p:sldLayout>
</file>

<file path=ppt/slideLayouts/slideLayout33.xml><?xml version="1.0" encoding="utf-8"?>
<p:sldLayout xmlns:p="http://schemas.openxmlformats.org/presentationml/2006/main" preserve="1" userDrawn="1">
  <p:cSld name="4_TEXTE 1 COLONNE DROITE">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8EB47F2D-0965-547E-9A85-D8F5F675310E}"/>
              </a:ext>
            </a:extLst>
          </p:cNvPr>
          <p:cNvSpPr>
            <a:spLocks xmlns:a="http://schemas.openxmlformats.org/drawingml/2006/main" noGrp="1"/>
          </p:cNvSpPr>
          <p:nvPr>
            <p:ph type="title" idx="0"/>
          </p:nvPr>
        </p:nvSpPr>
        <p:spPr>
          <a:xfrm xmlns:a="http://schemas.openxmlformats.org/drawingml/2006/main">
            <a:off x="503237" y="365125"/>
            <a:ext cx="11183937" cy="498598"/>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0" name="ZoneTexte 19">
            <a:extLst xmlns:a="http://schemas.openxmlformats.org/drawingml/2006/main">
              <a:ext uri="{FF2B5EF4-FFF2-40B4-BE49-F238E27FC236}">
                <a16:creationId xmlns:a16="http://schemas.microsoft.com/office/drawing/2014/main" id="{D9F87E6A-C26E-C7EA-707D-C241F9A6EB9A}"/>
              </a:ext>
            </a:extLst>
          </p:cNvPr>
          <p:cNvSpPr>
            <a:spLocks xmlns:a="http://schemas.openxmlformats.org/drawingml/2006/main" noGrp="1"/>
          </p:cNvSpPr>
          <p:nvPr/>
        </p:nvSpPr>
        <p:spPr>
          <a:xfrm xmlns:a="http://schemas.openxmlformats.org/drawingml/2006/main">
            <a:off x="7106361" y="6344349"/>
            <a:ext cx="371249"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A0B1EEBF-E59C-48D8-8CE6-2DF1AE29E683}" type="slidenum">
              <a:rPr sz="700">
                <a:solidFill>
                  <a:schemeClr val="bg1"/>
                </a:solidFill>
              </a:rPr>
              <a:t>‹#›</a:t>
            </a:fld>
            <a:endParaRPr sz="700">
              <a:solidFill>
                <a:schemeClr val="bg1"/>
              </a:solidFill>
            </a:endParaRPr>
          </a:p>
        </p:txBody>
      </p:sp>
      <p:sp>
        <p:nvSpPr>
          <p:cNvPr id="12" name="Espace réservé de la date 11">
            <a:extLst xmlns:a="http://schemas.openxmlformats.org/drawingml/2006/main">
              <a:ext uri="{FF2B5EF4-FFF2-40B4-BE49-F238E27FC236}">
                <a16:creationId xmlns:a16="http://schemas.microsoft.com/office/drawing/2014/main" id="{4E749509-540D-BFB6-FFF7-861541DC6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lgn="r">
              <a:buNone/>
            </a:pPr>
            <a:r>
              <a:t>13/02/2024</a:t>
            </a:r>
          </a:p>
        </p:txBody>
      </p:sp>
      <p:sp>
        <p:nvSpPr>
          <p:cNvPr id="13" name="Espace réservé du pied de page 12">
            <a:extLst xmlns:a="http://schemas.openxmlformats.org/drawingml/2006/main">
              <a:ext uri="{FF2B5EF4-FFF2-40B4-BE49-F238E27FC236}">
                <a16:creationId xmlns:a16="http://schemas.microsoft.com/office/drawing/2014/main" id="{C971DDBF-59FC-DB9A-A585-8DA7109223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PRESENTATION</a:t>
            </a:r>
          </a:p>
        </p:txBody>
      </p:sp>
      <p:sp>
        <p:nvSpPr>
          <p:cNvPr id="17" name="Espace réservé du numéro de diapositive 16">
            <a:extLst xmlns:a="http://schemas.openxmlformats.org/drawingml/2006/main">
              <a:ext uri="{FF2B5EF4-FFF2-40B4-BE49-F238E27FC236}">
                <a16:creationId xmlns:a16="http://schemas.microsoft.com/office/drawing/2014/main" id="{17C3D669-8BC4-DA49-9C4B-A7002FDB15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4" name="Espace réservé du texte 3">
            <a:extLst xmlns:a="http://schemas.openxmlformats.org/drawingml/2006/main">
              <a:ext uri="{FF2B5EF4-FFF2-40B4-BE49-F238E27FC236}">
                <a16:creationId xmlns:a16="http://schemas.microsoft.com/office/drawing/2014/main" id="{6F6CA094-5DCD-7C4B-D6D1-A1738D921EE5}"/>
              </a:ext>
            </a:extLst>
          </p:cNvPr>
          <p:cNvSpPr>
            <a:spLocks xmlns:a="http://schemas.openxmlformats.org/drawingml/2006/main" noGrp="1"/>
          </p:cNvSpPr>
          <p:nvPr>
            <p:ph type="body" idx="13"/>
          </p:nvPr>
        </p:nvSpPr>
        <p:spPr>
          <a:xfrm xmlns:a="http://schemas.openxmlformats.org/drawingml/2006/main">
            <a:off x="503238" y="1434367"/>
            <a:ext cx="5413375" cy="4351338"/>
          </a:xfrm>
        </p:spPr>
        <p:txBody>
          <a:bodyPr xmlns:a="http://schemas.openxmlformats.org/drawingml/2006/main"/>
          <a:lstStyle xmlns:a="http://schemas.openxmlformats.org/drawingml/2006/main">
            <a:lvl1pPr>
              <a:spcAft>
                <a:spcPts val="600"/>
              </a:spcAft>
              <a:buNone/>
              <a:defRPr sz="1600">
                <a:latin typeface="BNPPSans"/>
                <a:ea typeface="BNPPSans"/>
                <a:cs typeface="BNPPSans"/>
              </a:defRPr>
            </a:lvl1pPr>
            <a:lvl2pPr>
              <a:spcAft>
                <a:spcPts val="600"/>
              </a:spcAft>
              <a:buNone/>
              <a:defRPr sz="1400">
                <a:latin typeface="BNPPSans"/>
                <a:ea typeface="BNPPSans"/>
                <a:cs typeface="BNPPSans"/>
              </a:defRPr>
            </a:lvl2pPr>
            <a:lvl3pPr>
              <a:spcAft>
                <a:spcPts val="600"/>
              </a:spcAft>
              <a:buClr>
                <a:schemeClr val="tx2"/>
              </a:buClr>
              <a:buNone/>
              <a:defRPr>
                <a:latin typeface="BNPPSans"/>
                <a:ea typeface="BNPPSans"/>
                <a:cs typeface="BNPPSans"/>
              </a:defRPr>
            </a:lvl3pPr>
            <a:lvl4pPr marL="1600200" indent="-228600">
              <a:spcAft>
                <a:spcPts val="600"/>
              </a:spcAft>
              <a:buClr>
                <a:schemeClr val="tx2"/>
              </a:buClr>
              <a:buFont typeface="Arial"/>
              <a:buChar char="-"/>
              <a:defRPr sz="1200">
                <a:latin typeface="BNPPSans"/>
                <a:ea typeface="BNPPSans"/>
                <a:cs typeface="BNPPSans"/>
              </a:defRPr>
            </a:lvl4pPr>
            <a:lvl5pPr marL="2057400" indent="-228600">
              <a:spcAft>
                <a:spcPts val="600"/>
              </a:spcAft>
              <a:buClr>
                <a:schemeClr val="tx2"/>
              </a:buClr>
              <a:buFont typeface="Arial"/>
              <a:buChar char="-"/>
              <a:defRPr sz="1200">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Tree>
  </p:cSld>
</p:sldLayout>
</file>

<file path=ppt/slideLayouts/slideLayout34.xml><?xml version="1.0" encoding="utf-8"?>
<p:sldLayout xmlns:p="http://schemas.openxmlformats.org/presentationml/2006/main" preserve="1" userDrawn="1">
  <p:cSld name="03_TITRE SEUL">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8EB47F2D-0965-547E-9A85-D8F5F675310E}"/>
              </a:ext>
            </a:extLst>
          </p:cNvPr>
          <p:cNvSpPr>
            <a:spLocks xmlns:a="http://schemas.openxmlformats.org/drawingml/2006/main" noGrp="1"/>
          </p:cNvSpPr>
          <p:nvPr>
            <p:ph type="title" idx="0"/>
          </p:nvPr>
        </p:nvSpPr>
        <p:spPr>
          <a:xfrm xmlns:a="http://schemas.openxmlformats.org/drawingml/2006/main">
            <a:off x="503237" y="365125"/>
            <a:ext cx="11183937" cy="498598"/>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0" name="ZoneTexte 19">
            <a:extLst xmlns:a="http://schemas.openxmlformats.org/drawingml/2006/main">
              <a:ext uri="{FF2B5EF4-FFF2-40B4-BE49-F238E27FC236}">
                <a16:creationId xmlns:a16="http://schemas.microsoft.com/office/drawing/2014/main" id="{D9F87E6A-C26E-C7EA-707D-C241F9A6EB9A}"/>
              </a:ext>
            </a:extLst>
          </p:cNvPr>
          <p:cNvSpPr>
            <a:spLocks xmlns:a="http://schemas.openxmlformats.org/drawingml/2006/main" noGrp="1"/>
          </p:cNvSpPr>
          <p:nvPr/>
        </p:nvSpPr>
        <p:spPr>
          <a:xfrm xmlns:a="http://schemas.openxmlformats.org/drawingml/2006/main">
            <a:off x="7106361" y="6344349"/>
            <a:ext cx="371249"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A0B1EEBF-E59C-48D8-8CE6-2DF1AE29E683}" type="slidenum">
              <a:rPr sz="700">
                <a:solidFill>
                  <a:schemeClr val="bg1"/>
                </a:solidFill>
              </a:rPr>
              <a:t>‹#›</a:t>
            </a:fld>
            <a:endParaRPr sz="700">
              <a:solidFill>
                <a:schemeClr val="bg1"/>
              </a:solidFill>
            </a:endParaRPr>
          </a:p>
        </p:txBody>
      </p:sp>
      <p:sp>
        <p:nvSpPr>
          <p:cNvPr id="12" name="Espace réservé de la date 11">
            <a:extLst xmlns:a="http://schemas.openxmlformats.org/drawingml/2006/main">
              <a:ext uri="{FF2B5EF4-FFF2-40B4-BE49-F238E27FC236}">
                <a16:creationId xmlns:a16="http://schemas.microsoft.com/office/drawing/2014/main" id="{4E749509-540D-BFB6-FFF7-861541DC6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lgn="r">
              <a:buNone/>
            </a:pPr>
            <a:r>
              <a:t>13/02/2024</a:t>
            </a:r>
          </a:p>
        </p:txBody>
      </p:sp>
      <p:sp>
        <p:nvSpPr>
          <p:cNvPr id="13" name="Espace réservé du pied de page 12">
            <a:extLst xmlns:a="http://schemas.openxmlformats.org/drawingml/2006/main">
              <a:ext uri="{FF2B5EF4-FFF2-40B4-BE49-F238E27FC236}">
                <a16:creationId xmlns:a16="http://schemas.microsoft.com/office/drawing/2014/main" id="{C971DDBF-59FC-DB9A-A585-8DA7109223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PRESENTATION</a:t>
            </a:r>
          </a:p>
        </p:txBody>
      </p:sp>
      <p:sp>
        <p:nvSpPr>
          <p:cNvPr id="17" name="Espace réservé du numéro de diapositive 16">
            <a:extLst xmlns:a="http://schemas.openxmlformats.org/drawingml/2006/main">
              <a:ext uri="{FF2B5EF4-FFF2-40B4-BE49-F238E27FC236}">
                <a16:creationId xmlns:a16="http://schemas.microsoft.com/office/drawing/2014/main" id="{17C3D669-8BC4-DA49-9C4B-A7002FDB15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Tree>
  </p:cSld>
</p:sldLayout>
</file>

<file path=ppt/slideLayouts/slideLayout35.xml><?xml version="1.0" encoding="utf-8"?>
<p:sldLayout xmlns:p="http://schemas.openxmlformats.org/presentationml/2006/main" type="titleOnly" preserve="1">
  <p:cSld name="04_SLIDE DE RUPTURE FOND VERT">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487CB0DA-79D4-5A9D-4160-93B426FEDBAE}"/>
              </a:ext>
            </a:extLst>
          </p:cNvPr>
          <p:cNvSpPr>
            <a:spLocks xmlns:a="http://schemas.openxmlformats.org/drawingml/2006/main" noGrp="1"/>
          </p:cNvSpPr>
          <p:nvPr/>
        </p:nvSpPr>
        <p:spPr>
          <a:xfrm xmlns:a="http://schemas.openxmlformats.org/drawingml/2006/main">
            <a:off x="0" y="339366"/>
            <a:ext cx="12192000" cy="5718534"/>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re 1">
            <a:extLst xmlns:a="http://schemas.openxmlformats.org/drawingml/2006/main">
              <a:ext uri="{FF2B5EF4-FFF2-40B4-BE49-F238E27FC236}">
                <a16:creationId xmlns:a16="http://schemas.microsoft.com/office/drawing/2014/main" id="{8EB47F2D-0965-547E-9A85-D8F5F675310E}"/>
              </a:ext>
            </a:extLst>
          </p:cNvPr>
          <p:cNvSpPr>
            <a:spLocks xmlns:a="http://schemas.openxmlformats.org/drawingml/2006/main" noGrp="1"/>
          </p:cNvSpPr>
          <p:nvPr>
            <p:ph type="title" idx="0"/>
          </p:nvPr>
        </p:nvSpPr>
        <p:spPr>
          <a:xfrm xmlns:a="http://schemas.openxmlformats.org/drawingml/2006/main">
            <a:off x="719138" y="844201"/>
            <a:ext cx="11018493" cy="498598"/>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Modifiez le style du titre</a:t>
            </a:r>
            <a:endParaRPr/>
          </a:p>
        </p:txBody>
      </p:sp>
      <p:sp>
        <p:nvSpPr>
          <p:cNvPr id="20" name="ZoneTexte 19">
            <a:extLst xmlns:a="http://schemas.openxmlformats.org/drawingml/2006/main">
              <a:ext uri="{FF2B5EF4-FFF2-40B4-BE49-F238E27FC236}">
                <a16:creationId xmlns:a16="http://schemas.microsoft.com/office/drawing/2014/main" id="{D9F87E6A-C26E-C7EA-707D-C241F9A6EB9A}"/>
              </a:ext>
            </a:extLst>
          </p:cNvPr>
          <p:cNvSpPr>
            <a:spLocks xmlns:a="http://schemas.openxmlformats.org/drawingml/2006/main" noGrp="1"/>
          </p:cNvSpPr>
          <p:nvPr/>
        </p:nvSpPr>
        <p:spPr>
          <a:xfrm xmlns:a="http://schemas.openxmlformats.org/drawingml/2006/main">
            <a:off x="7106361" y="6344349"/>
            <a:ext cx="371249"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A0B1EEBF-E59C-48D8-8CE6-2DF1AE29E683}" type="slidenum">
              <a:rPr sz="700">
                <a:solidFill>
                  <a:schemeClr val="bg1"/>
                </a:solidFill>
              </a:rPr>
              <a:t>‹#›</a:t>
            </a:fld>
            <a:endParaRPr sz="700">
              <a:solidFill>
                <a:schemeClr val="bg1"/>
              </a:solidFill>
            </a:endParaRPr>
          </a:p>
        </p:txBody>
      </p:sp>
      <p:sp>
        <p:nvSpPr>
          <p:cNvPr id="12" name="Espace réservé de la date 11">
            <a:extLst xmlns:a="http://schemas.openxmlformats.org/drawingml/2006/main">
              <a:ext uri="{FF2B5EF4-FFF2-40B4-BE49-F238E27FC236}">
                <a16:creationId xmlns:a16="http://schemas.microsoft.com/office/drawing/2014/main" id="{4E749509-540D-BFB6-FFF7-861541DC6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lgn="r">
              <a:buNone/>
            </a:pPr>
            <a:r>
              <a:t>13/02/2024</a:t>
            </a:r>
          </a:p>
        </p:txBody>
      </p:sp>
      <p:sp>
        <p:nvSpPr>
          <p:cNvPr id="13" name="Espace réservé du pied de page 12">
            <a:extLst xmlns:a="http://schemas.openxmlformats.org/drawingml/2006/main">
              <a:ext uri="{FF2B5EF4-FFF2-40B4-BE49-F238E27FC236}">
                <a16:creationId xmlns:a16="http://schemas.microsoft.com/office/drawing/2014/main" id="{C971DDBF-59FC-DB9A-A585-8DA7109223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PRESENTATION</a:t>
            </a:r>
          </a:p>
        </p:txBody>
      </p:sp>
      <p:sp>
        <p:nvSpPr>
          <p:cNvPr id="17" name="Espace réservé du numéro de diapositive 16">
            <a:extLst xmlns:a="http://schemas.openxmlformats.org/drawingml/2006/main">
              <a:ext uri="{FF2B5EF4-FFF2-40B4-BE49-F238E27FC236}">
                <a16:creationId xmlns:a16="http://schemas.microsoft.com/office/drawing/2014/main" id="{17C3D669-8BC4-DA49-9C4B-A7002FDB15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4" name="Rectangle : avec coins arrondis en haut 3">
            <a:extLst xmlns:a="http://schemas.openxmlformats.org/drawingml/2006/main">
              <a:ext uri="{FF2B5EF4-FFF2-40B4-BE49-F238E27FC236}">
                <a16:creationId xmlns:a16="http://schemas.microsoft.com/office/drawing/2014/main" id="{82E8326F-FF41-C981-9F98-71B5C3ADB902}"/>
              </a:ext>
            </a:extLst>
          </p:cNvPr>
          <p:cNvSpPr>
            <a:spLocks xmlns:a="http://schemas.openxmlformats.org/drawingml/2006/main" noGrp="1"/>
          </p:cNvSpPr>
          <p:nvPr/>
        </p:nvSpPr>
        <p:spPr>
          <a:xfrm xmlns:a="http://schemas.openxmlformats.org/drawingml/2006/main" rot="5400000">
            <a:off x="331763" y="1065848"/>
            <a:ext cx="108000" cy="771525"/>
          </a:xfrm>
          <a:prstGeom xmlns:a="http://schemas.openxmlformats.org/drawingml/2006/main" prst="round2SameRect">
            <a:avLst>
              <a:gd name="adj1" fmla="val 50000"/>
              <a:gd name="adj2" fmla="val 0"/>
            </a:avLst>
          </a:prstGeom>
          <a:solidFill xmlns:a="http://schemas.openxmlformats.org/drawingml/2006/main">
            <a:srgbClr val="107F7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lvl="0" algn="ctr">
              <a:buNone/>
            </a:pPr>
            <a:endParaRPr/>
          </a:p>
        </p:txBody>
      </p:sp>
      <p:sp>
        <p:nvSpPr>
          <p:cNvPr id="5" name="Rectangle : coins arrondis 4">
            <a:extLst xmlns:a="http://schemas.openxmlformats.org/drawingml/2006/main">
              <a:ext uri="{FF2B5EF4-FFF2-40B4-BE49-F238E27FC236}">
                <a16:creationId xmlns:a16="http://schemas.microsoft.com/office/drawing/2014/main" id="{42C901E2-1F41-1E6A-12E3-C3750E4FD6CD}"/>
              </a:ext>
            </a:extLst>
          </p:cNvPr>
          <p:cNvSpPr>
            <a:spLocks xmlns:a="http://schemas.openxmlformats.org/drawingml/2006/main" noGrp="1"/>
          </p:cNvSpPr>
          <p:nvPr/>
        </p:nvSpPr>
        <p:spPr>
          <a:xfrm xmlns:a="http://schemas.openxmlformats.org/drawingml/2006/main">
            <a:off x="657225" y="1397610"/>
            <a:ext cx="907256" cy="108000"/>
          </a:xfrm>
          <a:prstGeom xmlns:a="http://schemas.openxmlformats.org/drawingml/2006/main" prst="roundRect">
            <a:avLst>
              <a:gd name="adj" fmla="val 50000"/>
            </a:avLst>
          </a:prstGeom>
          <a:solidFill xmlns:a="http://schemas.openxmlformats.org/drawingml/2006/main">
            <a:srgbClr val="ADDAC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 coins arrondis 6">
            <a:extLst xmlns:a="http://schemas.openxmlformats.org/drawingml/2006/main">
              <a:ext uri="{FF2B5EF4-FFF2-40B4-BE49-F238E27FC236}">
                <a16:creationId xmlns:a16="http://schemas.microsoft.com/office/drawing/2014/main" id="{CCEBCA28-DDF7-3668-BF36-6FD7C95B1923}"/>
              </a:ext>
            </a:extLst>
          </p:cNvPr>
          <p:cNvSpPr>
            <a:spLocks xmlns:a="http://schemas.openxmlformats.org/drawingml/2006/main" noGrp="1"/>
          </p:cNvSpPr>
          <p:nvPr/>
        </p:nvSpPr>
        <p:spPr>
          <a:xfrm xmlns:a="http://schemas.openxmlformats.org/drawingml/2006/main">
            <a:off x="1443039" y="1397610"/>
            <a:ext cx="556022" cy="108000"/>
          </a:xfrm>
          <a:prstGeom xmlns:a="http://schemas.openxmlformats.org/drawingml/2006/main" prst="roundRect">
            <a:avLst>
              <a:gd name="adj" fmla="val 50000"/>
            </a:avLst>
          </a:prstGeom>
          <a:solidFill xmlns:a="http://schemas.openxmlformats.org/drawingml/2006/main">
            <a:srgbClr val="DBE9B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6.xml><?xml version="1.0" encoding="utf-8"?>
<p:sldLayout xmlns:p="http://schemas.openxmlformats.org/presentationml/2006/main" type="titleOnly" preserve="1">
  <p:cSld name="04_SLIDE DE RUPTURE FOND BEIG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487CB0DA-79D4-5A9D-4160-93B426FEDBAE}"/>
              </a:ext>
            </a:extLst>
          </p:cNvPr>
          <p:cNvSpPr>
            <a:spLocks xmlns:a="http://schemas.openxmlformats.org/drawingml/2006/main" noGrp="1"/>
          </p:cNvSpPr>
          <p:nvPr/>
        </p:nvSpPr>
        <p:spPr>
          <a:xfrm xmlns:a="http://schemas.openxmlformats.org/drawingml/2006/main">
            <a:off x="0" y="339366"/>
            <a:ext cx="12192000" cy="5718534"/>
          </a:xfrm>
          <a:prstGeom xmlns:a="http://schemas.openxmlformats.org/drawingml/2006/main" prst="rect">
            <a:avLst/>
          </a:prstGeom>
          <a:solidFill xmlns:a="http://schemas.openxmlformats.org/drawingml/2006/main">
            <a:srgbClr val="F9F7E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re 1">
            <a:extLst xmlns:a="http://schemas.openxmlformats.org/drawingml/2006/main">
              <a:ext uri="{FF2B5EF4-FFF2-40B4-BE49-F238E27FC236}">
                <a16:creationId xmlns:a16="http://schemas.microsoft.com/office/drawing/2014/main" id="{8EB47F2D-0965-547E-9A85-D8F5F675310E}"/>
              </a:ext>
            </a:extLst>
          </p:cNvPr>
          <p:cNvSpPr>
            <a:spLocks xmlns:a="http://schemas.openxmlformats.org/drawingml/2006/main" noGrp="1"/>
          </p:cNvSpPr>
          <p:nvPr>
            <p:ph type="title" idx="0"/>
          </p:nvPr>
        </p:nvSpPr>
        <p:spPr>
          <a:xfrm xmlns:a="http://schemas.openxmlformats.org/drawingml/2006/main">
            <a:off x="719138" y="844201"/>
            <a:ext cx="11018493" cy="498598"/>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Modifiez le style du titre</a:t>
            </a:r>
            <a:endParaRPr/>
          </a:p>
        </p:txBody>
      </p:sp>
      <p:sp>
        <p:nvSpPr>
          <p:cNvPr id="20" name="ZoneTexte 19">
            <a:extLst xmlns:a="http://schemas.openxmlformats.org/drawingml/2006/main">
              <a:ext uri="{FF2B5EF4-FFF2-40B4-BE49-F238E27FC236}">
                <a16:creationId xmlns:a16="http://schemas.microsoft.com/office/drawing/2014/main" id="{D9F87E6A-C26E-C7EA-707D-C241F9A6EB9A}"/>
              </a:ext>
            </a:extLst>
          </p:cNvPr>
          <p:cNvSpPr>
            <a:spLocks xmlns:a="http://schemas.openxmlformats.org/drawingml/2006/main" noGrp="1"/>
          </p:cNvSpPr>
          <p:nvPr/>
        </p:nvSpPr>
        <p:spPr>
          <a:xfrm xmlns:a="http://schemas.openxmlformats.org/drawingml/2006/main">
            <a:off x="7106361" y="6344349"/>
            <a:ext cx="371249"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A0B1EEBF-E59C-48D8-8CE6-2DF1AE29E683}" type="slidenum">
              <a:rPr sz="700">
                <a:solidFill>
                  <a:schemeClr val="bg1"/>
                </a:solidFill>
              </a:rPr>
              <a:t>‹#›</a:t>
            </a:fld>
            <a:endParaRPr sz="700">
              <a:solidFill>
                <a:schemeClr val="bg1"/>
              </a:solidFill>
            </a:endParaRPr>
          </a:p>
        </p:txBody>
      </p:sp>
      <p:sp>
        <p:nvSpPr>
          <p:cNvPr id="12" name="Espace réservé de la date 11">
            <a:extLst xmlns:a="http://schemas.openxmlformats.org/drawingml/2006/main">
              <a:ext uri="{FF2B5EF4-FFF2-40B4-BE49-F238E27FC236}">
                <a16:creationId xmlns:a16="http://schemas.microsoft.com/office/drawing/2014/main" id="{4E749509-540D-BFB6-FFF7-861541DC6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lgn="r">
              <a:buNone/>
            </a:pPr>
            <a:r>
              <a:t>13/02/2024</a:t>
            </a:r>
          </a:p>
        </p:txBody>
      </p:sp>
      <p:sp>
        <p:nvSpPr>
          <p:cNvPr id="13" name="Espace réservé du pied de page 12">
            <a:extLst xmlns:a="http://schemas.openxmlformats.org/drawingml/2006/main">
              <a:ext uri="{FF2B5EF4-FFF2-40B4-BE49-F238E27FC236}">
                <a16:creationId xmlns:a16="http://schemas.microsoft.com/office/drawing/2014/main" id="{C971DDBF-59FC-DB9A-A585-8DA7109223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PRESENTATION</a:t>
            </a:r>
          </a:p>
        </p:txBody>
      </p:sp>
      <p:sp>
        <p:nvSpPr>
          <p:cNvPr id="17" name="Espace réservé du numéro de diapositive 16">
            <a:extLst xmlns:a="http://schemas.openxmlformats.org/drawingml/2006/main">
              <a:ext uri="{FF2B5EF4-FFF2-40B4-BE49-F238E27FC236}">
                <a16:creationId xmlns:a16="http://schemas.microsoft.com/office/drawing/2014/main" id="{17C3D669-8BC4-DA49-9C4B-A7002FDB15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4" name="Rectangle : avec coins arrondis en haut 3">
            <a:extLst xmlns:a="http://schemas.openxmlformats.org/drawingml/2006/main">
              <a:ext uri="{FF2B5EF4-FFF2-40B4-BE49-F238E27FC236}">
                <a16:creationId xmlns:a16="http://schemas.microsoft.com/office/drawing/2014/main" id="{82E8326F-FF41-C981-9F98-71B5C3ADB902}"/>
              </a:ext>
            </a:extLst>
          </p:cNvPr>
          <p:cNvSpPr>
            <a:spLocks xmlns:a="http://schemas.openxmlformats.org/drawingml/2006/main" noGrp="1"/>
          </p:cNvSpPr>
          <p:nvPr/>
        </p:nvSpPr>
        <p:spPr>
          <a:xfrm xmlns:a="http://schemas.openxmlformats.org/drawingml/2006/main" rot="5400000">
            <a:off x="331763" y="1065848"/>
            <a:ext cx="108000" cy="771525"/>
          </a:xfrm>
          <a:prstGeom xmlns:a="http://schemas.openxmlformats.org/drawingml/2006/main" prst="round2SameRect">
            <a:avLst>
              <a:gd name="adj1" fmla="val 50000"/>
              <a:gd name="adj2" fmla="val 0"/>
            </a:avLst>
          </a:prstGeom>
          <a:solidFill xmlns:a="http://schemas.openxmlformats.org/drawingml/2006/main">
            <a:srgbClr val="107F7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lvl="0" algn="ctr">
              <a:buNone/>
            </a:pPr>
            <a:endParaRPr/>
          </a:p>
        </p:txBody>
      </p:sp>
      <p:sp>
        <p:nvSpPr>
          <p:cNvPr id="5" name="Rectangle : coins arrondis 4">
            <a:extLst xmlns:a="http://schemas.openxmlformats.org/drawingml/2006/main">
              <a:ext uri="{FF2B5EF4-FFF2-40B4-BE49-F238E27FC236}">
                <a16:creationId xmlns:a16="http://schemas.microsoft.com/office/drawing/2014/main" id="{42C901E2-1F41-1E6A-12E3-C3750E4FD6CD}"/>
              </a:ext>
            </a:extLst>
          </p:cNvPr>
          <p:cNvSpPr>
            <a:spLocks xmlns:a="http://schemas.openxmlformats.org/drawingml/2006/main" noGrp="1"/>
          </p:cNvSpPr>
          <p:nvPr/>
        </p:nvSpPr>
        <p:spPr>
          <a:xfrm xmlns:a="http://schemas.openxmlformats.org/drawingml/2006/main">
            <a:off x="657225" y="1397610"/>
            <a:ext cx="907256" cy="108000"/>
          </a:xfrm>
          <a:prstGeom xmlns:a="http://schemas.openxmlformats.org/drawingml/2006/main" prst="roundRect">
            <a:avLst>
              <a:gd name="adj" fmla="val 50000"/>
            </a:avLst>
          </a:prstGeom>
          <a:solidFill xmlns:a="http://schemas.openxmlformats.org/drawingml/2006/main">
            <a:srgbClr val="ADDAC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 coins arrondis 6">
            <a:extLst xmlns:a="http://schemas.openxmlformats.org/drawingml/2006/main">
              <a:ext uri="{FF2B5EF4-FFF2-40B4-BE49-F238E27FC236}">
                <a16:creationId xmlns:a16="http://schemas.microsoft.com/office/drawing/2014/main" id="{CCEBCA28-DDF7-3668-BF36-6FD7C95B1923}"/>
              </a:ext>
            </a:extLst>
          </p:cNvPr>
          <p:cNvSpPr>
            <a:spLocks xmlns:a="http://schemas.openxmlformats.org/drawingml/2006/main" noGrp="1"/>
          </p:cNvSpPr>
          <p:nvPr/>
        </p:nvSpPr>
        <p:spPr>
          <a:xfrm xmlns:a="http://schemas.openxmlformats.org/drawingml/2006/main">
            <a:off x="1443039" y="1397610"/>
            <a:ext cx="556022" cy="108000"/>
          </a:xfrm>
          <a:prstGeom xmlns:a="http://schemas.openxmlformats.org/drawingml/2006/main" prst="roundRect">
            <a:avLst>
              <a:gd name="adj" fmla="val 50000"/>
            </a:avLst>
          </a:prstGeom>
          <a:solidFill xmlns:a="http://schemas.openxmlformats.org/drawingml/2006/main">
            <a:srgbClr val="DBE9B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7.xml><?xml version="1.0" encoding="utf-8"?>
<p:sldLayout xmlns:p="http://schemas.openxmlformats.org/presentationml/2006/main" preserve="1" userDrawn="1">
  <p:cSld name="04_SLIDE DE RUPTURE demie page beige">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53641DD8-34E9-4FC9-F923-3A2CCF8EC4DE}"/>
              </a:ext>
            </a:extLst>
          </p:cNvPr>
          <p:cNvSpPr>
            <a:spLocks xmlns:a="http://schemas.openxmlformats.org/drawingml/2006/main" noGrp="1"/>
          </p:cNvSpPr>
          <p:nvPr/>
        </p:nvSpPr>
        <p:spPr>
          <a:xfrm xmlns:a="http://schemas.openxmlformats.org/drawingml/2006/main">
            <a:off x="6810375" y="0"/>
            <a:ext cx="5381624" cy="6858000"/>
          </a:xfrm>
          <a:prstGeom xmlns:a="http://schemas.openxmlformats.org/drawingml/2006/main" prst="rect">
            <a:avLst/>
          </a:prstGeom>
          <a:solidFill xmlns:a="http://schemas.openxmlformats.org/drawingml/2006/main">
            <a:srgbClr val="F9F7E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re 1">
            <a:extLst xmlns:a="http://schemas.openxmlformats.org/drawingml/2006/main">
              <a:ext uri="{FF2B5EF4-FFF2-40B4-BE49-F238E27FC236}">
                <a16:creationId xmlns:a16="http://schemas.microsoft.com/office/drawing/2014/main" id="{4B1C9848-3966-45B9-A813-4A95D4277C50}"/>
              </a:ext>
            </a:extLst>
          </p:cNvPr>
          <p:cNvSpPr>
            <a:spLocks xmlns:a="http://schemas.openxmlformats.org/drawingml/2006/main" noGrp="1"/>
          </p:cNvSpPr>
          <p:nvPr>
            <p:ph type="title" idx="0"/>
          </p:nvPr>
        </p:nvSpPr>
        <p:spPr>
          <a:xfrm xmlns:a="http://schemas.openxmlformats.org/drawingml/2006/main">
            <a:off x="503238" y="365125"/>
            <a:ext cx="6264275" cy="498598"/>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3" name="Espace réservé du pied de page 2">
            <a:extLst xmlns:a="http://schemas.openxmlformats.org/drawingml/2006/main">
              <a:ext uri="{FF2B5EF4-FFF2-40B4-BE49-F238E27FC236}">
                <a16:creationId xmlns:a16="http://schemas.microsoft.com/office/drawing/2014/main" id="{20CBABEC-4B4A-9FD7-2322-0D07DB0B0F81}"/>
              </a:ext>
            </a:extLst>
          </p:cNvPr>
          <p:cNvSpPr>
            <a:spLocks xmlns:a="http://schemas.openxmlformats.org/drawingml/2006/main" noGrp="1"/>
          </p:cNvSpPr>
          <p:nvPr>
            <p:ph type="ftr" idx="10"/>
          </p:nvPr>
        </p:nvSpPr>
        <p:spPr>
          <a:xfrm xmlns:a="http://schemas.openxmlformats.org/drawingml/2006/main">
            <a:off x="6810375" y="6356350"/>
            <a:ext cx="3780411" cy="20005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TITRE DE LA PRESENTATION</a:t>
            </a:r>
          </a:p>
        </p:txBody>
      </p:sp>
      <p:sp>
        <p:nvSpPr>
          <p:cNvPr id="4" name="Espace réservé du numéro de diapositive 3">
            <a:extLst xmlns:a="http://schemas.openxmlformats.org/drawingml/2006/main">
              <a:ext uri="{FF2B5EF4-FFF2-40B4-BE49-F238E27FC236}">
                <a16:creationId xmlns:a16="http://schemas.microsoft.com/office/drawing/2014/main" id="{D25C1CF8-8C27-91EA-41CC-51A1043493AE}"/>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5" name="Espace réservé de la date 4">
            <a:extLst xmlns:a="http://schemas.openxmlformats.org/drawingml/2006/main">
              <a:ext uri="{FF2B5EF4-FFF2-40B4-BE49-F238E27FC236}">
                <a16:creationId xmlns:a16="http://schemas.microsoft.com/office/drawing/2014/main" id="{580D136D-F587-FA93-903D-47DB8367D355}"/>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lgn="r">
              <a:buNone/>
            </a:pPr>
            <a:r>
              <a:rPr>
                <a:solidFill>
                  <a:schemeClr val="tx1"/>
                </a:solidFill>
              </a:rPr>
              <a:t>13/02/2024</a:t>
            </a:r>
          </a:p>
        </p:txBody>
      </p:sp>
      <p:pic>
        <p:nvPicPr>
          <p:cNvPr id="22" name="Image 9"/>
          <p:cNvPicPr>
            <a:picLocks xmlns:a="http://schemas.openxmlformats.org/drawingml/2006/main" noChangeAspect="1"/>
          </p:cNvPicPr>
          <p:nvPr/>
        </p:nvPicPr>
        <p:blipFill>
          <a:blip xmlns:r="http://schemas.openxmlformats.org/officeDocument/2006/relationships" xmlns:a="http://schemas.openxmlformats.org/drawingml/2006/main" r:embed="R9d748ffbd4294ade"/>
          <a:srcRect xmlns:a="http://schemas.openxmlformats.org/drawingml/2006/main" l="0" t="0" r="0" b="0"/>
          <a:stretch xmlns:a="http://schemas.openxmlformats.org/drawingml/2006/main"/>
        </p:blipFill>
        <p:spPr>
          <a:xfrm xmlns:a="http://schemas.openxmlformats.org/drawingml/2006/main">
            <a:off x="11426249" y="6271051"/>
            <a:ext cx="305375" cy="305375"/>
          </a:xfrm>
          <a:prstGeom xmlns:a="http://schemas.openxmlformats.org/drawingml/2006/main" prst="rect">
            <a:avLst/>
          </a:prstGeom>
        </p:spPr>
      </p:pic>
      <p:sp>
        <p:nvSpPr>
          <p:cNvPr id="12" name="Espace réservé du texte 11">
            <a:extLst xmlns:a="http://schemas.openxmlformats.org/drawingml/2006/main">
              <a:ext uri="{FF2B5EF4-FFF2-40B4-BE49-F238E27FC236}">
                <a16:creationId xmlns:a16="http://schemas.microsoft.com/office/drawing/2014/main" id="{A2424668-9586-13F2-00A0-3E54367F4A62}"/>
              </a:ext>
            </a:extLst>
          </p:cNvPr>
          <p:cNvSpPr>
            <a:spLocks xmlns:a="http://schemas.openxmlformats.org/drawingml/2006/main" noGrp="1"/>
          </p:cNvSpPr>
          <p:nvPr>
            <p:ph type="body" idx="13"/>
          </p:nvPr>
        </p:nvSpPr>
        <p:spPr>
          <a:xfrm xmlns:a="http://schemas.openxmlformats.org/drawingml/2006/main">
            <a:off x="7205373" y="365125"/>
            <a:ext cx="4483389" cy="5807075"/>
          </a:xfrm>
        </p:spPr>
        <p:txBody>
          <a:bodyPr xmlns:a="http://schemas.openxmlformats.org/drawingml/2006/main" anchor="ctr">
            <a:noAutofit/>
          </a:bodyPr>
          <a:lstStyle xmlns:a="http://schemas.openxmlformats.org/drawingml/2006/main">
            <a:lvl1pPr marL="0" indent="0" algn="ctr">
              <a:lnSpc>
                <a:spcPct val="100000"/>
              </a:lnSpc>
              <a:spcBef>
                <a:spcPts val="0"/>
              </a:spcBef>
              <a:spcAft>
                <a:spcPts val="2000"/>
              </a:spcAft>
              <a:buFontTx/>
              <a:buNone/>
              <a:defRPr sz="1400">
                <a:solidFill>
                  <a:schemeClr val="tx2"/>
                </a:solidFill>
              </a:defRPr>
            </a:lvl1pPr>
            <a:lvl2pPr algn="ctr">
              <a:lnSpc>
                <a:spcPct val="100000"/>
              </a:lnSpc>
              <a:spcBef>
                <a:spcPts val="0"/>
              </a:spcBef>
              <a:spcAft>
                <a:spcPts val="2000"/>
              </a:spcAft>
              <a:buNone/>
              <a:defRPr>
                <a:solidFill>
                  <a:schemeClr val="tx2"/>
                </a:solidFill>
              </a:defRPr>
            </a:lvl2pPr>
          </a:lstStyle>
          <a:p xmlns:a="http://schemas.openxmlformats.org/drawingml/2006/main">
            <a:pPr lvl="0">
              <a:buNone/>
            </a:pPr>
            <a:r>
              <a:t>Cliquez pour modifier les styles du texte du masque</a:t>
            </a:r>
          </a:p>
          <a:p xmlns:a="http://schemas.openxmlformats.org/drawingml/2006/main">
            <a:pPr lvl="1">
              <a:buNone/>
            </a:pPr>
            <a:endParaRPr/>
          </a:p>
        </p:txBody>
      </p:sp>
      <p:pic>
        <p:nvPicPr>
          <p:cNvPr id="24" name="Image 12"/>
          <p:cNvPicPr>
            <a:picLocks xmlns:a="http://schemas.openxmlformats.org/drawingml/2006/main" noChangeAspect="1"/>
          </p:cNvPicPr>
          <p:nvPr/>
        </p:nvPicPr>
        <p:blipFill>
          <a:blip xmlns:r="http://schemas.openxmlformats.org/officeDocument/2006/relationships" xmlns:a="http://schemas.openxmlformats.org/drawingml/2006/main" r:embed="R8cd5fbe8dad94a4f"/>
          <a:stretch xmlns:a="http://schemas.openxmlformats.org/drawingml/2006/main">
            <a:fillRect l="0" t="0" r="0" b="0"/>
          </a:stretch>
        </p:blipFill>
        <p:spPr>
          <a:xfrm xmlns:a="http://schemas.openxmlformats.org/drawingml/2006/main">
            <a:off x="11426249" y="6271051"/>
            <a:ext cx="305375" cy="305375"/>
          </a:xfrm>
          <a:prstGeom xmlns:a="http://schemas.openxmlformats.org/drawingml/2006/main" prst="rect">
            <a:avLst/>
          </a:prstGeom>
        </p:spPr>
      </p:pic>
      <p:sp>
        <p:nvSpPr>
          <p:cNvPr id="14" name="Espace réservé du texte 13">
            <a:extLst xmlns:a="http://schemas.openxmlformats.org/drawingml/2006/main">
              <a:ext uri="{FF2B5EF4-FFF2-40B4-BE49-F238E27FC236}">
                <a16:creationId xmlns:a16="http://schemas.microsoft.com/office/drawing/2014/main" id="{AA47018E-2BF9-EE09-FC99-2F9EA8AB004C}"/>
              </a:ext>
            </a:extLst>
          </p:cNvPr>
          <p:cNvSpPr>
            <a:spLocks xmlns:a="http://schemas.openxmlformats.org/drawingml/2006/main" noGrp="1"/>
          </p:cNvSpPr>
          <p:nvPr>
            <p:ph type="body" idx="14"/>
          </p:nvPr>
        </p:nvSpPr>
        <p:spPr>
          <a:xfrm xmlns:a="http://schemas.openxmlformats.org/drawingml/2006/main">
            <a:off x="1222375" y="1427163"/>
            <a:ext cx="4694238" cy="4413250"/>
          </a:xfrm>
        </p:spPr>
        <p:txBody>
          <a:bodyPr xmlns:a="http://schemas.openxmlformats.org/drawingml/2006/main"/>
          <a:lstStyle xmlns:a="http://schemas.openxmlformats.org/drawingml/2006/main">
            <a:lvl1pPr>
              <a:buNone/>
              <a:defRPr>
                <a:latin typeface="BNPPSans"/>
                <a:ea typeface="BNPPSans"/>
                <a:cs typeface="BNPPSans"/>
              </a:defRPr>
            </a:lvl1pPr>
            <a:lvl2pPr>
              <a:buNone/>
              <a:defRPr>
                <a:latin typeface="BNPPSans"/>
                <a:ea typeface="BNPPSans"/>
                <a:cs typeface="BNPPSans"/>
              </a:defRPr>
            </a:lvl2pPr>
            <a:lvl3pPr>
              <a:buNone/>
              <a:defRPr>
                <a:latin typeface="BNPPSans"/>
                <a:ea typeface="BNPPSans"/>
                <a:cs typeface="BNPPSans"/>
              </a:defRPr>
            </a:lvl3pPr>
            <a:lvl4pPr>
              <a:buNone/>
              <a:defRPr>
                <a:latin typeface="BNPPSans"/>
                <a:ea typeface="BNPPSans"/>
                <a:cs typeface="BNPPSans"/>
              </a:defRPr>
            </a:lvl4pPr>
            <a:lvl5pPr>
              <a:buNone/>
              <a:defRPr>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Tree>
  </p:cSld>
</p:sldLayout>
</file>

<file path=ppt/slideLayouts/slideLayout38.xml><?xml version="1.0" encoding="utf-8"?>
<p:sldLayout xmlns:p="http://schemas.openxmlformats.org/presentationml/2006/main" preserve="1" userDrawn="1">
  <p:cSld name="04_SLIDE DE RUPTURE demie page vert">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53641DD8-34E9-4FC9-F923-3A2CCF8EC4DE}"/>
              </a:ext>
            </a:extLst>
          </p:cNvPr>
          <p:cNvSpPr>
            <a:spLocks xmlns:a="http://schemas.openxmlformats.org/drawingml/2006/main" noGrp="1"/>
          </p:cNvSpPr>
          <p:nvPr/>
        </p:nvSpPr>
        <p:spPr>
          <a:xfrm xmlns:a="http://schemas.openxmlformats.org/drawingml/2006/main">
            <a:off x="6810375" y="0"/>
            <a:ext cx="5381624" cy="685800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re 1">
            <a:extLst xmlns:a="http://schemas.openxmlformats.org/drawingml/2006/main">
              <a:ext uri="{FF2B5EF4-FFF2-40B4-BE49-F238E27FC236}">
                <a16:creationId xmlns:a16="http://schemas.microsoft.com/office/drawing/2014/main" id="{4B1C9848-3966-45B9-A813-4A95D4277C50}"/>
              </a:ext>
            </a:extLst>
          </p:cNvPr>
          <p:cNvSpPr>
            <a:spLocks xmlns:a="http://schemas.openxmlformats.org/drawingml/2006/main" noGrp="1"/>
          </p:cNvSpPr>
          <p:nvPr>
            <p:ph type="title" idx="0"/>
          </p:nvPr>
        </p:nvSpPr>
        <p:spPr>
          <a:xfrm xmlns:a="http://schemas.openxmlformats.org/drawingml/2006/main">
            <a:off x="503238" y="365125"/>
            <a:ext cx="6264275" cy="498598"/>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3" name="Espace réservé du pied de page 2">
            <a:extLst xmlns:a="http://schemas.openxmlformats.org/drawingml/2006/main">
              <a:ext uri="{FF2B5EF4-FFF2-40B4-BE49-F238E27FC236}">
                <a16:creationId xmlns:a16="http://schemas.microsoft.com/office/drawing/2014/main" id="{20CBABEC-4B4A-9FD7-2322-0D07DB0B0F81}"/>
              </a:ext>
            </a:extLst>
          </p:cNvPr>
          <p:cNvSpPr>
            <a:spLocks xmlns:a="http://schemas.openxmlformats.org/drawingml/2006/main" noGrp="1"/>
          </p:cNvSpPr>
          <p:nvPr>
            <p:ph type="ftr" idx="10"/>
          </p:nvPr>
        </p:nvSpPr>
        <p:spPr>
          <a:xfrm xmlns:a="http://schemas.openxmlformats.org/drawingml/2006/main">
            <a:off x="6810375" y="6356350"/>
            <a:ext cx="3780411" cy="20005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TITRE DE LA PRESENTATION</a:t>
            </a:r>
          </a:p>
        </p:txBody>
      </p:sp>
      <p:sp>
        <p:nvSpPr>
          <p:cNvPr id="4" name="Espace réservé du numéro de diapositive 3">
            <a:extLst xmlns:a="http://schemas.openxmlformats.org/drawingml/2006/main">
              <a:ext uri="{FF2B5EF4-FFF2-40B4-BE49-F238E27FC236}">
                <a16:creationId xmlns:a16="http://schemas.microsoft.com/office/drawing/2014/main" id="{D25C1CF8-8C27-91EA-41CC-51A1043493AE}"/>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p xmlns:a="http://schemas.openxmlformats.org/drawingml/2006/main">
            <a:fld id="{C2C60FDE-1165-44E8-A8DD-A2C7EC5E5E50}" type="slidenum">
              <a:t>‹#›</a:t>
            </a:fld>
            <a:endParaRPr/>
          </a:p>
        </p:txBody>
      </p:sp>
      <p:sp>
        <p:nvSpPr>
          <p:cNvPr id="5" name="Espace réservé de la date 4">
            <a:extLst xmlns:a="http://schemas.openxmlformats.org/drawingml/2006/main">
              <a:ext uri="{FF2B5EF4-FFF2-40B4-BE49-F238E27FC236}">
                <a16:creationId xmlns:a16="http://schemas.microsoft.com/office/drawing/2014/main" id="{580D136D-F587-FA93-903D-47DB8367D355}"/>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lgn="r">
              <a:buNone/>
            </a:pPr>
            <a:r>
              <a:t>13/02/2024</a:t>
            </a: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d92c884321a841cf"/>
          <a:srcRect xmlns:a="http://schemas.openxmlformats.org/drawingml/2006/main" l="0" t="0" r="0" b="0"/>
          <a:stretch xmlns:a="http://schemas.openxmlformats.org/drawingml/2006/main"/>
        </p:blipFill>
        <p:spPr>
          <a:xfrm xmlns:a="http://schemas.openxmlformats.org/drawingml/2006/main">
            <a:off x="11426249" y="6271051"/>
            <a:ext cx="305375" cy="305375"/>
          </a:xfrm>
          <a:prstGeom xmlns:a="http://schemas.openxmlformats.org/drawingml/2006/main" prst="rect">
            <a:avLst/>
          </a:prstGeom>
        </p:spPr>
      </p:pic>
      <p:sp>
        <p:nvSpPr>
          <p:cNvPr id="12" name="Espace réservé du texte 11">
            <a:extLst xmlns:a="http://schemas.openxmlformats.org/drawingml/2006/main">
              <a:ext uri="{FF2B5EF4-FFF2-40B4-BE49-F238E27FC236}">
                <a16:creationId xmlns:a16="http://schemas.microsoft.com/office/drawing/2014/main" id="{A2424668-9586-13F2-00A0-3E54367F4A62}"/>
              </a:ext>
            </a:extLst>
          </p:cNvPr>
          <p:cNvSpPr>
            <a:spLocks xmlns:a="http://schemas.openxmlformats.org/drawingml/2006/main" noGrp="1"/>
          </p:cNvSpPr>
          <p:nvPr>
            <p:ph type="body" idx="13"/>
          </p:nvPr>
        </p:nvSpPr>
        <p:spPr>
          <a:xfrm xmlns:a="http://schemas.openxmlformats.org/drawingml/2006/main">
            <a:off x="7205373" y="365125"/>
            <a:ext cx="4483389" cy="5807075"/>
          </a:xfrm>
        </p:spPr>
        <p:txBody>
          <a:bodyPr xmlns:a="http://schemas.openxmlformats.org/drawingml/2006/main" anchor="ctr">
            <a:noAutofit/>
          </a:bodyPr>
          <a:lstStyle xmlns:a="http://schemas.openxmlformats.org/drawingml/2006/main">
            <a:lvl1pPr marL="0" indent="0" algn="ctr">
              <a:lnSpc>
                <a:spcPct val="100000"/>
              </a:lnSpc>
              <a:spcBef>
                <a:spcPts val="0"/>
              </a:spcBef>
              <a:spcAft>
                <a:spcPts val="2000"/>
              </a:spcAft>
              <a:buFontTx/>
              <a:buNone/>
              <a:defRPr sz="1400">
                <a:solidFill>
                  <a:schemeClr val="bg1"/>
                </a:solidFill>
              </a:defRPr>
            </a:lvl1pPr>
            <a:lvl2pPr algn="ctr">
              <a:lnSpc>
                <a:spcPct val="100000"/>
              </a:lnSpc>
              <a:spcBef>
                <a:spcPts val="0"/>
              </a:spcBef>
              <a:spcAft>
                <a:spcPts val="2000"/>
              </a:spcAft>
              <a:buNone/>
              <a:defRPr>
                <a:solidFill>
                  <a:schemeClr val="bg1"/>
                </a:solidFill>
              </a:defRPr>
            </a:lvl2pPr>
          </a:lstStyle>
          <a:p xmlns:a="http://schemas.openxmlformats.org/drawingml/2006/main">
            <a:pPr lvl="0">
              <a:buNone/>
            </a:pPr>
            <a:r>
              <a:t>Cliquez pour modifier les styles du texte du masque</a:t>
            </a:r>
          </a:p>
          <a:p xmlns:a="http://schemas.openxmlformats.org/drawingml/2006/main">
            <a:pPr lvl="1">
              <a:buNone/>
            </a:pPr>
            <a:endParaRPr/>
          </a:p>
        </p:txBody>
      </p:sp>
      <p:sp>
        <p:nvSpPr>
          <p:cNvPr id="14" name="Espace réservé du texte 13">
            <a:extLst xmlns:a="http://schemas.openxmlformats.org/drawingml/2006/main">
              <a:ext uri="{FF2B5EF4-FFF2-40B4-BE49-F238E27FC236}">
                <a16:creationId xmlns:a16="http://schemas.microsoft.com/office/drawing/2014/main" id="{5898612D-9F99-8143-EAD4-8155D073ADD2}"/>
              </a:ext>
            </a:extLst>
          </p:cNvPr>
          <p:cNvSpPr>
            <a:spLocks xmlns:a="http://schemas.openxmlformats.org/drawingml/2006/main" noGrp="1"/>
          </p:cNvSpPr>
          <p:nvPr>
            <p:ph type="body" idx="14"/>
          </p:nvPr>
        </p:nvSpPr>
        <p:spPr>
          <a:xfrm xmlns:a="http://schemas.openxmlformats.org/drawingml/2006/main">
            <a:off x="1222375" y="1427163"/>
            <a:ext cx="4694238" cy="4413250"/>
          </a:xfrm>
        </p:spPr>
        <p:txBody>
          <a:bodyPr xmlns:a="http://schemas.openxmlformats.org/drawingml/2006/main"/>
          <a:lstStyle xmlns:a="http://schemas.openxmlformats.org/drawingml/2006/main">
            <a:lvl1pPr>
              <a:buNone/>
              <a:defRPr>
                <a:latin typeface="BNPPSans"/>
                <a:ea typeface="BNPPSans"/>
                <a:cs typeface="BNPPSans"/>
              </a:defRPr>
            </a:lvl1pPr>
            <a:lvl2pPr>
              <a:buNone/>
              <a:defRPr>
                <a:latin typeface="BNPPSans"/>
                <a:ea typeface="BNPPSans"/>
                <a:cs typeface="BNPPSans"/>
              </a:defRPr>
            </a:lvl2pPr>
            <a:lvl3pPr>
              <a:buNone/>
              <a:defRPr>
                <a:latin typeface="BNPPSans"/>
                <a:ea typeface="BNPPSans"/>
                <a:cs typeface="BNPPSans"/>
              </a:defRPr>
            </a:lvl3pPr>
            <a:lvl4pPr>
              <a:buNone/>
              <a:defRPr>
                <a:latin typeface="BNPPSans"/>
                <a:ea typeface="BNPPSans"/>
                <a:cs typeface="BNPPSans"/>
              </a:defRPr>
            </a:lvl4pPr>
            <a:lvl5pPr>
              <a:buNone/>
              <a:defRPr>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Tree>
  </p:cSld>
</p:sldLayout>
</file>

<file path=ppt/slideLayouts/slideLayout39.xml><?xml version="1.0" encoding="utf-8"?>
<p:sldLayout xmlns:p="http://schemas.openxmlformats.org/presentationml/2006/main" userDrawn="1">
  <p:cSld name="Titre + Sous-titre + Contenus">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D2198E01-35FC-E01B-C3D8-2D82B9887C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3" name="Espace réservé du contenu 2">
            <a:extLst xmlns:a="http://schemas.openxmlformats.org/drawingml/2006/main">
              <a:ext uri="{FF2B5EF4-FFF2-40B4-BE49-F238E27FC236}">
                <a16:creationId xmlns:a16="http://schemas.microsoft.com/office/drawing/2014/main" id="{63565173-D284-92A5-538F-F46EC0CA611C}"/>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None/>
              <a:defRPr>
                <a:latin typeface="BNPPSans"/>
                <a:ea typeface="BNPPSans"/>
                <a:cs typeface="BNPPSans"/>
              </a:defRPr>
            </a:lvl1pPr>
            <a:lvl2pPr>
              <a:buNone/>
              <a:defRPr>
                <a:latin typeface="BNPPSans"/>
                <a:ea typeface="BNPPSans"/>
                <a:cs typeface="BNPPSans"/>
              </a:defRPr>
            </a:lvl2pPr>
            <a:lvl3pPr>
              <a:buNone/>
              <a:defRPr>
                <a:latin typeface="BNPPSans"/>
                <a:ea typeface="BNPPSans"/>
                <a:cs typeface="BNPPSans"/>
              </a:defRPr>
            </a:lvl3pPr>
            <a:lvl4pPr>
              <a:buNone/>
              <a:defRPr>
                <a:latin typeface="BNPPSans"/>
                <a:ea typeface="BNPPSans"/>
                <a:cs typeface="BNPPSans"/>
              </a:defRPr>
            </a:lvl4pPr>
            <a:lvl5pPr>
              <a:buNone/>
              <a:defRPr>
                <a:latin typeface="BNPPSans"/>
                <a:ea typeface="BNPPSans"/>
                <a:cs typeface="BNPPSans"/>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p>
        </p:txBody>
      </p:sp>
      <p:sp>
        <p:nvSpPr>
          <p:cNvPr id="4" name="Espace réservé de la date 3">
            <a:extLst xmlns:a="http://schemas.openxmlformats.org/drawingml/2006/main">
              <a:ext uri="{FF2B5EF4-FFF2-40B4-BE49-F238E27FC236}">
                <a16:creationId xmlns:a16="http://schemas.microsoft.com/office/drawing/2014/main" id="{6828F936-5221-B3D7-6C7A-2B568E7B3C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C05D5F-019D-4458-BFEE-97D5C9F70C5D}" type="datetime1">
              <a:t>21/08/2026</a:t>
            </a:fld>
            <a:endParaRPr/>
          </a:p>
        </p:txBody>
      </p:sp>
      <p:sp>
        <p:nvSpPr>
          <p:cNvPr id="5" name="Espace réservé du pied de page 4">
            <a:extLst xmlns:a="http://schemas.openxmlformats.org/drawingml/2006/main">
              <a:ext uri="{FF2B5EF4-FFF2-40B4-BE49-F238E27FC236}">
                <a16:creationId xmlns:a16="http://schemas.microsoft.com/office/drawing/2014/main" id="{C75CC743-6DB4-7743-828E-3D6C5FA4D7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Titre de la présentation</a:t>
            </a:r>
          </a:p>
        </p:txBody>
      </p:sp>
      <p:sp>
        <p:nvSpPr>
          <p:cNvPr id="6" name="Espace réservé du numéro de diapositive 5">
            <a:extLst xmlns:a="http://schemas.openxmlformats.org/drawingml/2006/main">
              <a:ext uri="{FF2B5EF4-FFF2-40B4-BE49-F238E27FC236}">
                <a16:creationId xmlns:a16="http://schemas.microsoft.com/office/drawing/2014/main" id="{CA81371B-EE69-E83D-3574-75AA74404050}"/>
              </a:ext>
            </a:extLst>
          </p:cNvPr>
          <p:cNvSpPr>
            <a:spLocks xmlns:a="http://schemas.openxmlformats.org/drawingml/2006/main" noGrp="1"/>
          </p:cNvSpPr>
          <p:nvPr>
            <p:ph type="sldNum" idx="12"/>
          </p:nvPr>
        </p:nvSpPr>
        <p:spPr>
          <a:xfrm xmlns:a="http://schemas.openxmlformats.org/drawingml/2006/main">
            <a:off x="5923517" y="6346492"/>
            <a:ext cx="344966" cy="20005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12EA5F4A-9FB0-4812-AB35-92F9E0180226}" type="slidenum">
              <a:t>‹#›</a:t>
            </a:fld>
            <a:endParaRPr/>
          </a:p>
        </p:txBody>
      </p:sp>
      <p:sp>
        <p:nvSpPr>
          <p:cNvPr id="7" name="Espace réservé du texte 6">
            <a:extLst xmlns:a="http://schemas.openxmlformats.org/drawingml/2006/main">
              <a:ext uri="{FF2B5EF4-FFF2-40B4-BE49-F238E27FC236}">
                <a16:creationId xmlns:a16="http://schemas.microsoft.com/office/drawing/2014/main" id="{37B7CA80-05B9-B086-BCF3-7A662021DE5B}"/>
              </a:ext>
            </a:extLst>
          </p:cNvPr>
          <p:cNvSpPr>
            <a:spLocks xmlns:a="http://schemas.openxmlformats.org/drawingml/2006/main" noGrp="1"/>
          </p:cNvSpPr>
          <p:nvPr>
            <p:ph type="body" idx="13" hasCustomPrompt="1"/>
          </p:nvPr>
        </p:nvSpPr>
        <p:spPr>
          <a:xfrm xmlns:a="http://schemas.openxmlformats.org/drawingml/2006/main">
            <a:off x="635000" y="1328779"/>
            <a:ext cx="10922000" cy="221599"/>
          </a:xfrm>
        </p:spPr>
        <p:txBody>
          <a:bodyPr xmlns:a="http://schemas.openxmlformats.org/drawingml/2006/main"/>
          <a:lstStyle xmlns:a="http://schemas.openxmlformats.org/drawingml/2006/main">
            <a:lvl1pPr>
              <a:spcBef>
                <a:spcPts val="0"/>
              </a:spcBef>
              <a:buNone/>
              <a:defRPr sz="1600" b="0">
                <a:solidFill>
                  <a:schemeClr val="tx1"/>
                </a:solidFill>
              </a:defRPr>
            </a:lvl1pPr>
          </a:lstStyle>
          <a:p xmlns:a="http://schemas.openxmlformats.org/drawingml/2006/main">
            <a:pPr lvl="0">
              <a:buNone/>
            </a:pPr>
            <a:r>
              <a:t>Modifiez le style du sous-titre </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011aa53d8f0042d6" /><Relationship Type="http://schemas.openxmlformats.org/officeDocument/2006/relationships/theme" Target="/ppt/slideMasters/theme/theme2.xml" Id="R5926c011c5724ac1" /><Relationship Type="http://schemas.openxmlformats.org/officeDocument/2006/relationships/slideLayout" Target="/ppt/slideLayouts/slideLayout1.xml" Id="Rfe95db0057234680" /><Relationship Type="http://schemas.openxmlformats.org/officeDocument/2006/relationships/slideLayout" Target="/ppt/slideLayouts/slideLayout2.xml" Id="R63d02abbe09e4104" /><Relationship Type="http://schemas.openxmlformats.org/officeDocument/2006/relationships/slideLayout" Target="/ppt/slideLayouts/slideLayout3.xml" Id="R2327e1b238f54ce8" /><Relationship Type="http://schemas.openxmlformats.org/officeDocument/2006/relationships/slideLayout" Target="/ppt/slideLayouts/slideLayout4.xml" Id="Rf2d48582de29496f" /><Relationship Type="http://schemas.openxmlformats.org/officeDocument/2006/relationships/slideLayout" Target="/ppt/slideLayouts/slideLayout5.xml" Id="R2a772436bb954053" /><Relationship Type="http://schemas.openxmlformats.org/officeDocument/2006/relationships/slideLayout" Target="/ppt/slideLayouts/slideLayout6.xml" Id="Rea7f4c1c6dc14e5b" /><Relationship Type="http://schemas.openxmlformats.org/officeDocument/2006/relationships/slideLayout" Target="/ppt/slideLayouts/slideLayout7.xml" Id="R67ea29b626e14e71" /><Relationship Type="http://schemas.openxmlformats.org/officeDocument/2006/relationships/slideLayout" Target="/ppt/slideLayouts/slideLayout8.xml" Id="Raa3b4887a9bf4ac5" /><Relationship Type="http://schemas.openxmlformats.org/officeDocument/2006/relationships/slideLayout" Target="/ppt/slideLayouts/slideLayout9.xml" Id="R71545a1fb3e846dc" /><Relationship Type="http://schemas.openxmlformats.org/officeDocument/2006/relationships/slideLayout" Target="/ppt/slideLayouts/slideLayout10.xml" Id="R83acf6b849b64f2a" /><Relationship Type="http://schemas.openxmlformats.org/officeDocument/2006/relationships/slideLayout" Target="/ppt/slideLayouts/slideLayout11.xml" Id="Rda06ea275e344acb" /><Relationship Type="http://schemas.openxmlformats.org/officeDocument/2006/relationships/slideLayout" Target="/ppt/slideLayouts/slideLayout12.xml" Id="Rc641ded08c7841b3" /><Relationship Type="http://schemas.openxmlformats.org/officeDocument/2006/relationships/slideLayout" Target="/ppt/slideLayouts/slideLayout13.xml" Id="Raeb487795ca54163" /><Relationship Type="http://schemas.openxmlformats.org/officeDocument/2006/relationships/slideLayout" Target="/ppt/slideLayouts/slideLayout14.xml" Id="R53b6f0cb176e410a" /><Relationship Type="http://schemas.openxmlformats.org/officeDocument/2006/relationships/slideLayout" Target="/ppt/slideLayouts/slideLayout15.xml" Id="R7417902c66284139" /><Relationship Type="http://schemas.openxmlformats.org/officeDocument/2006/relationships/slideLayout" Target="/ppt/slideLayouts/slideLayout16.xml" Id="R5f9dacbd317748e4" /><Relationship Type="http://schemas.openxmlformats.org/officeDocument/2006/relationships/slideLayout" Target="/ppt/slideLayouts/slideLayout17.xml" Id="R070578edd99e4248" /><Relationship Type="http://schemas.openxmlformats.org/officeDocument/2006/relationships/slideLayout" Target="/ppt/slideLayouts/slideLayout18.xml" Id="R683c6396b2ad4038" /><Relationship Type="http://schemas.openxmlformats.org/officeDocument/2006/relationships/slideLayout" Target="/ppt/slideLayouts/slideLayout19.xml" Id="R0eb413131cbf4daa" /><Relationship Type="http://schemas.openxmlformats.org/officeDocument/2006/relationships/slideLayout" Target="/ppt/slideLayouts/slideLayout20.xml" Id="R29ba242f1f4b43c8" /><Relationship Type="http://schemas.openxmlformats.org/officeDocument/2006/relationships/slideLayout" Target="/ppt/slideLayouts/slideLayout21.xml" Id="R7d0cb680dbc34678" /><Relationship Type="http://schemas.openxmlformats.org/officeDocument/2006/relationships/slideLayout" Target="/ppt/slideLayouts/slideLayout22.xml" Id="Re5f01e54d1704afb" /><Relationship Type="http://schemas.openxmlformats.org/officeDocument/2006/relationships/slideLayout" Target="/ppt/slideLayouts/slideLayout23.xml" Id="R582f042319c34bb9" /><Relationship Type="http://schemas.openxmlformats.org/officeDocument/2006/relationships/slideLayout" Target="/ppt/slideLayouts/slideLayout24.xml" Id="Rd5897aef14cf4a96" /><Relationship Type="http://schemas.openxmlformats.org/officeDocument/2006/relationships/slideLayout" Target="/ppt/slideLayouts/slideLayout25.xml" Id="Rd0d927e9df0a46e1" /></Relationships>
</file>

<file path=ppt/slideMasters/_rels/slideMaster2.xml.rels>&#65279;<?xml version="1.0" encoding="utf-8"?><Relationships xmlns="http://schemas.openxmlformats.org/package/2006/relationships"><Relationship Type="http://schemas.openxmlformats.org/officeDocument/2006/relationships/image" Target="/ppt/media/image.png" Id="Rbf49365fcfe94042" /><Relationship Type="http://schemas.openxmlformats.org/officeDocument/2006/relationships/image" Target="/ppt/media/image2.png" Id="R731de4018589439e" /><Relationship Type="http://schemas.openxmlformats.org/officeDocument/2006/relationships/theme" Target="/ppt/slideMasters/theme/theme3.xml" Id="R12f1e20914ac499c" /><Relationship Type="http://schemas.openxmlformats.org/officeDocument/2006/relationships/slideLayout" Target="/ppt/slideLayouts/slideLayout26.xml" Id="Rcdb3bf08e1b04d76" /><Relationship Type="http://schemas.openxmlformats.org/officeDocument/2006/relationships/slideLayout" Target="/ppt/slideLayouts/slideLayout27.xml" Id="Rab613e1389a144ef" /><Relationship Type="http://schemas.openxmlformats.org/officeDocument/2006/relationships/slideLayout" Target="/ppt/slideLayouts/slideLayout28.xml" Id="R5e2f85dcb99f44b2" /><Relationship Type="http://schemas.openxmlformats.org/officeDocument/2006/relationships/slideLayout" Target="/ppt/slideLayouts/slideLayout29.xml" Id="R17a82409a75e4e1e" /><Relationship Type="http://schemas.openxmlformats.org/officeDocument/2006/relationships/slideLayout" Target="/ppt/slideLayouts/slideLayout30.xml" Id="R8abc4f4104e7468a" /><Relationship Type="http://schemas.openxmlformats.org/officeDocument/2006/relationships/slideLayout" Target="/ppt/slideLayouts/slideLayout31.xml" Id="R44a6457806de4387" /><Relationship Type="http://schemas.openxmlformats.org/officeDocument/2006/relationships/slideLayout" Target="/ppt/slideLayouts/slideLayout32.xml" Id="Rc58b6b5218c44c96" /><Relationship Type="http://schemas.openxmlformats.org/officeDocument/2006/relationships/slideLayout" Target="/ppt/slideLayouts/slideLayout33.xml" Id="R428363f8c68e4018" /><Relationship Type="http://schemas.openxmlformats.org/officeDocument/2006/relationships/slideLayout" Target="/ppt/slideLayouts/slideLayout34.xml" Id="Rea06088397774aa0" /><Relationship Type="http://schemas.openxmlformats.org/officeDocument/2006/relationships/slideLayout" Target="/ppt/slideLayouts/slideLayout35.xml" Id="Rdf811abb5e044652" /><Relationship Type="http://schemas.openxmlformats.org/officeDocument/2006/relationships/slideLayout" Target="/ppt/slideLayouts/slideLayout36.xml" Id="R59a57dc12004485f" /><Relationship Type="http://schemas.openxmlformats.org/officeDocument/2006/relationships/slideLayout" Target="/ppt/slideLayouts/slideLayout37.xml" Id="R78ea709f267e4e8a" /><Relationship Type="http://schemas.openxmlformats.org/officeDocument/2006/relationships/slideLayout" Target="/ppt/slideLayouts/slideLayout38.xml" Id="Rb265b794819a46ac" /><Relationship Type="http://schemas.openxmlformats.org/officeDocument/2006/relationships/slideLayout" Target="/ppt/slideLayouts/slideLayout39.xml" Id="Rb3e1e8e5043c4647"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Espace réservé du titre 1">
            <a:extLst xmlns:a="http://schemas.openxmlformats.org/drawingml/2006/main">
              <a:ext uri="{FF2B5EF4-FFF2-40B4-BE49-F238E27FC236}">
                <a16:creationId xmlns:a16="http://schemas.microsoft.com/office/drawing/2014/main" id="{7AEFC786-02F2-4383-E330-DFE7782E355C}"/>
              </a:ext>
            </a:extLst>
          </p:cNvPr>
          <p:cNvSpPr>
            <a:spLocks xmlns:a="http://schemas.openxmlformats.org/drawingml/2006/main" noGrp="1"/>
          </p:cNvSpPr>
          <p:nvPr>
            <p:ph type="title" idx="0"/>
          </p:nvPr>
        </p:nvSpPr>
        <p:spPr>
          <a:xfrm xmlns:a="http://schemas.openxmlformats.org/drawingml/2006/main">
            <a:off x="634998" y="752475"/>
            <a:ext cx="10922004" cy="492443"/>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Modifiez le style du titre</a:t>
            </a:r>
          </a:p>
        </p:txBody>
      </p:sp>
      <p:sp>
        <p:nvSpPr>
          <p:cNvPr id="85" name="Rectangle 84">
            <a:extLst xmlns:a="http://schemas.openxmlformats.org/drawingml/2006/main">
              <a:ext uri="{FF2B5EF4-FFF2-40B4-BE49-F238E27FC236}">
                <a16:creationId xmlns:a16="http://schemas.microsoft.com/office/drawing/2014/main" id="{A6320F38-0ADC-3F57-BDB8-E3EDC4DD5F8A}"/>
              </a:ext>
            </a:extLst>
          </p:cNvPr>
          <p:cNvSpPr>
            <a:spLocks xmlns:a="http://schemas.openxmlformats.org/drawingml/2006/main" noGrp="1"/>
          </p:cNvSpPr>
          <p:nvPr/>
        </p:nvSpPr>
        <p:spPr>
          <a:xfrm xmlns:a="http://schemas.openxmlformats.org/drawingml/2006/main">
            <a:off x="0" y="6035040"/>
            <a:ext cx="12191999" cy="8229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Espace réservé du pied de page 4">
            <a:extLst xmlns:a="http://schemas.openxmlformats.org/drawingml/2006/main">
              <a:ext uri="{FF2B5EF4-FFF2-40B4-BE49-F238E27FC236}">
                <a16:creationId xmlns:a16="http://schemas.microsoft.com/office/drawing/2014/main" id="{4AA60949-C439-A23C-1F67-1FDAE0C3D3AC}"/>
              </a:ext>
            </a:extLst>
          </p:cNvPr>
          <p:cNvSpPr>
            <a:spLocks xmlns:a="http://schemas.openxmlformats.org/drawingml/2006/main" noGrp="1"/>
          </p:cNvSpPr>
          <p:nvPr>
            <p:ph type="ftr" idx="3"/>
          </p:nvPr>
        </p:nvSpPr>
        <p:spPr>
          <a:xfrm xmlns:a="http://schemas.openxmlformats.org/drawingml/2006/main" rot="10800000" flipH="1" flipV="1">
            <a:off x="8327623" y="6369576"/>
            <a:ext cx="2114140" cy="153888"/>
          </a:xfrm>
          <a:prstGeom xmlns:a="http://schemas.openxmlformats.org/drawingml/2006/main" prst="rect">
            <a:avLst/>
          </a:prstGeom>
        </p:spPr>
        <p:txBody>
          <a:bodyPr xmlns:a="http://schemas.openxmlformats.org/drawingml/2006/main" vert="horz" wrap="square" lIns="0" tIns="0" rIns="0" bIns="0" anchor="ctr">
            <a:noAutofit/>
          </a:bodyPr>
          <a:lstStyle xmlns:a="http://schemas.openxmlformats.org/drawingml/2006/main">
            <a:lvl1pPr algn="r">
              <a:buNone/>
              <a:defRPr sz="700" cap="all" baseline="0">
                <a:solidFill>
                  <a:schemeClr val="tx1"/>
                </a:solidFill>
              </a:defRPr>
            </a:lvl1pPr>
          </a:lstStyle>
          <a:p xmlns:a="http://schemas.openxmlformats.org/drawingml/2006/main">
            <a:r>
              <a:t>Titre de la présentation</a:t>
            </a:r>
          </a:p>
        </p:txBody>
      </p:sp>
      <p:sp>
        <p:nvSpPr>
          <p:cNvPr id="4" name="Espace réservé de la date 3">
            <a:extLst xmlns:a="http://schemas.openxmlformats.org/drawingml/2006/main">
              <a:ext uri="{FF2B5EF4-FFF2-40B4-BE49-F238E27FC236}">
                <a16:creationId xmlns:a16="http://schemas.microsoft.com/office/drawing/2014/main" id="{A5A5286F-5BB7-E8AC-7052-9ABD8DBB29D6}"/>
              </a:ext>
            </a:extLst>
          </p:cNvPr>
          <p:cNvSpPr>
            <a:spLocks xmlns:a="http://schemas.openxmlformats.org/drawingml/2006/main" noGrp="1"/>
          </p:cNvSpPr>
          <p:nvPr>
            <p:ph type="dt" idx="2"/>
          </p:nvPr>
        </p:nvSpPr>
        <p:spPr>
          <a:xfrm xmlns:a="http://schemas.openxmlformats.org/drawingml/2006/main">
            <a:off x="10594460" y="6369576"/>
            <a:ext cx="448841" cy="153888"/>
          </a:xfrm>
          <a:prstGeom xmlns:a="http://schemas.openxmlformats.org/drawingml/2006/main" prst="rect">
            <a:avLst/>
          </a:prstGeom>
        </p:spPr>
        <p:txBody>
          <a:bodyPr xmlns:a="http://schemas.openxmlformats.org/drawingml/2006/main" vert="horz" wrap="square" lIns="0" tIns="0" rIns="0" bIns="0" anchor="ctr">
            <a:noAutofit/>
          </a:bodyPr>
          <a:lstStyle xmlns:a="http://schemas.openxmlformats.org/drawingml/2006/main">
            <a:lvl1pPr algn="l">
              <a:buNone/>
              <a:defRPr sz="700">
                <a:solidFill>
                  <a:schemeClr val="tx1"/>
                </a:solidFill>
              </a:defRPr>
            </a:lvl1pPr>
          </a:lstStyle>
          <a:p xmlns:a="http://schemas.openxmlformats.org/drawingml/2006/main">
            <a:fld id="{2DF9B93F-5A2C-4BE4-8E2B-05CA4746F95D}" type="datetime1">
              <a:t>21/08/2026</a:t>
            </a:fld>
            <a:endParaRPr/>
          </a:p>
        </p:txBody>
      </p:sp>
      <p:sp>
        <p:nvSpPr>
          <p:cNvPr id="3" name="Espace réservé du texte 2">
            <a:extLst xmlns:a="http://schemas.openxmlformats.org/drawingml/2006/main">
              <a:ext uri="{FF2B5EF4-FFF2-40B4-BE49-F238E27FC236}">
                <a16:creationId xmlns:a16="http://schemas.microsoft.com/office/drawing/2014/main" id="{88B1C8CF-2AC0-BB00-BB15-07A59BAA5FA6}"/>
              </a:ext>
            </a:extLst>
          </p:cNvPr>
          <p:cNvSpPr>
            <a:spLocks xmlns:a="http://schemas.openxmlformats.org/drawingml/2006/main" noGrp="1"/>
          </p:cNvSpPr>
          <p:nvPr>
            <p:ph type="body" idx="1"/>
          </p:nvPr>
        </p:nvSpPr>
        <p:spPr>
          <a:xfrm xmlns:a="http://schemas.openxmlformats.org/drawingml/2006/main">
            <a:off x="634998" y="2038962"/>
            <a:ext cx="10922004" cy="1225977"/>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p>
        </p:txBody>
      </p:sp>
      <p:sp>
        <p:nvSpPr>
          <p:cNvPr id="36" name="Forme libre : forme 35">
            <a:extLst xmlns:a="http://schemas.openxmlformats.org/drawingml/2006/main">
              <a:ext uri="{FF2B5EF4-FFF2-40B4-BE49-F238E27FC236}">
                <a16:creationId xmlns:a16="http://schemas.microsoft.com/office/drawing/2014/main" id="{8875125C-15CB-421F-745B-A6883CC420AC}"/>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orme libre : forme 36">
            <a:extLst xmlns:a="http://schemas.openxmlformats.org/drawingml/2006/main">
              <a:ext uri="{FF2B5EF4-FFF2-40B4-BE49-F238E27FC236}">
                <a16:creationId xmlns:a16="http://schemas.microsoft.com/office/drawing/2014/main" id="{1567FACC-4EE5-56DC-0890-44F5B78836E8}"/>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orme libre : forme 37">
            <a:extLst xmlns:a="http://schemas.openxmlformats.org/drawingml/2006/main">
              <a:ext uri="{FF2B5EF4-FFF2-40B4-BE49-F238E27FC236}">
                <a16:creationId xmlns:a16="http://schemas.microsoft.com/office/drawing/2014/main" id="{42BB029F-FC15-ACD6-C428-844697218DBB}"/>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orme libre : forme 38">
            <a:extLst xmlns:a="http://schemas.openxmlformats.org/drawingml/2006/main">
              <a:ext uri="{FF2B5EF4-FFF2-40B4-BE49-F238E27FC236}">
                <a16:creationId xmlns:a16="http://schemas.microsoft.com/office/drawing/2014/main" id="{D1FC7BDC-760E-639E-4732-495F1ACEB189}"/>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orme libre : forme 39">
            <a:extLst xmlns:a="http://schemas.openxmlformats.org/drawingml/2006/main">
              <a:ext uri="{FF2B5EF4-FFF2-40B4-BE49-F238E27FC236}">
                <a16:creationId xmlns:a16="http://schemas.microsoft.com/office/drawing/2014/main" id="{921232EB-69AE-7B77-512F-D56728DF5689}"/>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1" name="Forme libre : forme 40">
            <a:extLst xmlns:a="http://schemas.openxmlformats.org/drawingml/2006/main">
              <a:ext uri="{FF2B5EF4-FFF2-40B4-BE49-F238E27FC236}">
                <a16:creationId xmlns:a16="http://schemas.microsoft.com/office/drawing/2014/main" id="{B4DC3111-F137-8B46-7394-CB39DAD1FF94}"/>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2" name="Forme libre : forme 41">
            <a:extLst xmlns:a="http://schemas.openxmlformats.org/drawingml/2006/main">
              <a:ext uri="{FF2B5EF4-FFF2-40B4-BE49-F238E27FC236}">
                <a16:creationId xmlns:a16="http://schemas.microsoft.com/office/drawing/2014/main" id="{B383C007-3B25-F8EC-BF52-C00AC66253CB}"/>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orme libre : forme 42">
            <a:extLst xmlns:a="http://schemas.openxmlformats.org/drawingml/2006/main">
              <a:ext uri="{FF2B5EF4-FFF2-40B4-BE49-F238E27FC236}">
                <a16:creationId xmlns:a16="http://schemas.microsoft.com/office/drawing/2014/main" id="{7299E024-604D-330C-5710-B1BAD4756E04}"/>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orme libre : forme 43">
            <a:extLst xmlns:a="http://schemas.openxmlformats.org/drawingml/2006/main">
              <a:ext uri="{FF2B5EF4-FFF2-40B4-BE49-F238E27FC236}">
                <a16:creationId xmlns:a16="http://schemas.microsoft.com/office/drawing/2014/main" id="{DF018550-E5E8-2D4E-7ECB-A9CF40C33A81}"/>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orme libre : forme 44">
            <a:extLst xmlns:a="http://schemas.openxmlformats.org/drawingml/2006/main">
              <a:ext uri="{FF2B5EF4-FFF2-40B4-BE49-F238E27FC236}">
                <a16:creationId xmlns:a16="http://schemas.microsoft.com/office/drawing/2014/main" id="{B6AA870E-6D05-FA05-A93B-987D5B4031D2}"/>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orme libre : forme 45">
            <a:extLst xmlns:a="http://schemas.openxmlformats.org/drawingml/2006/main">
              <a:ext uri="{FF2B5EF4-FFF2-40B4-BE49-F238E27FC236}">
                <a16:creationId xmlns:a16="http://schemas.microsoft.com/office/drawing/2014/main" id="{5A0F6754-6CDE-FA9E-633C-75D570F817FC}"/>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554AFCCC-E8EF-4B56-C44F-B14C8D10EDF3}"/>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orme libre : forme 47">
            <a:extLst xmlns:a="http://schemas.openxmlformats.org/drawingml/2006/main">
              <a:ext uri="{FF2B5EF4-FFF2-40B4-BE49-F238E27FC236}">
                <a16:creationId xmlns:a16="http://schemas.microsoft.com/office/drawing/2014/main" id="{A456128C-A834-91BD-FB63-1613C985684A}"/>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orme libre : forme 48">
            <a:extLst xmlns:a="http://schemas.openxmlformats.org/drawingml/2006/main">
              <a:ext uri="{FF2B5EF4-FFF2-40B4-BE49-F238E27FC236}">
                <a16:creationId xmlns:a16="http://schemas.microsoft.com/office/drawing/2014/main" id="{73870654-FF47-53F9-24CE-C6F94B623230}"/>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orme libre : forme 49">
            <a:extLst xmlns:a="http://schemas.openxmlformats.org/drawingml/2006/main">
              <a:ext uri="{FF2B5EF4-FFF2-40B4-BE49-F238E27FC236}">
                <a16:creationId xmlns:a16="http://schemas.microsoft.com/office/drawing/2014/main" id="{FE7CFA00-646F-AF8F-D6B5-2ABEBF44BBE1}"/>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1" name="Forme libre : forme 50">
            <a:extLst xmlns:a="http://schemas.openxmlformats.org/drawingml/2006/main">
              <a:ext uri="{FF2B5EF4-FFF2-40B4-BE49-F238E27FC236}">
                <a16:creationId xmlns:a16="http://schemas.microsoft.com/office/drawing/2014/main" id="{44CC89FC-682B-E3BC-296B-4B544543D1CC}"/>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Forme libre : forme 51">
            <a:extLst xmlns:a="http://schemas.openxmlformats.org/drawingml/2006/main">
              <a:ext uri="{FF2B5EF4-FFF2-40B4-BE49-F238E27FC236}">
                <a16:creationId xmlns:a16="http://schemas.microsoft.com/office/drawing/2014/main" id="{96A46C9D-573E-4BB0-C7DA-1E4798507CA8}"/>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109" name="Image 52"/>
          <p:cNvPicPr>
            <a:picLocks xmlns:a="http://schemas.openxmlformats.org/drawingml/2006/main" noChangeAspect="1"/>
          </p:cNvPicPr>
          <p:nvPr/>
        </p:nvPicPr>
        <p:blipFill>
          <a:blip xmlns:r="http://schemas.openxmlformats.org/officeDocument/2006/relationships" xmlns:a="http://schemas.openxmlformats.org/drawingml/2006/main" r:embed="R011aa53d8f0042d6"/>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7" name="Espace réservé du numéro de diapositive 5">
            <a:extLst xmlns:a="http://schemas.openxmlformats.org/drawingml/2006/main">
              <a:ext uri="{FF2B5EF4-FFF2-40B4-BE49-F238E27FC236}">
                <a16:creationId xmlns:a16="http://schemas.microsoft.com/office/drawing/2014/main" id="{51B22507-4BDE-832E-C612-DF138FD7F514}"/>
              </a:ext>
            </a:extLst>
          </p:cNvPr>
          <p:cNvSpPr>
            <a:spLocks xmlns:a="http://schemas.openxmlformats.org/drawingml/2006/main" noGrp="1"/>
          </p:cNvSpPr>
          <p:nvPr>
            <p:ph type="sldNum" idx="4"/>
          </p:nvPr>
        </p:nvSpPr>
        <p:spPr>
          <a:xfrm xmlns:a="http://schemas.openxmlformats.org/drawingml/2006/main">
            <a:off x="6015849" y="6369576"/>
            <a:ext cx="160300" cy="153888"/>
          </a:xfrm>
          <a:prstGeom xmlns:a="http://schemas.openxmlformats.org/drawingml/2006/main" prst="rect">
            <a:avLst/>
          </a:prstGeom>
        </p:spPr>
        <p:txBody>
          <a:bodyPr xmlns:a="http://schemas.openxmlformats.org/drawingml/2006/main" vert="horz" wrap="square" lIns="0" tIns="0" rIns="0" bIns="0" anchor="ctr">
            <a:noAutofit/>
          </a:bodyPr>
          <a:lstStyle xmlns:a="http://schemas.openxmlformats.org/drawingml/2006/main">
            <a:lvl1pPr algn="ctr">
              <a:buNone/>
              <a:defRPr sz="700">
                <a:solidFill>
                  <a:schemeClr val="tx1"/>
                </a:solidFill>
              </a:defRPr>
            </a:lvl1pPr>
          </a:lstStyle>
          <a:p xmlns:a="http://schemas.openxmlformats.org/drawingml/2006/main">
            <a:fld id="{12EA5F4A-9FB0-4812-AB35-92F9E0180226}" type="slidenum">
              <a:t>‹#›</a:t>
            </a:fld>
            <a:endParaRPr/>
          </a:p>
        </p:txBody>
      </p:sp>
      <p:sp>
        <p:nvSpPr>
          <p:cNvPr id="10" name="Connecteur droit 9">
            <a:extLst xmlns:a="http://schemas.openxmlformats.org/drawingml/2006/main">
              <a:ext uri="{FF2B5EF4-FFF2-40B4-BE49-F238E27FC236}">
                <a16:creationId xmlns:a16="http://schemas.microsoft.com/office/drawing/2014/main" id="{D2CE34CF-BEB8-407A-8381-FFAE369496F6}"/>
              </a:ext>
            </a:extLst>
          </p:cNvPr>
          <p:cNvSpPr>
            <a:spLocks xmlns:a="http://schemas.openxmlformats.org/drawingml/2006/main" noGrp="1"/>
          </p:cNvSpPr>
          <p:nvPr/>
        </p:nvSpPr>
        <p:spPr>
          <a:xfrm xmlns:a="http://schemas.openxmlformats.org/drawingml/2006/main" rot="10800000" flipH="0" flipV="0">
            <a:off x="675413" y="534501"/>
            <a:ext cx="848587" cy="0"/>
          </a:xfrm>
          <a:prstGeom xmlns:a="http://schemas.openxmlformats.org/drawingml/2006/main" prst="line">
            <a:avLst/>
          </a:prstGeom>
          <a:ln xmlns:a="http://schemas.openxmlformats.org/drawingml/2006/main" w="95250">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962BBB2A-CEE8-41CC-86BA-9ED54051FFBD}"/>
              </a:ext>
            </a:extLst>
          </p:cNvPr>
          <p:cNvSpPr>
            <a:spLocks xmlns:a="http://schemas.openxmlformats.org/drawingml/2006/main" noGrp="1"/>
          </p:cNvSpPr>
          <p:nvPr/>
        </p:nvSpPr>
        <p:spPr>
          <a:xfrm xmlns:a="http://schemas.openxmlformats.org/drawingml/2006/main" rot="0" flipH="1" flipV="0">
            <a:off x="931862" y="534501"/>
            <a:ext cx="277915" cy="0"/>
          </a:xfrm>
          <a:prstGeom xmlns:a="http://schemas.openxmlformats.org/drawingml/2006/main" prst="line">
            <a:avLst/>
          </a:prstGeom>
          <a:ln xmlns:a="http://schemas.openxmlformats.org/drawingml/2006/main" w="95250">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eur droit 11">
            <a:extLst xmlns:a="http://schemas.openxmlformats.org/drawingml/2006/main">
              <a:ext uri="{FF2B5EF4-FFF2-40B4-BE49-F238E27FC236}">
                <a16:creationId xmlns:a16="http://schemas.microsoft.com/office/drawing/2014/main" id="{F713879A-60CE-4239-A032-C169B23A755A}"/>
              </a:ext>
            </a:extLst>
          </p:cNvPr>
          <p:cNvSpPr>
            <a:spLocks xmlns:a="http://schemas.openxmlformats.org/drawingml/2006/main" noGrp="1"/>
          </p:cNvSpPr>
          <p:nvPr/>
        </p:nvSpPr>
        <p:spPr>
          <a:xfrm xmlns:a="http://schemas.openxmlformats.org/drawingml/2006/main" rot="0" flipH="0" flipV="0">
            <a:off x="1206500" y="534501"/>
            <a:ext cx="17463" cy="0"/>
          </a:xfrm>
          <a:prstGeom xmlns:a="http://schemas.openxmlformats.org/drawingml/2006/main" prst="line">
            <a:avLst/>
          </a:prstGeom>
          <a:ln xmlns:a="http://schemas.openxmlformats.org/drawingml/2006/main" w="95250">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A8B68C1D-E12D-4714-9347-00CCFA9D8482}"/>
              </a:ext>
            </a:extLst>
          </p:cNvPr>
          <p:cNvSpPr>
            <a:spLocks xmlns:a="http://schemas.openxmlformats.org/drawingml/2006/main" noGrp="1"/>
          </p:cNvSpPr>
          <p:nvPr/>
        </p:nvSpPr>
        <p:spPr>
          <a:xfrm xmlns:a="http://schemas.openxmlformats.org/drawingml/2006/main" rot="0" flipH="1" flipV="0">
            <a:off x="674688" y="534501"/>
            <a:ext cx="307974" cy="0"/>
          </a:xfrm>
          <a:prstGeom xmlns:a="http://schemas.openxmlformats.org/drawingml/2006/main" prst="line">
            <a:avLst/>
          </a:prstGeom>
          <a:ln xmlns:a="http://schemas.openxmlformats.org/drawingml/2006/main" w="95250">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ZoneTexte 7">
            <a:extLst xmlns:a="http://schemas.openxmlformats.org/drawingml/2006/main">
              <a:ext uri="{FF2B5EF4-FFF2-40B4-BE49-F238E27FC236}">
                <a16:creationId xmlns:a16="http://schemas.microsoft.com/office/drawing/2014/main" id="{DD4CEA2D-26DC-23DF-F491-5908E863D7D0}"/>
              </a:ext>
            </a:extLst>
          </p:cNvPr>
          <p:cNvSpPr>
            <a:spLocks xmlns:a="http://schemas.openxmlformats.org/drawingml/2006/main" noGrp="1"/>
          </p:cNvSpPr>
          <p:nvPr/>
        </p:nvSpPr>
        <p:spPr>
          <a:xfrm xmlns:a="http://schemas.openxmlformats.org/drawingml/2006/main">
            <a:off x="10963275" y="6642100"/>
            <a:ext cx="1193800"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78D7"/>
                </a:solidFill>
                <a:latin typeface="Calibri"/>
                <a:ea typeface="Calibri"/>
                <a:cs typeface="Calibri"/>
              </a:rPr>
              <a:t>Classification : Internal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95db0057234680"/>
    <p:sldLayoutId xmlns:r="http://schemas.openxmlformats.org/officeDocument/2006/relationships" id="2147483650" r:id="R63d02abbe09e4104"/>
    <p:sldLayoutId xmlns:r="http://schemas.openxmlformats.org/officeDocument/2006/relationships" id="2147483651" r:id="R2327e1b238f54ce8"/>
    <p:sldLayoutId xmlns:r="http://schemas.openxmlformats.org/officeDocument/2006/relationships" id="2147483652" r:id="Rf2d48582de29496f"/>
    <p:sldLayoutId xmlns:r="http://schemas.openxmlformats.org/officeDocument/2006/relationships" id="2147483653" r:id="R2a772436bb954053"/>
    <p:sldLayoutId xmlns:r="http://schemas.openxmlformats.org/officeDocument/2006/relationships" id="2147483654" r:id="Rea7f4c1c6dc14e5b"/>
    <p:sldLayoutId xmlns:r="http://schemas.openxmlformats.org/officeDocument/2006/relationships" id="2147483655" r:id="R67ea29b626e14e71"/>
    <p:sldLayoutId xmlns:r="http://schemas.openxmlformats.org/officeDocument/2006/relationships" id="2147483656" r:id="Raa3b4887a9bf4ac5"/>
    <p:sldLayoutId xmlns:r="http://schemas.openxmlformats.org/officeDocument/2006/relationships" id="2147483657" r:id="R71545a1fb3e846dc"/>
    <p:sldLayoutId xmlns:r="http://schemas.openxmlformats.org/officeDocument/2006/relationships" id="2147483658" r:id="R83acf6b849b64f2a"/>
    <p:sldLayoutId xmlns:r="http://schemas.openxmlformats.org/officeDocument/2006/relationships" id="2147483659" r:id="Rda06ea275e344acb"/>
    <p:sldLayoutId xmlns:r="http://schemas.openxmlformats.org/officeDocument/2006/relationships" id="2147483660" r:id="Rc641ded08c7841b3"/>
    <p:sldLayoutId xmlns:r="http://schemas.openxmlformats.org/officeDocument/2006/relationships" id="2147483661" r:id="Raeb487795ca54163"/>
    <p:sldLayoutId xmlns:r="http://schemas.openxmlformats.org/officeDocument/2006/relationships" id="2147483662" r:id="R53b6f0cb176e410a"/>
    <p:sldLayoutId xmlns:r="http://schemas.openxmlformats.org/officeDocument/2006/relationships" id="2147483663" r:id="R7417902c66284139"/>
    <p:sldLayoutId xmlns:r="http://schemas.openxmlformats.org/officeDocument/2006/relationships" id="2147483664" r:id="R5f9dacbd317748e4"/>
    <p:sldLayoutId xmlns:r="http://schemas.openxmlformats.org/officeDocument/2006/relationships" id="2147483665" r:id="R070578edd99e4248"/>
    <p:sldLayoutId xmlns:r="http://schemas.openxmlformats.org/officeDocument/2006/relationships" id="2147483666" r:id="R683c6396b2ad4038"/>
    <p:sldLayoutId xmlns:r="http://schemas.openxmlformats.org/officeDocument/2006/relationships" id="2147483667" r:id="R0eb413131cbf4daa"/>
    <p:sldLayoutId xmlns:r="http://schemas.openxmlformats.org/officeDocument/2006/relationships" id="2147483668" r:id="R29ba242f1f4b43c8"/>
    <p:sldLayoutId xmlns:r="http://schemas.openxmlformats.org/officeDocument/2006/relationships" id="2147483669" r:id="R7d0cb680dbc34678"/>
    <p:sldLayoutId xmlns:r="http://schemas.openxmlformats.org/officeDocument/2006/relationships" id="2147483670" r:id="Re5f01e54d1704afb"/>
    <p:sldLayoutId xmlns:r="http://schemas.openxmlformats.org/officeDocument/2006/relationships" id="2147483671" r:id="R582f042319c34bb9"/>
    <p:sldLayoutId xmlns:r="http://schemas.openxmlformats.org/officeDocument/2006/relationships" id="2147483672" r:id="Rd5897aef14cf4a96"/>
    <p:sldLayoutId xmlns:r="http://schemas.openxmlformats.org/officeDocument/2006/relationships" id="2147483673" r:id="Rd0d927e9df0a46e1"/>
  </p:sldLayoutIdLst>
  <p:hf hdr="0"/>
  <p:txStyles>
    <p:titleStyle>
      <a:lvl1pPr xmlns:a="http://schemas.openxmlformats.org/drawingml/2006/main" algn="l" defTabSz="914400">
        <a:lnSpc>
          <a:spcPct val="100000"/>
        </a:lnSpc>
        <a:spcBef>
          <a:spcPct val="0"/>
        </a:spcBef>
        <a:buNone/>
        <a:defRPr sz="3200" kern="1200">
          <a:solidFill>
            <a:schemeClr val="accent1"/>
          </a:solidFill>
          <a:latin typeface="BNPPSans"/>
          <a:ea typeface="BNPPSans"/>
          <a:cs typeface="BNPPSans"/>
        </a:defRPr>
      </a:lvl1pPr>
    </p:titleStyle>
    <p:bodyStyle>
      <a:lvl1pPr xmlns:a="http://schemas.openxmlformats.org/drawingml/2006/main" marL="0" indent="0" algn="l" defTabSz="914400">
        <a:lnSpc>
          <a:spcPct val="90000"/>
        </a:lnSpc>
        <a:spcBef>
          <a:spcPts val="1000"/>
        </a:spcBef>
        <a:buFont typeface="Arial"/>
        <a:buChar char=" "/>
        <a:defRPr sz="1800" b="1" kern="1200">
          <a:solidFill>
            <a:schemeClr val="accent1"/>
          </a:solidFill>
          <a:latin typeface="BNPPSans"/>
          <a:ea typeface="BNPPSans"/>
          <a:cs typeface="BNPPSans"/>
        </a:defRPr>
      </a:lvl1pPr>
      <a:lvl2pPr xmlns:a="http://schemas.openxmlformats.org/drawingml/2006/main" marL="268288" indent="-180975" algn="l" defTabSz="914400">
        <a:lnSpc>
          <a:spcPct val="90000"/>
        </a:lnSpc>
        <a:spcBef>
          <a:spcPts val="500"/>
        </a:spcBef>
        <a:buClr>
          <a:schemeClr val="accent1"/>
        </a:buClr>
        <a:buFont typeface="Arial"/>
        <a:buChar char="•"/>
        <a:defRPr sz="1400" kern="1200">
          <a:solidFill>
            <a:schemeClr val="tx1"/>
          </a:solidFill>
          <a:latin typeface="BNPPSans"/>
          <a:ea typeface="BNPPSans"/>
          <a:cs typeface="BNPPSans"/>
        </a:defRPr>
      </a:lvl2pPr>
      <a:lvl3pPr xmlns:a="http://schemas.openxmlformats.org/drawingml/2006/main" marL="446088" indent="-177800" algn="l" defTabSz="914400">
        <a:lnSpc>
          <a:spcPct val="90000"/>
        </a:lnSpc>
        <a:spcBef>
          <a:spcPts val="500"/>
        </a:spcBef>
        <a:buClr>
          <a:schemeClr val="accent1"/>
        </a:buClr>
        <a:buFont typeface="Maven Pro"/>
        <a:buChar char="–"/>
        <a:tabLst>
          <a:tab pos="446088" algn="l"/>
        </a:tabLst>
        <a:defRPr sz="1400" kern="1200">
          <a:solidFill>
            <a:schemeClr val="accent6"/>
          </a:solidFill>
          <a:latin typeface="BNPPSans"/>
          <a:ea typeface="BNPPSans"/>
          <a:cs typeface="BNPPSans"/>
        </a:defRPr>
      </a:lvl3pPr>
      <a:lvl4pPr xmlns:a="http://schemas.openxmlformats.org/drawingml/2006/main" marL="628650" indent="-182563" algn="l" defTabSz="914400">
        <a:lnSpc>
          <a:spcPct val="90000"/>
        </a:lnSpc>
        <a:spcBef>
          <a:spcPts val="500"/>
        </a:spcBef>
        <a:buClr>
          <a:schemeClr val="accent1"/>
        </a:buClr>
        <a:buFont typeface="Maven Pro"/>
        <a:buChar char="–"/>
        <a:defRPr sz="1200" kern="1200">
          <a:solidFill>
            <a:schemeClr val="accent6"/>
          </a:solidFill>
          <a:latin typeface="BNPPSans"/>
          <a:ea typeface="BNPPSans"/>
          <a:cs typeface="BNPPSans"/>
        </a:defRPr>
      </a:lvl4pPr>
      <a:lvl5pPr xmlns:a="http://schemas.openxmlformats.org/drawingml/2006/main" marL="806450" indent="-177800" algn="l" defTabSz="914400">
        <a:lnSpc>
          <a:spcPct val="90000"/>
        </a:lnSpc>
        <a:spcBef>
          <a:spcPts val="500"/>
        </a:spcBef>
        <a:buClr>
          <a:schemeClr val="accent1"/>
        </a:buClr>
        <a:buFont typeface="Maven Pro"/>
        <a:buChar char="–"/>
        <a:defRPr sz="1200" kern="1200">
          <a:solidFill>
            <a:schemeClr val="accent6"/>
          </a:solidFill>
          <a:latin typeface="BNPPSans"/>
          <a:ea typeface="BNPPSans"/>
          <a:cs typeface="BNPPSans"/>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Espace réservé du titre 1">
            <a:extLst xmlns:a="http://schemas.openxmlformats.org/drawingml/2006/main">
              <a:ext uri="{FF2B5EF4-FFF2-40B4-BE49-F238E27FC236}">
                <a16:creationId xmlns:a16="http://schemas.microsoft.com/office/drawing/2014/main" id="{CE6411B7-2796-6EC1-9599-AA3DB2F51CCC}"/>
              </a:ext>
            </a:extLst>
          </p:cNvPr>
          <p:cNvSpPr>
            <a:spLocks xmlns:a="http://schemas.openxmlformats.org/drawingml/2006/main" noGrp="1"/>
          </p:cNvSpPr>
          <p:nvPr>
            <p:ph type="title" idx="0"/>
          </p:nvPr>
        </p:nvSpPr>
        <p:spPr>
          <a:xfrm xmlns:a="http://schemas.openxmlformats.org/drawingml/2006/main">
            <a:off x="503238" y="365125"/>
            <a:ext cx="10850561" cy="512448"/>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Modifiez le style du titre</a:t>
            </a:r>
            <a:endParaRPr/>
          </a:p>
        </p:txBody>
      </p:sp>
      <p:sp>
        <p:nvSpPr>
          <p:cNvPr id="3" name="Espace réservé du texte 2">
            <a:extLst xmlns:a="http://schemas.openxmlformats.org/drawingml/2006/main">
              <a:ext uri="{FF2B5EF4-FFF2-40B4-BE49-F238E27FC236}">
                <a16:creationId xmlns:a16="http://schemas.microsoft.com/office/drawing/2014/main" id="{129F8DA9-1678-81CD-4FBC-98F0C8F9BE7C}"/>
              </a:ext>
            </a:extLst>
          </p:cNvPr>
          <p:cNvSpPr>
            <a:spLocks xmlns:a="http://schemas.openxmlformats.org/drawingml/2006/main" noGrp="1"/>
          </p:cNvSpPr>
          <p:nvPr>
            <p:ph type="body" idx="1"/>
          </p:nvPr>
        </p:nvSpPr>
        <p:spPr>
          <a:xfrm xmlns:a="http://schemas.openxmlformats.org/drawingml/2006/main">
            <a:off x="1562100" y="1434367"/>
            <a:ext cx="90678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p:txBody>
      </p:sp>
      <p:sp>
        <p:nvSpPr>
          <p:cNvPr id="5" name="Espace réservé du pied de page 4">
            <a:extLst xmlns:a="http://schemas.openxmlformats.org/drawingml/2006/main">
              <a:ext uri="{FF2B5EF4-FFF2-40B4-BE49-F238E27FC236}">
                <a16:creationId xmlns:a16="http://schemas.microsoft.com/office/drawing/2014/main" id="{922AEA50-90B7-62C4-CE37-CF9BDE340E5D}"/>
              </a:ext>
            </a:extLst>
          </p:cNvPr>
          <p:cNvSpPr>
            <a:spLocks xmlns:a="http://schemas.openxmlformats.org/drawingml/2006/main" noGrp="1"/>
          </p:cNvSpPr>
          <p:nvPr>
            <p:ph type="ftr" idx="3"/>
          </p:nvPr>
        </p:nvSpPr>
        <p:spPr>
          <a:xfrm xmlns:a="http://schemas.openxmlformats.org/drawingml/2006/main">
            <a:off x="6767513" y="6356350"/>
            <a:ext cx="3823273"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algn="r">
              <a:buNone/>
              <a:defRPr sz="700" cap="all"/>
            </a:lvl1pPr>
          </a:lstStyle>
          <a:p xmlns:a="http://schemas.openxmlformats.org/drawingml/2006/main">
            <a:r>
              <a:t>TITRE DE LA PRESENTATION</a:t>
            </a:r>
          </a:p>
        </p:txBody>
      </p:sp>
      <p:sp>
        <p:nvSpPr>
          <p:cNvPr id="6" name="Espace réservé du numéro de diapositive 5">
            <a:extLst xmlns:a="http://schemas.openxmlformats.org/drawingml/2006/main">
              <a:ext uri="{FF2B5EF4-FFF2-40B4-BE49-F238E27FC236}">
                <a16:creationId xmlns:a16="http://schemas.microsoft.com/office/drawing/2014/main" id="{C64E5760-9D88-BE16-223B-04137A50F6B6}"/>
              </a:ext>
            </a:extLst>
          </p:cNvPr>
          <p:cNvSpPr>
            <a:spLocks xmlns:a="http://schemas.openxmlformats.org/drawingml/2006/main" noGrp="1"/>
          </p:cNvSpPr>
          <p:nvPr>
            <p:ph type="sldNum" idx="4"/>
          </p:nvPr>
        </p:nvSpPr>
        <p:spPr>
          <a:xfrm xmlns:a="http://schemas.openxmlformats.org/drawingml/2006/main">
            <a:off x="5791200" y="6356350"/>
            <a:ext cx="609600"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algn="ctr">
              <a:buNone/>
              <a:defRPr sz="700" cap="all"/>
            </a:lvl1pPr>
          </a:lstStyle>
          <a:p xmlns:a="http://schemas.openxmlformats.org/drawingml/2006/main">
            <a:fld id="{C2C60FDE-1165-44E8-A8DD-A2C7EC5E5E50}" type="slidenum">
              <a:t>‹#›</a:t>
            </a:fld>
            <a:endParaRPr/>
          </a:p>
        </p:txBody>
      </p:sp>
      <p:pic>
        <p:nvPicPr>
          <p:cNvPr id="20" name="Image 10"/>
          <p:cNvPicPr>
            <a:picLocks xmlns:a="http://schemas.openxmlformats.org/drawingml/2006/main" noChangeAspect="1"/>
          </p:cNvPicPr>
          <p:nvPr/>
        </p:nvPicPr>
        <p:blipFill>
          <a:blip xmlns:r="http://schemas.openxmlformats.org/officeDocument/2006/relationships" xmlns:a="http://schemas.openxmlformats.org/drawingml/2006/main" r:embed="Rbf49365fcfe94042"/>
          <a:stretch xmlns:a="http://schemas.openxmlformats.org/drawingml/2006/main">
            <a:fillRect l="0" t="0" r="0" b="0"/>
          </a:stretch>
        </p:blipFill>
        <p:spPr>
          <a:xfrm xmlns:a="http://schemas.openxmlformats.org/drawingml/2006/main">
            <a:off x="505617" y="6312435"/>
            <a:ext cx="1416937" cy="293564"/>
          </a:xfrm>
          <a:prstGeom xmlns:a="http://schemas.openxmlformats.org/drawingml/2006/main" prst="rect">
            <a:avLst/>
          </a:prstGeom>
        </p:spPr>
      </p:pic>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731de4018589439e"/>
          <a:stretch xmlns:a="http://schemas.openxmlformats.org/drawingml/2006/main">
            <a:fillRect l="0" t="0" r="0" b="0"/>
          </a:stretch>
        </p:blipFill>
        <p:spPr>
          <a:xfrm xmlns:a="http://schemas.openxmlformats.org/drawingml/2006/main">
            <a:off x="11426249" y="6271051"/>
            <a:ext cx="305375" cy="305375"/>
          </a:xfrm>
          <a:prstGeom xmlns:a="http://schemas.openxmlformats.org/drawingml/2006/main" prst="rect">
            <a:avLst/>
          </a:prstGeom>
        </p:spPr>
      </p:pic>
      <p:sp>
        <p:nvSpPr>
          <p:cNvPr id="7" name="Espace réservé de la date 6">
            <a:extLst xmlns:a="http://schemas.openxmlformats.org/drawingml/2006/main">
              <a:ext uri="{FF2B5EF4-FFF2-40B4-BE49-F238E27FC236}">
                <a16:creationId xmlns:a16="http://schemas.microsoft.com/office/drawing/2014/main" id="{352730E2-5FA7-DAD0-2896-1082354AEFAB}"/>
              </a:ext>
            </a:extLst>
          </p:cNvPr>
          <p:cNvSpPr>
            <a:spLocks xmlns:a="http://schemas.openxmlformats.org/drawingml/2006/main" noGrp="1"/>
          </p:cNvSpPr>
          <p:nvPr>
            <p:ph type="dt" idx="2"/>
          </p:nvPr>
        </p:nvSpPr>
        <p:spPr>
          <a:xfrm xmlns:a="http://schemas.openxmlformats.org/drawingml/2006/main">
            <a:off x="10663235" y="6356350"/>
            <a:ext cx="690565"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a:buNone/>
              <a:defRPr sz="700" cap="all"/>
            </a:lvl1pPr>
          </a:lstStyle>
          <a:p xmlns:a="http://schemas.openxmlformats.org/drawingml/2006/main">
            <a:pPr algn="r">
              <a:buNone/>
            </a:pPr>
            <a:r>
              <a:t>13/02/2024</a:t>
            </a:r>
          </a:p>
        </p:txBody>
      </p:sp>
      <p:sp>
        <p:nvSpPr>
          <p:cNvPr id="8" name="Rectangle : avec coins arrondis en haut 7">
            <a:extLst xmlns:a="http://schemas.openxmlformats.org/drawingml/2006/main">
              <a:ext uri="{FF2B5EF4-FFF2-40B4-BE49-F238E27FC236}">
                <a16:creationId xmlns:a16="http://schemas.microsoft.com/office/drawing/2014/main" id="{C1F3FA95-9BB8-9CE8-E795-2CF5E2A8140A}"/>
              </a:ext>
            </a:extLst>
          </p:cNvPr>
          <p:cNvSpPr>
            <a:spLocks xmlns:a="http://schemas.openxmlformats.org/drawingml/2006/main" noGrp="1"/>
          </p:cNvSpPr>
          <p:nvPr/>
        </p:nvSpPr>
        <p:spPr>
          <a:xfrm xmlns:a="http://schemas.openxmlformats.org/drawingml/2006/main" rot="5400000" flipH="0" flipV="0">
            <a:off x="252387" y="611335"/>
            <a:ext cx="108000" cy="612777"/>
          </a:xfrm>
          <a:prstGeom xmlns:a="http://schemas.openxmlformats.org/drawingml/2006/main" prst="round2SameRect">
            <a:avLst>
              <a:gd name="adj1" fmla="val 50000"/>
              <a:gd name="adj2" fmla="val 0"/>
            </a:avLst>
          </a:prstGeom>
          <a:solidFill xmlns:a="http://schemas.openxmlformats.org/drawingml/2006/main">
            <a:srgbClr val="00A38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lvl="0" algn="ctr">
              <a:buNone/>
            </a:pPr>
            <a:endParaRPr/>
          </a:p>
        </p:txBody>
      </p:sp>
      <p:sp>
        <p:nvSpPr>
          <p:cNvPr id="9" name="Rectangle : coins arrondis 8">
            <a:extLst xmlns:a="http://schemas.openxmlformats.org/drawingml/2006/main">
              <a:ext uri="{FF2B5EF4-FFF2-40B4-BE49-F238E27FC236}">
                <a16:creationId xmlns:a16="http://schemas.microsoft.com/office/drawing/2014/main" id="{FD1C75AB-CB8C-B6A7-90B5-A73C311175FD}"/>
              </a:ext>
            </a:extLst>
          </p:cNvPr>
          <p:cNvSpPr>
            <a:spLocks xmlns:a="http://schemas.openxmlformats.org/drawingml/2006/main" noGrp="1"/>
          </p:cNvSpPr>
          <p:nvPr/>
        </p:nvSpPr>
        <p:spPr>
          <a:xfrm xmlns:a="http://schemas.openxmlformats.org/drawingml/2006/main" rot="0" flipH="0" flipV="0">
            <a:off x="498475" y="863723"/>
            <a:ext cx="628650" cy="108000"/>
          </a:xfrm>
          <a:prstGeom xmlns:a="http://schemas.openxmlformats.org/drawingml/2006/main" prst="roundRect">
            <a:avLst>
              <a:gd name="adj" fmla="val 50000"/>
            </a:avLst>
          </a:prstGeom>
          <a:solidFill xmlns:a="http://schemas.openxmlformats.org/drawingml/2006/main">
            <a:srgbClr val="77C1AB">
              <a:alpha val="6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 coins arrondis 11">
            <a:extLst xmlns:a="http://schemas.openxmlformats.org/drawingml/2006/main">
              <a:ext uri="{FF2B5EF4-FFF2-40B4-BE49-F238E27FC236}">
                <a16:creationId xmlns:a16="http://schemas.microsoft.com/office/drawing/2014/main" id="{B0515B88-1549-FF7A-F111-9F141988DB63}"/>
              </a:ext>
            </a:extLst>
          </p:cNvPr>
          <p:cNvSpPr>
            <a:spLocks xmlns:a="http://schemas.openxmlformats.org/drawingml/2006/main" noGrp="1"/>
          </p:cNvSpPr>
          <p:nvPr/>
        </p:nvSpPr>
        <p:spPr>
          <a:xfrm xmlns:a="http://schemas.openxmlformats.org/drawingml/2006/main" rot="0" flipH="0" flipV="0">
            <a:off x="1011234" y="863723"/>
            <a:ext cx="628650" cy="108000"/>
          </a:xfrm>
          <a:prstGeom xmlns:a="http://schemas.openxmlformats.org/drawingml/2006/main" prst="roundRect">
            <a:avLst>
              <a:gd name="adj" fmla="val 50000"/>
            </a:avLst>
          </a:prstGeom>
          <a:solidFill xmlns:a="http://schemas.openxmlformats.org/drawingml/2006/main">
            <a:srgbClr val="A1C438">
              <a:alpha val="38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MSIPCMContentMarking">
            <a:extLst xmlns:a="http://schemas.openxmlformats.org/drawingml/2006/main">
              <a:ext uri="{FF2B5EF4-FFF2-40B4-BE49-F238E27FC236}">
                <a16:creationId xmlns:a16="http://schemas.microsoft.com/office/drawing/2014/main" id="{DD5AA66F-249E-2EF4-C4B1-859CF279664B}"/>
              </a:ext>
            </a:extLst>
          </p:cNvPr>
          <p:cNvSpPr>
            <a:spLocks xmlns:a="http://schemas.openxmlformats.org/drawingml/2006/main" noGrp="1"/>
          </p:cNvSpPr>
          <p:nvPr/>
        </p:nvSpPr>
        <p:spPr>
          <a:xfrm xmlns:a="http://schemas.openxmlformats.org/drawingml/2006/main">
            <a:off x="10725409" y="6595656"/>
            <a:ext cx="1466591" cy="262344"/>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spAutoFit/>
          </a:bodyPr>
          <a:lstStyle xmlns:a="http://schemas.openxmlformats.org/drawingml/2006/main"/>
          <a:p xmlns:a="http://schemas.openxmlformats.org/drawingml/2006/main">
            <a:pPr algn="r">
              <a:spcBef>
                <a:spcPts val="0"/>
              </a:spcBef>
              <a:spcAft>
                <a:spcPts val="0"/>
              </a:spcAft>
              <a:buNone/>
            </a:pPr>
            <a:r>
              <a:rPr sz="1000">
                <a:solidFill>
                  <a:srgbClr val="0078D7"/>
                </a:solidFill>
                <a:latin typeface="Calibri"/>
                <a:ea typeface="Calibri"/>
                <a:cs typeface="Calibri"/>
              </a:rPr>
              <a:t>Classification : Internal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5" r:id="Rcdb3bf08e1b04d76"/>
    <p:sldLayoutId xmlns:r="http://schemas.openxmlformats.org/officeDocument/2006/relationships" id="2147483676" r:id="Rab613e1389a144ef"/>
    <p:sldLayoutId xmlns:r="http://schemas.openxmlformats.org/officeDocument/2006/relationships" id="2147483677" r:id="R5e2f85dcb99f44b2"/>
    <p:sldLayoutId xmlns:r="http://schemas.openxmlformats.org/officeDocument/2006/relationships" id="2147483678" r:id="R17a82409a75e4e1e"/>
    <p:sldLayoutId xmlns:r="http://schemas.openxmlformats.org/officeDocument/2006/relationships" id="2147483679" r:id="R8abc4f4104e7468a"/>
    <p:sldLayoutId xmlns:r="http://schemas.openxmlformats.org/officeDocument/2006/relationships" id="2147483680" r:id="R44a6457806de4387"/>
    <p:sldLayoutId xmlns:r="http://schemas.openxmlformats.org/officeDocument/2006/relationships" id="2147483681" r:id="Rc58b6b5218c44c96"/>
    <p:sldLayoutId xmlns:r="http://schemas.openxmlformats.org/officeDocument/2006/relationships" id="2147483682" r:id="R428363f8c68e4018"/>
    <p:sldLayoutId xmlns:r="http://schemas.openxmlformats.org/officeDocument/2006/relationships" id="2147483683" r:id="Rea06088397774aa0"/>
    <p:sldLayoutId xmlns:r="http://schemas.openxmlformats.org/officeDocument/2006/relationships" id="2147483684" r:id="Rdf811abb5e044652"/>
    <p:sldLayoutId xmlns:r="http://schemas.openxmlformats.org/officeDocument/2006/relationships" id="2147483685" r:id="R59a57dc12004485f"/>
    <p:sldLayoutId xmlns:r="http://schemas.openxmlformats.org/officeDocument/2006/relationships" id="2147483686" r:id="R78ea709f267e4e8a"/>
    <p:sldLayoutId xmlns:r="http://schemas.openxmlformats.org/officeDocument/2006/relationships" id="2147483687" r:id="Rb265b794819a46ac"/>
    <p:sldLayoutId xmlns:r="http://schemas.openxmlformats.org/officeDocument/2006/relationships" id="2147483688" r:id="Rb3e1e8e5043c4647"/>
  </p:sldLayoutIdLst>
  <p:hf hdr="0"/>
  <p:txStyles>
    <p:titleStyle>
      <a:lvl1pPr xmlns:a="http://schemas.openxmlformats.org/drawingml/2006/main" algn="l" defTabSz="914400">
        <a:lnSpc>
          <a:spcPct val="90000"/>
        </a:lnSpc>
        <a:spcBef>
          <a:spcPct val="0"/>
        </a:spcBef>
        <a:buNone/>
        <a:defRPr sz="3600" kern="1200">
          <a:solidFill>
            <a:schemeClr val="tx1"/>
          </a:solidFill>
          <a:latin typeface="BNPPSans"/>
          <a:ea typeface="BNPPSans"/>
          <a:cs typeface="BNPPSans"/>
        </a:defRPr>
      </a:lvl1pPr>
    </p:titleStyle>
    <p:bodyStyle>
      <a:lvl1pPr xmlns:a="http://schemas.openxmlformats.org/drawingml/2006/main" marL="0" indent="0" algn="l" defTabSz="914400">
        <a:lnSpc>
          <a:spcPct val="100000"/>
        </a:lnSpc>
        <a:spcBef>
          <a:spcPts val="1000"/>
        </a:spcBef>
        <a:spcAft>
          <a:spcPts val="600"/>
        </a:spcAft>
        <a:buFontTx/>
        <a:buNone/>
        <a:defRPr sz="1800" b="1" kern="1200">
          <a:solidFill>
            <a:schemeClr val="tx2"/>
          </a:solidFill>
          <a:latin typeface="BNPPSans"/>
          <a:ea typeface="BNPPSans"/>
          <a:cs typeface="BNPPSans"/>
        </a:defRPr>
      </a:lvl1pPr>
      <a:lvl2pPr xmlns:a="http://schemas.openxmlformats.org/drawingml/2006/main" marL="541338" indent="-187325" algn="l" defTabSz="914400">
        <a:lnSpc>
          <a:spcPct val="100000"/>
        </a:lnSpc>
        <a:spcBef>
          <a:spcPts val="500"/>
        </a:spcBef>
        <a:spcAft>
          <a:spcPts val="600"/>
        </a:spcAft>
        <a:buClr>
          <a:schemeClr val="tx2"/>
        </a:buClr>
        <a:buFont typeface="Wingdings"/>
        <a:buChar char="l"/>
        <a:defRPr sz="1600" kern="1200">
          <a:solidFill>
            <a:schemeClr val="tx1"/>
          </a:solidFill>
          <a:latin typeface="BNPPSans"/>
          <a:ea typeface="BNPPSans"/>
          <a:cs typeface="BNPPSans"/>
        </a:defRPr>
      </a:lvl2pPr>
      <a:lvl3pPr xmlns:a="http://schemas.openxmlformats.org/drawingml/2006/main" marL="895350" indent="-176213" algn="l" defTabSz="914400">
        <a:lnSpc>
          <a:spcPct val="100000"/>
        </a:lnSpc>
        <a:spcBef>
          <a:spcPts val="500"/>
        </a:spcBef>
        <a:spcAft>
          <a:spcPts val="600"/>
        </a:spcAft>
        <a:buClr>
          <a:schemeClr val="tx2"/>
        </a:buClr>
        <a:buFont typeface="Arial"/>
        <a:buChar char="•"/>
        <a:defRPr sz="1400" kern="1200">
          <a:solidFill>
            <a:schemeClr val="tx1"/>
          </a:solidFill>
          <a:latin typeface="BNPPSans"/>
          <a:ea typeface="BNPPSans"/>
          <a:cs typeface="BNPPSans"/>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317" userDrawn="1">
          <p15:clr>
            <a:srgbClr xmlns:a="http://schemas.openxmlformats.org/drawingml/2006/main" val="F26B43"/>
          </p15:clr>
        </p15:guide>
        <p15:guide id="4" pos="3727" userDrawn="1">
          <p15:clr>
            <a:srgbClr xmlns:a="http://schemas.openxmlformats.org/drawingml/2006/main" val="F26B43"/>
          </p15:clr>
        </p15:guide>
        <p15:guide id="5" pos="3953" userDrawn="1">
          <p15:clr>
            <a:srgbClr xmlns:a="http://schemas.openxmlformats.org/drawingml/2006/main" val="F26B43"/>
          </p15:clr>
        </p15:guide>
        <p15:guide id="6" pos="7362" userDrawn="1">
          <p15:clr>
            <a:srgbClr xmlns:a="http://schemas.openxmlformats.org/drawingml/2006/main" val="F26B43"/>
          </p15:clr>
        </p15:guide>
        <p15:guide id="7" orient="horz" userDrawn="1">
          <p15:clr>
            <a:srgbClr xmlns:a="http://schemas.openxmlformats.org/drawingml/2006/main" val="F26B43"/>
          </p15:clr>
        </p15:guide>
        <p15:guide id="8" orient="horz" pos="4320" userDrawn="1">
          <p15:clr>
            <a:srgbClr xmlns:a="http://schemas.openxmlformats.org/drawingml/2006/main" val="F26B43"/>
          </p15:clr>
        </p15:guide>
        <p15:guide id="9" orient="horz" pos="453" userDrawn="1">
          <p15:clr>
            <a:srgbClr xmlns:a="http://schemas.openxmlformats.org/drawingml/2006/main" val="F26B43"/>
          </p15:clr>
        </p15:guide>
        <p15:guide id="10" orient="horz" pos="3816" userDrawn="1">
          <p15:clr>
            <a:srgbClr xmlns:a="http://schemas.openxmlformats.org/drawingml/2006/main" val="F26B43"/>
          </p15:clr>
        </p15:guide>
      </p15:sldGuideLst>
    </p:ext>
  </p:extLst>
</p:sldMaster>
</file>

<file path=ppt/slideMasters/theme/theme2.xml><?xml version="1.0" encoding="utf-8"?>
<a:theme xmlns:a="http://schemas.openxmlformats.org/drawingml/2006/main" name="Thème Office">
  <a:themeElements>
    <a:clrScheme name="Personnalisé 259">
      <a:dk1>
        <a:srgbClr val="111515"/>
      </a:dk1>
      <a:lt1>
        <a:sysClr val="window" lastClr="FFFFFF"/>
      </a:lt1>
      <a:dk2>
        <a:srgbClr val="111515"/>
      </a:dk2>
      <a:lt2>
        <a:srgbClr val="F9F7EC"/>
      </a:lt2>
      <a:accent1>
        <a:srgbClr val="009691"/>
      </a:accent1>
      <a:accent2>
        <a:srgbClr val="00DA88"/>
      </a:accent2>
      <a:accent3>
        <a:srgbClr val="B1478C"/>
      </a:accent3>
      <a:accent4>
        <a:srgbClr val="950663"/>
      </a:accent4>
      <a:accent5>
        <a:srgbClr val="FD9553"/>
      </a:accent5>
      <a:accent6>
        <a:srgbClr val="5C8A94"/>
      </a:accent6>
      <a:hlink>
        <a:srgbClr val="009691"/>
      </a:hlink>
      <a:folHlink>
        <a:srgbClr val="009691"/>
      </a:folHlink>
    </a:clrScheme>
    <a:fontScheme name="Personnalisé 155">
      <a:majorFont>
        <a:latin typeface="Arial"/>
        <a:ea typeface=""/>
        <a:cs typeface=""/>
      </a:majorFont>
      <a:minorFont>
        <a:latin typeface="Arial"/>
        <a:ea typeface=""/>
        <a:cs typeface=""/>
      </a:minorFont>
    </a:fontScheme>
    <a:fmtScheme name="Personnalisé 25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Thème Office">
  <a:themeElements>
    <a:clrScheme name="LIFE@BNP PARIBAS">
      <a:dk1>
        <a:srgbClr val="5C8994"/>
      </a:dk1>
      <a:lt1>
        <a:sysClr val="window" lastClr="FFFFFF"/>
      </a:lt1>
      <a:dk2>
        <a:srgbClr val="00A38C"/>
      </a:dk2>
      <a:lt2>
        <a:srgbClr val="BCD0D5"/>
      </a:lt2>
      <a:accent1>
        <a:srgbClr val="BA3D73"/>
      </a:accent1>
      <a:accent2>
        <a:srgbClr val="FD9553"/>
      </a:accent2>
      <a:accent3>
        <a:srgbClr val="51AE62"/>
      </a:accent3>
      <a:accent4>
        <a:srgbClr val="A1C438"/>
      </a:accent4>
      <a:accent5>
        <a:srgbClr val="77C2AB"/>
      </a:accent5>
      <a:accent6>
        <a:srgbClr val="4BC1F1"/>
      </a:accent6>
      <a:hlink>
        <a:srgbClr val="5C8994"/>
      </a:hlink>
      <a:folHlink>
        <a:srgbClr val="5C899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IFE@BNP PARIBA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9d119560fe4002" /><Relationship Type="http://schemas.openxmlformats.org/officeDocument/2006/relationships/image" Target="/ppt/media/image7.png" Id="Rb69623e2ea3646fa" /><Relationship Type="http://schemas.openxmlformats.org/officeDocument/2006/relationships/notesSlide" Target="/ppt/notesSlides/notesSlide1.xml" Id="R66719251739942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8.xml" Id="Rd890f3abad88451a" /><Relationship Type="http://schemas.openxmlformats.org/officeDocument/2006/relationships/notesSlide" Target="/ppt/notesSlides/notesSlide2.xml" Id="Re6b63a39890d46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b76c865bc674f46" /><Relationship Type="http://schemas.openxmlformats.org/officeDocument/2006/relationships/notesSlide" Target="/ppt/notesSlides/notesSlide3.xml" Id="R35407e5558ed40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02bc909895475f" /><Relationship Type="http://schemas.openxmlformats.org/officeDocument/2006/relationships/notesSlide" Target="/ppt/notesSlides/notesSlide4.xml" Id="R238cb65915b34d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f674e23612564bc5" /><Relationship Type="http://schemas.openxmlformats.org/officeDocument/2006/relationships/notesSlide" Target="/ppt/notesSlides/notesSlide5.xml" Id="R78543a842fa547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01f5b0d14ae48ed" /><Relationship Type="http://schemas.openxmlformats.org/officeDocument/2006/relationships/notesSlide" Target="/ppt/notesSlides/notesSlide6.xml" Id="R01eed4361e3044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055de9cba6254822" /><Relationship Type="http://schemas.openxmlformats.org/officeDocument/2006/relationships/image" Target="/ppt/media/image8.png" Id="Rba21904a4025438a" /><Relationship Type="http://schemas.openxmlformats.org/officeDocument/2006/relationships/image" Target="/ppt/media/image9.png" Id="Rfca4b0be425a48ed" /><Relationship Type="http://schemas.openxmlformats.org/officeDocument/2006/relationships/notesSlide" Target="/ppt/notesSlides/notesSlide7.xml" Id="R7307065ec87f4f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0.xml" Id="R2f9ac5f3aa044bd6" /><Relationship Type="http://schemas.openxmlformats.org/officeDocument/2006/relationships/notesSlide" Target="/ppt/notesSlides/notesSlide8.xml" Id="Rb6549828212443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0.xml" Id="R08977925e11e4b78" /><Relationship Type="http://schemas.openxmlformats.org/officeDocument/2006/relationships/image" Target="/ppt/media/image10.png" Id="Ra90a9e847e4444eb" /><Relationship Type="http://schemas.openxmlformats.org/officeDocument/2006/relationships/notesSlide" Target="/ppt/notesSlides/notesSlide9.xml" Id="Rd4c730cc6faa45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0.xml" Id="R13b5fa24879046f9" /><Relationship Type="http://schemas.openxmlformats.org/officeDocument/2006/relationships/image" Target="/ppt/media/image11.png" Id="R144b6497d5df422c" /><Relationship Type="http://schemas.openxmlformats.org/officeDocument/2006/relationships/notesSlide" Target="/ppt/notesSlides/notesSlide10.xml" Id="R91bd254cf30b4c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0.xml" Id="R39bce2990be34792" /><Relationship Type="http://schemas.openxmlformats.org/officeDocument/2006/relationships/image" Target="/ppt/media/image12.png" Id="Rca83f5b9e8c04c8b" /><Relationship Type="http://schemas.openxmlformats.org/officeDocument/2006/relationships/notesSlide" Target="/ppt/notesSlides/notesSlide11.xml" Id="Ra4c3d06505d44c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0.xml" Id="R86480d2f5b38435c" /><Relationship Type="http://schemas.openxmlformats.org/officeDocument/2006/relationships/image" Target="/ppt/media/image13.png" Id="Rf379163face540ea" /><Relationship Type="http://schemas.openxmlformats.org/officeDocument/2006/relationships/notesSlide" Target="/ppt/notesSlides/notesSlide12.xml" Id="Rad455208851340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6e61160bd91a49ce" /><Relationship Type="http://schemas.openxmlformats.org/officeDocument/2006/relationships/notesSlide" Target="/ppt/notesSlides/notesSlide13.xml" Id="Rf584df0a410d43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7.xml" Id="Rfd2421cd1c334c9e" /><Relationship Type="http://schemas.openxmlformats.org/officeDocument/2006/relationships/image" Target="/ppt/media/image8.png" Id="R045ec86c47104caa" /><Relationship Type="http://schemas.openxmlformats.org/officeDocument/2006/relationships/image" Target="/ppt/media/image14.png" Id="Rd7ac9a65a59f4a63" /><Relationship Type="http://schemas.openxmlformats.org/officeDocument/2006/relationships/notesSlide" Target="/ppt/notesSlides/notesSlide14.xml" Id="R930b2686b44a44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7.xml" Id="R9b34e4d953c4452a" /><Relationship Type="http://schemas.openxmlformats.org/officeDocument/2006/relationships/image" Target="/ppt/media/image8.png" Id="Ref7913c6f2414776" /><Relationship Type="http://schemas.openxmlformats.org/officeDocument/2006/relationships/image" Target="/ppt/media/image15.png" Id="R4907b90ec9e24b4d" /><Relationship Type="http://schemas.openxmlformats.org/officeDocument/2006/relationships/notesSlide" Target="/ppt/notesSlides/notesSlide15.xml" Id="Rabf9a8b0cbe644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7.xml" Id="R03979f99c5bd465e" /><Relationship Type="http://schemas.openxmlformats.org/officeDocument/2006/relationships/notesSlide" Target="/ppt/notesSlides/notesSlide16.xml" Id="R325873ae854f401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7.xml" Id="R68921b910fcb4a83" /><Relationship Type="http://schemas.openxmlformats.org/officeDocument/2006/relationships/image" Target="/ppt/media/image8.png" Id="R13fb43a808364b4b" /><Relationship Type="http://schemas.openxmlformats.org/officeDocument/2006/relationships/image" Target="/ppt/media/image16.png" Id="Rb0bc4aaebc7e495c" /><Relationship Type="http://schemas.openxmlformats.org/officeDocument/2006/relationships/notesSlide" Target="/ppt/notesSlides/notesSlide17.xml" Id="R2c8c15da4f814a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7.xml" Id="R4a827fd68aaa41e9" /><Relationship Type="http://schemas.openxmlformats.org/officeDocument/2006/relationships/image" Target="/ppt/media/image8.png" Id="R74b2d21043e344cc" /><Relationship Type="http://schemas.openxmlformats.org/officeDocument/2006/relationships/image" Target="/ppt/media/image17.png" Id="Ra2219234e7f24106" /><Relationship Type="http://schemas.openxmlformats.org/officeDocument/2006/relationships/notesSlide" Target="/ppt/notesSlides/notesSlide18.xml" Id="R80fed24c8dbd4e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7.xml" Id="R51f196851c284fb5" /><Relationship Type="http://schemas.openxmlformats.org/officeDocument/2006/relationships/notesSlide" Target="/ppt/notesSlides/notesSlide19.xml" Id="Rf0e45d4f6f3348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0.xml" Id="Rc0dad2d189074729" /><Relationship Type="http://schemas.openxmlformats.org/officeDocument/2006/relationships/notesSlide" Target="/ppt/notesSlides/notesSlide20.xml" Id="R178f9b8933f541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0.xml" Id="R70953a43b77e4426" /><Relationship Type="http://schemas.openxmlformats.org/officeDocument/2006/relationships/notesSlide" Target="/ppt/notesSlides/notesSlide21.xml" Id="Rd19d3174c2a249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7.xml" Id="R389cd81e8c964fc8" /><Relationship Type="http://schemas.openxmlformats.org/officeDocument/2006/relationships/notesSlide" Target="/ppt/notesSlides/notesSlide22.xml" Id="R0fda16e42c394c8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7.xml" Id="R374f63fb6d0f4e00" /><Relationship Type="http://schemas.openxmlformats.org/officeDocument/2006/relationships/notesSlide" Target="/ppt/notesSlides/notesSlide23.xml" Id="Rd6fe32215427412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2.xml" Id="R07eaaab5aaaf49ff" /><Relationship Type="http://schemas.openxmlformats.org/officeDocument/2006/relationships/image" Target="/ppt/media/image.png" Id="R77252dd6c0fb4cbf" /><Relationship Type="http://schemas.openxmlformats.org/officeDocument/2006/relationships/image" Target="/ppt/media/image2.svg" Id="Ref730c78ce8845b5" /><Relationship Type="http://schemas.openxmlformats.org/officeDocument/2006/relationships/image" Target="/ppt/media/image2.png" Id="Rc73cbd12efa04e95" /><Relationship Type="http://schemas.openxmlformats.org/officeDocument/2006/relationships/notesSlide" Target="/ppt/notesSlides/notesSlide24.xml" Id="R76f7fe037bf04f25" /></Relationships>
</file>

<file path=ppt/slides/slide1.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Espace réservé de la date 2">
            <a:extLst xmlns:a="http://schemas.openxmlformats.org/drawingml/2006/main">
              <a:ext uri="{FF2B5EF4-FFF2-40B4-BE49-F238E27FC236}">
                <a16:creationId xmlns:a16="http://schemas.microsoft.com/office/drawing/2014/main" id="{44CE8AD6-70EC-2176-3266-927DAEFB34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4B7C050-7A04-B443-5703-B5255D4BC6CD}" type="datetime1">
              <a:t>Sofiane Agouni Kaci • 30 août 2026</a:t>
            </a:fld>
            <a:endParaRPr/>
          </a:p>
        </p:txBody>
      </p:sp>
      <p:sp>
        <p:nvSpPr>
          <p:cNvPr id="4" name="Espace réservé du pied de page 3">
            <a:extLst xmlns:a="http://schemas.openxmlformats.org/drawingml/2006/main">
              <a:ext uri="{FF2B5EF4-FFF2-40B4-BE49-F238E27FC236}">
                <a16:creationId xmlns:a16="http://schemas.microsoft.com/office/drawing/2014/main" id="{4E5BF297-3DF8-2CCB-AEE0-329CC93E0F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5" name="Espace réservé du numéro de diapositive 4">
            <a:extLst xmlns:a="http://schemas.openxmlformats.org/drawingml/2006/main">
              <a:ext uri="{FF2B5EF4-FFF2-40B4-BE49-F238E27FC236}">
                <a16:creationId xmlns:a16="http://schemas.microsoft.com/office/drawing/2014/main" id="{8E9DB5D5-2553-C579-1837-7441961DFB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D75FED6-38D0-DE9C-92C0-6E7FA635581C}" type="slidenum">
              <a:t>1</a:t>
            </a:fld>
            <a:endParaRPr/>
          </a:p>
        </p:txBody>
      </p:sp>
      <p:sp>
        <p:nvSpPr>
          <p:cNvPr id="6" name="Espace réservé du texte 5">
            <a:extLst xmlns:a="http://schemas.openxmlformats.org/drawingml/2006/main">
              <a:ext uri="{FF2B5EF4-FFF2-40B4-BE49-F238E27FC236}">
                <a16:creationId xmlns:a16="http://schemas.microsoft.com/office/drawing/2014/main" id="{EB684C00-D4FA-3150-E899-44FC736C5B3A}"/>
              </a:ext>
            </a:extLst>
          </p:cNvPr>
          <p:cNvSpPr>
            <a:spLocks xmlns:a="http://schemas.openxmlformats.org/drawingml/2006/main" noGrp="1"/>
          </p:cNvSpPr>
          <p:nvPr>
            <p:ph type="body" idx="13"/>
          </p:nvPr>
        </p:nvSpPr>
        <p:spPr>
          <a:xfrm xmlns:a="http://schemas.openxmlformats.org/drawingml/2006/main">
            <a:off x="5741670" y="1997432"/>
            <a:ext cx="5753100" cy="1846659"/>
          </a:xfrm>
        </p:spPr>
        <p:txBody>
          <a:bodyPr xmlns:a="http://schemas.openxmlformats.org/drawingml/2006/main"/>
          <a:lstStyle xmlns:a="http://schemas.openxmlformats.org/drawingml/2006/main"/>
          <a:p xmlns:a="http://schemas.openxmlformats.org/drawingml/2006/main">
            <a:r>
              <a:t>AUDIT</a:t>
            </a:r>
          </a:p>
          <a:p xmlns:a="http://schemas.openxmlformats.org/drawingml/2006/main">
            <a:r>
              <a:t>DES BIAIS DE GENRE</a:t>
            </a:r>
          </a:p>
          <a:p xmlns:a="http://schemas.openxmlformats.org/drawingml/2006/main">
            <a:r>
              <a:t>DES IA GÉNÉRATIVES</a:t>
            </a:r>
          </a:p>
        </p:txBody>
      </p:sp>
      <p:pic>
        <p:nvPicPr>
          <p:cNvPr id="12" name="Image 6"/>
          <p:cNvPicPr>
            <a:picLocks xmlns:a="http://schemas.openxmlformats.org/drawingml/2006/main" noChangeAspect="1"/>
          </p:cNvPicPr>
          <p:nvPr/>
        </p:nvPicPr>
        <p:blipFill>
          <a:blip xmlns:r="http://schemas.openxmlformats.org/officeDocument/2006/relationships" xmlns:a="http://schemas.openxmlformats.org/drawingml/2006/main" r:embed="Rb69623e2ea3646fa"/>
          <a:stretch xmlns:a="http://schemas.openxmlformats.org/drawingml/2006/main">
            <a:fillRect l="0" t="0" r="0" b="0"/>
          </a:stretch>
        </p:blipFill>
        <p:spPr>
          <a:xfrm xmlns:a="http://schemas.openxmlformats.org/drawingml/2006/main">
            <a:off x="8894801" y="215724"/>
            <a:ext cx="3059437" cy="2309381"/>
          </a:xfrm>
          <a:prstGeom xmlns:a="http://schemas.openxmlformats.org/drawingml/2006/main" prst="rect">
            <a:avLst/>
          </a:prstGeom>
        </p:spPr>
      </p:pic>
    </p:spTree>
    <p:extLst>
      <p:ext uri="{BB962C8B-B14F-4D97-AF65-F5344CB8AC3E}">
        <p14:creationId xmlns:p14="http://schemas.microsoft.com/office/powerpoint/2010/main" val="315561225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Le biais dépend du niveau observé</a:t>
            </a:r>
          </a:p>
        </p:txBody>
      </p:sp>
      <p:sp>
        <p:nvSpPr>
          <p:cNvPr id="11" name="Espace réservé du contenu 10">
            <a:extLst xmlns:a="http://schemas.openxmlformats.org/drawingml/2006/main">
              <a:ext uri="{FF2B5EF4-FFF2-40B4-BE49-F238E27FC236}">
                <a16:creationId xmlns:a16="http://schemas.microsoft.com/office/drawing/2014/main" id="{10EFC138-9BFC-C52D-23B7-33842B52CC99}"/>
              </a:ext>
            </a:extLst>
          </p:cNvPr>
          <p:cNvSpPr>
            <a:spLocks xmlns:a="http://schemas.openxmlformats.org/drawingml/2006/main" noGrp="1"/>
          </p:cNvSpPr>
          <p:nvPr>
            <p:ph idx="1"/>
          </p:nvPr>
        </p:nvSpPr>
        <p:spPr>
          <a:xfrm xmlns:a="http://schemas.openxmlformats.org/drawingml/2006/main">
            <a:off x="634998" y="2038962"/>
            <a:ext cx="10922004" cy="1142877"/>
          </a:xfrm>
        </p:spPr>
        <p:txBody>
          <a:bodyPr xmlns:a="http://schemas.openxmlformats.org/drawingml/2006/main"/>
          <a:lstStyle xmlns:a="http://schemas.openxmlformats.org/drawingml/2006/main"/>
          <a:p xmlns:a="http://schemas.openxmlformats.org/drawingml/2006/main">
            <a:pPr marL="24" indent="-13">
              <a:spcAft>
                <a:spcPts val="9"/>
              </a:spcAft>
              <a:buChar char="•"/>
            </a:pPr>
            <a:r>
              <a:rPr sz="1500">
                <a:solidFill>
                  <a:srgbClr val="111515"/>
                </a:solidFill>
                <a:latin typeface="BNPPSans"/>
                <a:ea typeface="BNPPSans"/>
                <a:cs typeface="BNPPSans"/>
              </a:rPr>
              <a:t>Distinguer association latente, préférence de formulation et comportement généré.</a:t>
            </a:r>
          </a:p>
          <a:p xmlns:a="http://schemas.openxmlformats.org/drawingml/2006/main">
            <a:pPr marL="24" indent="-13">
              <a:spcAft>
                <a:spcPts val="9"/>
              </a:spcAft>
              <a:buChar char="•"/>
            </a:pPr>
            <a:r>
              <a:rPr sz="1500">
                <a:solidFill>
                  <a:srgbClr val="111515"/>
                </a:solidFill>
                <a:latin typeface="BNPPSans"/>
                <a:ea typeface="BNPPSans"/>
                <a:cs typeface="BNPPSans"/>
              </a:rPr>
              <a:t>Quantifier direction, amplitude, incertitude et multiplicité des tests.</a:t>
            </a:r>
          </a:p>
          <a:p xmlns:a="http://schemas.openxmlformats.org/drawingml/2006/main">
            <a:pPr marL="24" indent="-13">
              <a:spcAft>
                <a:spcPts val="9"/>
              </a:spcAft>
              <a:buChar char="•"/>
            </a:pPr>
            <a:r>
              <a:rPr sz="1500">
                <a:solidFill>
                  <a:srgbClr val="111515"/>
                </a:solidFill>
                <a:latin typeface="BNPPSans"/>
                <a:ea typeface="BNPPSans"/>
                <a:cs typeface="BNPPSans"/>
              </a:rPr>
              <a:t>Relier le signal statistique à son sens, sans confondre benchmark et discrimination.</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2598689-54C9-18A7-3A19-ED76AA08988F}" type="slidenum">
              <a:t>2</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328779"/>
            <a:ext cx="10922000" cy="221599"/>
          </a:xfrm>
        </p:spPr>
        <p:txBody>
          <a:bodyPr xmlns:a="http://schemas.openxmlformats.org/drawingml/2006/main"/>
          <a:lstStyle xmlns:a="http://schemas.openxmlformats.org/drawingml/2006/main"/>
          <a:p xmlns:a="http://schemas.openxmlformats.org/drawingml/2006/main">
            <a:r>
              <a:rPr sz="1600"/>
              <a:t>Question centrale : que mesure chaque indicateur, avec quelle incertitude et pour quel risque ?</a:t>
            </a:r>
          </a:p>
        </p:txBody>
      </p:sp>
    </p:spTree>
    <p:extLst>
      <p:ext uri="{BB962C8B-B14F-4D97-AF65-F5344CB8AC3E}">
        <p14:creationId xmlns:p14="http://schemas.microsoft.com/office/powerpoint/2010/main" val="3868090283"/>
      </p:ext>
    </p:extLst>
  </p:cSld>
</p:sld>
</file>

<file path=ppt/slides/slide3.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108" name="Espace réservé de la date 107">
            <a:extLst xmlns:a="http://schemas.openxmlformats.org/drawingml/2006/main">
              <a:ext uri="{FF2B5EF4-FFF2-40B4-BE49-F238E27FC236}">
                <a16:creationId xmlns:a16="http://schemas.microsoft.com/office/drawing/2014/main" id="{175F0A7D-47D3-BBE5-1C9A-FBA0B7F732D9}"/>
              </a:ext>
            </a:extLst>
          </p:cNvPr>
          <p:cNvSpPr>
            <a:spLocks xmlns:a="http://schemas.openxmlformats.org/drawingml/2006/main" noGrp="1"/>
          </p:cNvSpPr>
          <p:nvPr>
            <p:ph type="dt" idx="10"/>
          </p:nvPr>
        </p:nvSpPr>
        <p:spPr>
          <a:xfrm xmlns:a="http://schemas.openxmlformats.org/drawingml/2006/main">
            <a:off x="10594460" y="6369576"/>
            <a:ext cx="448841" cy="153888"/>
          </a:xfrm>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109" name="Espace réservé du pied de page 108">
            <a:extLst xmlns:a="http://schemas.openxmlformats.org/drawingml/2006/main">
              <a:ext uri="{FF2B5EF4-FFF2-40B4-BE49-F238E27FC236}">
                <a16:creationId xmlns:a16="http://schemas.microsoft.com/office/drawing/2014/main" id="{18B9191C-4B5F-BF65-31B0-EBBCE53DD896}"/>
              </a:ext>
            </a:extLst>
          </p:cNvPr>
          <p:cNvSpPr>
            <a:spLocks xmlns:a="http://schemas.openxmlformats.org/drawingml/2006/main" noGrp="1"/>
          </p:cNvSpPr>
          <p:nvPr>
            <p:ph type="ftr" idx="11"/>
          </p:nvPr>
        </p:nvSpPr>
        <p:spPr>
          <a:xfrm xmlns:a="http://schemas.openxmlformats.org/drawingml/2006/main" rot="10800000" flipH="1" flipV="1">
            <a:off x="8327623" y="6369576"/>
            <a:ext cx="2114140" cy="153888"/>
          </a:xfrm>
        </p:spPr>
        <p:txBody>
          <a:bodyPr xmlns:a="http://schemas.openxmlformats.org/drawingml/2006/main"/>
          <a:lstStyle xmlns:a="http://schemas.openxmlformats.org/drawingml/2006/main"/>
          <a:p xmlns:a="http://schemas.openxmlformats.org/drawingml/2006/main">
            <a:r>
              <a:t>•</a:t>
            </a:r>
          </a:p>
        </p:txBody>
      </p:sp>
      <p:sp>
        <p:nvSpPr>
          <p:cNvPr id="110" name="Espace réservé du numéro de diapositive 109">
            <a:extLst xmlns:a="http://schemas.openxmlformats.org/drawingml/2006/main">
              <a:ext uri="{FF2B5EF4-FFF2-40B4-BE49-F238E27FC236}">
                <a16:creationId xmlns:a16="http://schemas.microsoft.com/office/drawing/2014/main" id="{2867C991-00E7-F0D6-631B-F38BCD650496}"/>
              </a:ext>
            </a:extLst>
          </p:cNvPr>
          <p:cNvSpPr>
            <a:spLocks xmlns:a="http://schemas.openxmlformats.org/drawingml/2006/main" noGrp="1"/>
          </p:cNvSpPr>
          <p:nvPr>
            <p:ph type="sldNum" idx="12"/>
          </p:nvPr>
        </p:nvSpPr>
        <p:spPr>
          <a:xfrm xmlns:a="http://schemas.openxmlformats.org/drawingml/2006/main">
            <a:off x="6015849" y="6369576"/>
            <a:ext cx="160300" cy="153888"/>
          </a:xfrm>
        </p:spPr>
        <p:txBody>
          <a:bodyPr xmlns:a="http://schemas.openxmlformats.org/drawingml/2006/main"/>
          <a:lstStyle xmlns:a="http://schemas.openxmlformats.org/drawingml/2006/main"/>
          <a:p xmlns:a="http://schemas.openxmlformats.org/drawingml/2006/main">
            <a:fld id="{202359C0-8A7A-196E-DD58-8E6569619F09}" type="slidenum">
              <a:t>3</a:t>
            </a:fld>
            <a:endParaRPr/>
          </a:p>
        </p:txBody>
      </p:sp>
      <p:sp>
        <p:nvSpPr>
          <p:cNvPr id="10" name="Espace réservé du texte 9">
            <a:extLst xmlns:a="http://schemas.openxmlformats.org/drawingml/2006/main">
              <a:ext uri="{FF2B5EF4-FFF2-40B4-BE49-F238E27FC236}">
                <a16:creationId xmlns:a16="http://schemas.microsoft.com/office/drawing/2014/main" id="{1DC01277-AE22-1ACE-62A9-561A35004B41}"/>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t>1</a:t>
            </a:r>
          </a:p>
        </p:txBody>
      </p:sp>
      <p:sp>
        <p:nvSpPr>
          <p:cNvPr id="11" name="Espace réservé du texte 10">
            <a:extLst xmlns:a="http://schemas.openxmlformats.org/drawingml/2006/main">
              <a:ext uri="{FF2B5EF4-FFF2-40B4-BE49-F238E27FC236}">
                <a16:creationId xmlns:a16="http://schemas.microsoft.com/office/drawing/2014/main" id="{CF77DEA7-80AE-6E83-2C4F-2E2954B4AFAE}"/>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2</a:t>
            </a:r>
          </a:p>
        </p:txBody>
      </p:sp>
      <p:sp>
        <p:nvSpPr>
          <p:cNvPr id="12" name="Espace réservé du texte 11">
            <a:extLst xmlns:a="http://schemas.openxmlformats.org/drawingml/2006/main">
              <a:ext uri="{FF2B5EF4-FFF2-40B4-BE49-F238E27FC236}">
                <a16:creationId xmlns:a16="http://schemas.microsoft.com/office/drawing/2014/main" id="{52B6480E-A2E0-4C1E-1E85-EE32C9C81249}"/>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3</a:t>
            </a:r>
          </a:p>
        </p:txBody>
      </p:sp>
      <p:sp>
        <p:nvSpPr>
          <p:cNvPr id="13" name="Espace réservé du texte 12">
            <a:extLst xmlns:a="http://schemas.openxmlformats.org/drawingml/2006/main">
              <a:ext uri="{FF2B5EF4-FFF2-40B4-BE49-F238E27FC236}">
                <a16:creationId xmlns:a16="http://schemas.microsoft.com/office/drawing/2014/main" id="{2B057A05-8572-F9AB-0FD1-563F974D7543}"/>
              </a:ext>
            </a:extLst>
          </p:cNvPr>
          <p:cNvSpPr>
            <a:spLocks xmlns:a="http://schemas.openxmlformats.org/drawingml/2006/main" noGrp="1"/>
          </p:cNvSpPr>
          <p:nvPr>
            <p:ph type="body" idx="16"/>
          </p:nvPr>
        </p:nvSpPr>
        <p:spPr/>
        <p:txBody>
          <a:bodyPr xmlns:a="http://schemas.openxmlformats.org/drawingml/2006/main"/>
          <a:lstStyle xmlns:a="http://schemas.openxmlformats.org/drawingml/2006/main"/>
          <a:p xmlns:a="http://schemas.openxmlformats.org/drawingml/2006/main">
            <a:r>
              <a:t>4</a:t>
            </a:r>
          </a:p>
        </p:txBody>
      </p:sp>
      <p:sp>
        <p:nvSpPr>
          <p:cNvPr id="15" name="Espace réservé du texte 14">
            <a:extLst xmlns:a="http://schemas.openxmlformats.org/drawingml/2006/main">
              <a:ext uri="{FF2B5EF4-FFF2-40B4-BE49-F238E27FC236}">
                <a16:creationId xmlns:a16="http://schemas.microsoft.com/office/drawing/2014/main" id="{CBB0F847-8E5A-7BB5-3F72-7306FDFF3893}"/>
              </a:ext>
            </a:extLst>
          </p:cNvPr>
          <p:cNvSpPr>
            <a:spLocks xmlns:a="http://schemas.openxmlformats.org/drawingml/2006/main" noGrp="1"/>
          </p:cNvSpPr>
          <p:nvPr>
            <p:ph type="body" idx="18"/>
          </p:nvPr>
        </p:nvSpPr>
        <p:spPr>
          <a:xfrm xmlns:a="http://schemas.openxmlformats.org/drawingml/2006/main">
            <a:off x="2717801" y="3044569"/>
            <a:ext cx="4907434" cy="276999"/>
          </a:xfrm>
        </p:spPr>
        <p:txBody>
          <a:bodyPr xmlns:a="http://schemas.openxmlformats.org/drawingml/2006/main"/>
          <a:lstStyle xmlns:a="http://schemas.openxmlformats.org/drawingml/2006/main"/>
          <a:p xmlns:a="http://schemas.openxmlformats.org/drawingml/2006/main">
            <a:r>
              <a:rPr b="1"/>
              <a:t>PROTOCOLE EXPÉRIMENTAL 3 × 3</a:t>
            </a:r>
          </a:p>
        </p:txBody>
      </p:sp>
      <p:sp>
        <p:nvSpPr>
          <p:cNvPr id="16" name="Espace réservé du texte 15">
            <a:extLst xmlns:a="http://schemas.openxmlformats.org/drawingml/2006/main">
              <a:ext uri="{FF2B5EF4-FFF2-40B4-BE49-F238E27FC236}">
                <a16:creationId xmlns:a16="http://schemas.microsoft.com/office/drawing/2014/main" id="{BFC7EE57-DC11-ED64-054F-9FDF253C9FEE}"/>
              </a:ext>
            </a:extLst>
          </p:cNvPr>
          <p:cNvSpPr>
            <a:spLocks xmlns:a="http://schemas.openxmlformats.org/drawingml/2006/main" noGrp="1"/>
          </p:cNvSpPr>
          <p:nvPr>
            <p:ph type="body" idx="19"/>
          </p:nvPr>
        </p:nvSpPr>
        <p:spPr>
          <a:xfrm xmlns:a="http://schemas.openxmlformats.org/drawingml/2006/main">
            <a:off x="2717801" y="3916316"/>
            <a:ext cx="4907434" cy="276999"/>
          </a:xfrm>
        </p:spPr>
        <p:txBody>
          <a:bodyPr xmlns:a="http://schemas.openxmlformats.org/drawingml/2006/main"/>
          <a:lstStyle xmlns:a="http://schemas.openxmlformats.org/drawingml/2006/main"/>
          <a:p xmlns:a="http://schemas.openxmlformats.org/drawingml/2006/main">
            <a:r>
              <a:rPr b="1"/>
              <a:t>RÉSULTATS &amp; INCERTITUDE</a:t>
            </a:r>
          </a:p>
        </p:txBody>
      </p:sp>
      <p:sp>
        <p:nvSpPr>
          <p:cNvPr id="17" name="Espace réservé du texte 16">
            <a:extLst xmlns:a="http://schemas.openxmlformats.org/drawingml/2006/main">
              <a:ext uri="{FF2B5EF4-FFF2-40B4-BE49-F238E27FC236}">
                <a16:creationId xmlns:a16="http://schemas.microsoft.com/office/drawing/2014/main" id="{D21D70DC-2B15-141F-21C9-FCF0AE7720AB}"/>
              </a:ext>
            </a:extLst>
          </p:cNvPr>
          <p:cNvSpPr>
            <a:spLocks xmlns:a="http://schemas.openxmlformats.org/drawingml/2006/main" noGrp="1"/>
          </p:cNvSpPr>
          <p:nvPr>
            <p:ph type="body" idx="20"/>
          </p:nvPr>
        </p:nvSpPr>
        <p:spPr>
          <a:xfrm xmlns:a="http://schemas.openxmlformats.org/drawingml/2006/main">
            <a:off x="2717801" y="4788063"/>
            <a:ext cx="4907434" cy="276999"/>
          </a:xfrm>
        </p:spPr>
        <p:txBody>
          <a:bodyPr xmlns:a="http://schemas.openxmlformats.org/drawingml/2006/main"/>
          <a:lstStyle xmlns:a="http://schemas.openxmlformats.org/drawingml/2006/main"/>
          <a:p xmlns:a="http://schemas.openxmlformats.org/drawingml/2006/main">
            <a:r>
              <a:rPr b="1"/>
              <a:t>GOUVERNANCE &amp; LIMITES</a:t>
            </a:r>
          </a:p>
        </p:txBody>
      </p:sp>
      <p:sp>
        <p:nvSpPr>
          <p:cNvPr id="18" name="Espace réservé du texte 48">
            <a:extLst xmlns:a="http://schemas.openxmlformats.org/drawingml/2006/main">
              <a:ext uri="{FF2B5EF4-FFF2-40B4-BE49-F238E27FC236}">
                <a16:creationId xmlns:a16="http://schemas.microsoft.com/office/drawing/2014/main" id="{06E1DB4B-611C-99DE-9C94-59E823C0CE0A}"/>
              </a:ext>
            </a:extLst>
          </p:cNvPr>
          <p:cNvSpPr>
            <a:spLocks xmlns:a="http://schemas.openxmlformats.org/drawingml/2006/main" noGrp="1"/>
          </p:cNvSpPr>
          <p:nvPr>
            <p:ph type="body" idx="17"/>
          </p:nvPr>
        </p:nvSpPr>
        <p:spPr>
          <a:xfrm xmlns:a="http://schemas.openxmlformats.org/drawingml/2006/main">
            <a:off x="2717800" y="2185957"/>
            <a:ext cx="4907434" cy="249299"/>
          </a:xfrm>
        </p:spPr>
        <p:txBody>
          <a:bodyPr xmlns:a="http://schemas.openxmlformats.org/drawingml/2006/main" wrap="none" anchor="ctr"/>
          <a:lstStyle xmlns:a="http://schemas.openxmlformats.org/drawingml/2006/main">
            <a:lvl1pPr>
              <a:lnSpc>
                <a:spcPct val="100000"/>
              </a:lnSpc>
              <a:spcBef>
                <a:spcPts val="0"/>
              </a:spcBef>
              <a:buNone/>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rPr b="1"/>
              <a:t>PROBLÉMATIQUE &amp; MÉTRIQUES</a:t>
            </a:r>
          </a:p>
        </p:txBody>
      </p:sp>
    </p:spTree>
    <p:extLst>
      <p:ext uri="{BB962C8B-B14F-4D97-AF65-F5344CB8AC3E}">
        <p14:creationId xmlns:p14="http://schemas.microsoft.com/office/powerpoint/2010/main" val="27112605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769D38E2-215E-D626-30B1-38B92668C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AE2781D8-0E0C-0FB5-40FD-77C569139C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47E0EA58-DE95-4758-5E65-67AC9634B6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D6AB9A-5F9E-5F59-51AB-3C8734130965}" type="slidenum">
              <a:t>4</a:t>
            </a:fld>
            <a:endParaRPr/>
          </a:p>
        </p:txBody>
      </p:sp>
      <p:sp>
        <p:nvSpPr>
          <p:cNvPr id="21" name="Espace réservé du texte 20">
            <a:extLst xmlns:a="http://schemas.openxmlformats.org/drawingml/2006/main">
              <a:ext uri="{FF2B5EF4-FFF2-40B4-BE49-F238E27FC236}">
                <a16:creationId xmlns:a16="http://schemas.microsoft.com/office/drawing/2014/main" id="{3CCB0AFB-F816-21AD-FAE7-19FDF6681C15}"/>
              </a:ext>
            </a:extLst>
          </p:cNvPr>
          <p:cNvSpPr>
            <a:spLocks xmlns:a="http://schemas.openxmlformats.org/drawingml/2006/main" noGrp="1"/>
          </p:cNvSpPr>
          <p:nvPr>
            <p:ph type="body" idx="13"/>
          </p:nvPr>
        </p:nvSpPr>
        <p:spPr>
          <a:xfrm xmlns:a="http://schemas.openxmlformats.org/drawingml/2006/main">
            <a:off x="6787484" y="2218046"/>
            <a:ext cx="5404516" cy="1615827"/>
          </a:xfrm>
        </p:spPr>
        <p:txBody>
          <a:bodyPr xmlns:a="http://schemas.openxmlformats.org/drawingml/2006/main"/>
          <a:lstStyle xmlns:a="http://schemas.openxmlformats.org/drawingml/2006/main"/>
          <a:p xmlns:a="http://schemas.openxmlformats.org/drawingml/2006/main">
            <a:r>
              <a:rPr sz="3500" b="1" cap="all">
                <a:solidFill>
                  <a:schemeClr val="bg1"/>
                </a:solidFill>
              </a:rPr>
              <a:t>UN BIAIS,</a:t>
            </a:r>
          </a:p>
          <a:p xmlns:a="http://schemas.openxmlformats.org/drawingml/2006/main">
            <a:r>
              <a:rPr sz="3500" b="1" cap="all">
                <a:solidFill>
                  <a:schemeClr val="bg1"/>
                </a:solidFill>
              </a:rPr>
              <a:t>TROIS NIVEAUX</a:t>
            </a:r>
          </a:p>
          <a:p xmlns:a="http://schemas.openxmlformats.org/drawingml/2006/main">
            <a:r>
              <a:rPr sz="3500" b="1" cap="all">
                <a:solidFill>
                  <a:schemeClr val="bg1"/>
                </a:solidFill>
              </a:rPr>
              <a:t>D'OBSERVATION</a:t>
            </a:r>
          </a:p>
        </p:txBody>
      </p:sp>
    </p:spTree>
    <p:extLst>
      <p:ext uri="{BB962C8B-B14F-4D97-AF65-F5344CB8AC3E}">
        <p14:creationId xmlns:p14="http://schemas.microsoft.com/office/powerpoint/2010/main" val="26774323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Trois familles répondent à trois questions différentes</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E5B3003-2C54-13C6-9832-7637201064DE}" type="slidenum">
              <a:t>5</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Les métriques sont complémentaires ; leurs unités ne sont pas additionnables.</a:t>
            </a:r>
          </a:p>
        </p:txBody>
      </p:sp>
      <p:sp>
        <p:nvSpPr>
          <p:cNvPr id="67" name="ZoneTexte 66">
            <a:extLst xmlns:a="http://schemas.openxmlformats.org/drawingml/2006/main">
              <a:ext uri="{FF2B5EF4-FFF2-40B4-BE49-F238E27FC236}">
                <a16:creationId xmlns:a16="http://schemas.microsoft.com/office/drawing/2014/main" id="{D84494C2-769C-89F2-1744-9605E4FB2577}"/>
              </a:ext>
            </a:extLst>
          </p:cNvPr>
          <p:cNvSpPr>
            <a:spLocks xmlns:a="http://schemas.openxmlformats.org/drawingml/2006/main" noGrp="1"/>
          </p:cNvSpPr>
          <p:nvPr/>
        </p:nvSpPr>
        <p:spPr>
          <a:xfrm xmlns:a="http://schemas.openxmlformats.org/drawingml/2006/main" rot="0" flipH="0" flipV="0">
            <a:off x="1069679" y="40606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1"/>
                </a:solidFill>
                <a:latin typeface="BNPPSans"/>
                <a:ea typeface="BNPPSans"/>
                <a:cs typeface="BNPPSans"/>
              </a:rPr>
              <a:t>Que contient l'espace latent ? </a:t>
            </a:r>
            <a:r>
              <a:rPr sz="1400">
                <a:solidFill>
                  <a:srgbClr val="111515"/>
                </a:solidFill>
                <a:latin typeface="BNPPSans"/>
                <a:ea typeface="BNPPSans"/>
                <a:cs typeface="BNPPSans"/>
              </a:rPr>
              <a:t>WEAT, SEAT et projection directe mesurent la géométrie des associations.</a:t>
            </a:r>
          </a:p>
        </p:txBody>
      </p:sp>
      <p:sp>
        <p:nvSpPr>
          <p:cNvPr id="68" name="ZoneTexte 67">
            <a:extLst xmlns:a="http://schemas.openxmlformats.org/drawingml/2006/main">
              <a:ext uri="{FF2B5EF4-FFF2-40B4-BE49-F238E27FC236}">
                <a16:creationId xmlns:a16="http://schemas.microsoft.com/office/drawing/2014/main" id="{71A338CD-6AA1-24F8-D823-377F77F27A1F}"/>
              </a:ext>
            </a:extLst>
          </p:cNvPr>
          <p:cNvSpPr>
            <a:spLocks xmlns:a="http://schemas.openxmlformats.org/drawingml/2006/main" noGrp="1"/>
          </p:cNvSpPr>
          <p:nvPr/>
        </p:nvSpPr>
        <p:spPr>
          <a:xfrm xmlns:a="http://schemas.openxmlformats.org/drawingml/2006/main" rot="0" flipH="0" flipV="0">
            <a:off x="4580104" y="40606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4"/>
                </a:solidFill>
                <a:latin typeface="BNPPSans"/>
                <a:ea typeface="BNPPSans"/>
                <a:cs typeface="BNPPSans"/>
              </a:rPr>
              <a:t>Quelle phrase est favorisée ? </a:t>
            </a:r>
            <a:r>
              <a:rPr sz="1400">
                <a:solidFill>
                  <a:srgbClr val="111515"/>
                </a:solidFill>
                <a:latin typeface="BNPPSans"/>
                <a:ea typeface="BNPPSans"/>
                <a:cs typeface="BNPPSans"/>
              </a:rPr>
              <a:t>LPBS, PLL, AUL et AULA comparent des formulations contrefactuelles.</a:t>
            </a:r>
          </a:p>
        </p:txBody>
      </p:sp>
      <p:sp>
        <p:nvSpPr>
          <p:cNvPr id="69" name="ZoneTexte 68">
            <a:extLst xmlns:a="http://schemas.openxmlformats.org/drawingml/2006/main">
              <a:ext uri="{FF2B5EF4-FFF2-40B4-BE49-F238E27FC236}">
                <a16:creationId xmlns:a16="http://schemas.microsoft.com/office/drawing/2014/main" id="{14E2B19D-DC7E-3444-FE14-83C2DB36EB85}"/>
              </a:ext>
            </a:extLst>
          </p:cNvPr>
          <p:cNvSpPr>
            <a:spLocks xmlns:a="http://schemas.openxmlformats.org/drawingml/2006/main" noGrp="1"/>
          </p:cNvSpPr>
          <p:nvPr/>
        </p:nvSpPr>
        <p:spPr>
          <a:xfrm xmlns:a="http://schemas.openxmlformats.org/drawingml/2006/main" rot="0" flipH="0" flipV="0">
            <a:off x="8039238" y="40606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5"/>
                </a:solidFill>
                <a:latin typeface="BNPPSans"/>
                <a:ea typeface="BNPPSans"/>
                <a:cs typeface="BNPPSans"/>
              </a:rPr>
              <a:t>Que change le texte visible ? </a:t>
            </a:r>
            <a:r>
              <a:rPr sz="1400">
                <a:solidFill>
                  <a:srgbClr val="111515"/>
                </a:solidFill>
                <a:latin typeface="BNPPSans"/>
                <a:ea typeface="BNPPSans"/>
                <a:cs typeface="BNPPSans"/>
              </a:rPr>
              <a:t>Lexiques, polarité, refus, longueur et divergence se rapprochent de l'usage.</a:t>
            </a:r>
          </a:p>
        </p:txBody>
      </p:sp>
      <p:sp>
        <p:nvSpPr>
          <p:cNvPr id="81" name="Arc 80">
            <a:extLst xmlns:a="http://schemas.openxmlformats.org/drawingml/2006/main">
              <a:ext uri="{FF2B5EF4-FFF2-40B4-BE49-F238E27FC236}">
                <a16:creationId xmlns:a16="http://schemas.microsoft.com/office/drawing/2014/main" id="{6487BA8F-B1E6-E0E6-B291-0AA60A4BB19A}"/>
              </a:ext>
            </a:extLst>
          </p:cNvPr>
          <p:cNvSpPr>
            <a:spLocks xmlns:a="http://schemas.openxmlformats.org/drawingml/2006/main" noGrp="1"/>
          </p:cNvSpPr>
          <p:nvPr/>
        </p:nvSpPr>
        <p:spPr>
          <a:xfrm xmlns:a="http://schemas.openxmlformats.org/drawingml/2006/main" rot="0" flipH="0" flipV="0">
            <a:off x="208773" y="-1126682"/>
            <a:ext cx="4738654" cy="4738654"/>
          </a:xfrm>
          <a:prstGeom xmlns:a="http://schemas.openxmlformats.org/drawingml/2006/main" prst="arc">
            <a:avLst>
              <a:gd name="adj1" fmla="val 2980135"/>
              <a:gd name="adj2" fmla="val 7853221"/>
            </a:avLst>
          </a:prstGeom>
          <a:ln xmlns:a="http://schemas.openxmlformats.org/drawingml/2006/main" w="209550">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Arc 81">
            <a:extLst xmlns:a="http://schemas.openxmlformats.org/drawingml/2006/main">
              <a:ext uri="{FF2B5EF4-FFF2-40B4-BE49-F238E27FC236}">
                <a16:creationId xmlns:a16="http://schemas.microsoft.com/office/drawing/2014/main" id="{6BA6E26E-E1D8-D78E-2F41-C3219F3B8EC1}"/>
              </a:ext>
            </a:extLst>
          </p:cNvPr>
          <p:cNvSpPr>
            <a:spLocks xmlns:a="http://schemas.openxmlformats.org/drawingml/2006/main" noGrp="1"/>
          </p:cNvSpPr>
          <p:nvPr/>
        </p:nvSpPr>
        <p:spPr>
          <a:xfrm xmlns:a="http://schemas.openxmlformats.org/drawingml/2006/main" rot="0" flipH="0" flipV="0">
            <a:off x="7244573" y="-1101282"/>
            <a:ext cx="4738654" cy="4738654"/>
          </a:xfrm>
          <a:prstGeom xmlns:a="http://schemas.openxmlformats.org/drawingml/2006/main" prst="arc">
            <a:avLst>
              <a:gd name="adj1" fmla="val 2913011"/>
              <a:gd name="adj2" fmla="val 7892968"/>
            </a:avLst>
          </a:prstGeom>
          <a:ln xmlns:a="http://schemas.openxmlformats.org/drawingml/2006/main" w="209550">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Arc 82">
            <a:extLst xmlns:a="http://schemas.openxmlformats.org/drawingml/2006/main">
              <a:ext uri="{FF2B5EF4-FFF2-40B4-BE49-F238E27FC236}">
                <a16:creationId xmlns:a16="http://schemas.microsoft.com/office/drawing/2014/main" id="{06E1EE22-6F1D-E91B-16E0-798E4451881F}"/>
              </a:ext>
            </a:extLst>
          </p:cNvPr>
          <p:cNvSpPr>
            <a:spLocks xmlns:a="http://schemas.openxmlformats.org/drawingml/2006/main" noGrp="1"/>
          </p:cNvSpPr>
          <p:nvPr/>
        </p:nvSpPr>
        <p:spPr>
          <a:xfrm xmlns:a="http://schemas.openxmlformats.org/drawingml/2006/main" rot="10800000" flipH="0" flipV="0">
            <a:off x="3719199" y="2110856"/>
            <a:ext cx="4738654" cy="4738654"/>
          </a:xfrm>
          <a:prstGeom xmlns:a="http://schemas.openxmlformats.org/drawingml/2006/main" prst="arc">
            <a:avLst>
              <a:gd name="adj1" fmla="val 3012063"/>
              <a:gd name="adj2" fmla="val 7792248"/>
            </a:avLst>
          </a:prstGeom>
          <a:ln xmlns:a="http://schemas.openxmlformats.org/drawingml/2006/main" w="209550">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ZoneTexte 87">
            <a:extLst xmlns:a="http://schemas.openxmlformats.org/drawingml/2006/main">
              <a:ext uri="{FF2B5EF4-FFF2-40B4-BE49-F238E27FC236}">
                <a16:creationId xmlns:a16="http://schemas.microsoft.com/office/drawing/2014/main" id="{91F75A7D-2CE8-41FC-7CF6-762102EFCBC2}"/>
              </a:ext>
            </a:extLst>
          </p:cNvPr>
          <p:cNvSpPr>
            <a:spLocks xmlns:a="http://schemas.openxmlformats.org/drawingml/2006/main" noGrp="1"/>
          </p:cNvSpPr>
          <p:nvPr/>
        </p:nvSpPr>
        <p:spPr>
          <a:xfrm xmlns:a="http://schemas.openxmlformats.org/drawingml/2006/main" rot="0" flipH="0" flipV="0">
            <a:off x="1069679" y="2644617"/>
            <a:ext cx="3016842"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pPr>
            <a:r>
              <a:rPr sz="1400" b="1">
                <a:solidFill>
                  <a:schemeClr val="accent1"/>
                </a:solidFill>
                <a:latin typeface="BNPPSans"/>
                <a:ea typeface="BNPPSans"/>
                <a:cs typeface="BNPPSans"/>
              </a:rPr>
              <a:t>EMBEDDINGS</a:t>
            </a:r>
          </a:p>
          <a:p xmlns:a="http://schemas.openxmlformats.org/drawingml/2006/main">
            <a:pPr algn="ctr">
              <a:buNone/>
            </a:pPr>
            <a:r>
              <a:rPr sz="1400" b="1">
                <a:solidFill>
                  <a:schemeClr val="accent1"/>
                </a:solidFill>
                <a:latin typeface="BNPPSans"/>
                <a:ea typeface="BNPPSans"/>
                <a:cs typeface="BNPPSans"/>
              </a:rPr>
              <a:t>ASSOCIATIONS</a:t>
            </a:r>
          </a:p>
        </p:txBody>
      </p:sp>
      <p:sp>
        <p:nvSpPr>
          <p:cNvPr id="89" name="ZoneTexte 88">
            <a:extLst xmlns:a="http://schemas.openxmlformats.org/drawingml/2006/main">
              <a:ext uri="{FF2B5EF4-FFF2-40B4-BE49-F238E27FC236}">
                <a16:creationId xmlns:a16="http://schemas.microsoft.com/office/drawing/2014/main" id="{379377F0-B61A-D367-5039-479541D52D03}"/>
              </a:ext>
            </a:extLst>
          </p:cNvPr>
          <p:cNvSpPr>
            <a:spLocks xmlns:a="http://schemas.openxmlformats.org/drawingml/2006/main" noGrp="1"/>
          </p:cNvSpPr>
          <p:nvPr/>
        </p:nvSpPr>
        <p:spPr>
          <a:xfrm xmlns:a="http://schemas.openxmlformats.org/drawingml/2006/main" rot="0" flipH="0" flipV="0">
            <a:off x="4580104" y="2644617"/>
            <a:ext cx="3016842"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pPr>
            <a:r>
              <a:rPr sz="1400" b="1">
                <a:solidFill>
                  <a:schemeClr val="accent4"/>
                </a:solidFill>
                <a:latin typeface="BNPPSans"/>
                <a:ea typeface="BNPPSans"/>
                <a:cs typeface="BNPPSans"/>
              </a:rPr>
              <a:t>PROBABILITÉS</a:t>
            </a:r>
          </a:p>
          <a:p xmlns:a="http://schemas.openxmlformats.org/drawingml/2006/main">
            <a:pPr algn="ctr">
              <a:buNone/>
            </a:pPr>
            <a:r>
              <a:rPr sz="1400" b="1">
                <a:solidFill>
                  <a:schemeClr val="accent4"/>
                </a:solidFill>
                <a:latin typeface="BNPPSans"/>
                <a:ea typeface="BNPPSans"/>
                <a:cs typeface="BNPPSans"/>
              </a:rPr>
              <a:t>FORMULATIONS</a:t>
            </a:r>
          </a:p>
        </p:txBody>
      </p:sp>
      <p:sp>
        <p:nvSpPr>
          <p:cNvPr id="90" name="ZoneTexte 89">
            <a:extLst xmlns:a="http://schemas.openxmlformats.org/drawingml/2006/main">
              <a:ext uri="{FF2B5EF4-FFF2-40B4-BE49-F238E27FC236}">
                <a16:creationId xmlns:a16="http://schemas.microsoft.com/office/drawing/2014/main" id="{F2B23B09-014D-95EC-A47F-0DC6718CD377}"/>
              </a:ext>
            </a:extLst>
          </p:cNvPr>
          <p:cNvSpPr>
            <a:spLocks xmlns:a="http://schemas.openxmlformats.org/drawingml/2006/main" noGrp="1"/>
          </p:cNvSpPr>
          <p:nvPr/>
        </p:nvSpPr>
        <p:spPr>
          <a:xfrm xmlns:a="http://schemas.openxmlformats.org/drawingml/2006/main" rot="0" flipH="0" flipV="0">
            <a:off x="7941485" y="2644617"/>
            <a:ext cx="3209891"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pPr>
            <a:r>
              <a:rPr sz="1400" b="1">
                <a:solidFill>
                  <a:schemeClr val="accent5"/>
                </a:solidFill>
                <a:latin typeface="BNPPSans"/>
                <a:ea typeface="BNPPSans"/>
                <a:cs typeface="BNPPSans"/>
              </a:rPr>
              <a:t>GÉNÉRATIONS</a:t>
            </a:r>
          </a:p>
          <a:p xmlns:a="http://schemas.openxmlformats.org/drawingml/2006/main">
            <a:pPr algn="ctr">
              <a:buNone/>
            </a:pPr>
            <a:r>
              <a:rPr sz="1400" b="1">
                <a:solidFill>
                  <a:schemeClr val="accent5"/>
                </a:solidFill>
                <a:latin typeface="BNPPSans"/>
                <a:ea typeface="BNPPSans"/>
                <a:cs typeface="BNPPSans"/>
              </a:rPr>
              <a:t>COMPORTEMENTS</a:t>
            </a:r>
          </a:p>
        </p:txBody>
      </p:sp>
      <p:sp>
        <p:nvSpPr>
          <p:cNvPr id="95" name="Arc 94">
            <a:extLst xmlns:a="http://schemas.openxmlformats.org/drawingml/2006/main">
              <a:ext uri="{FF2B5EF4-FFF2-40B4-BE49-F238E27FC236}">
                <a16:creationId xmlns:a16="http://schemas.microsoft.com/office/drawing/2014/main" id="{32635986-1502-05D1-B1A4-712058B46612}"/>
              </a:ext>
            </a:extLst>
          </p:cNvPr>
          <p:cNvSpPr>
            <a:spLocks xmlns:a="http://schemas.openxmlformats.org/drawingml/2006/main" noGrp="1"/>
          </p:cNvSpPr>
          <p:nvPr/>
        </p:nvSpPr>
        <p:spPr>
          <a:xfrm xmlns:a="http://schemas.openxmlformats.org/drawingml/2006/main" rot="0" flipH="0" flipV="0">
            <a:off x="208773" y="-1126682"/>
            <a:ext cx="4738654" cy="4738654"/>
          </a:xfrm>
          <a:prstGeom xmlns:a="http://schemas.openxmlformats.org/drawingml/2006/main" prst="arc">
            <a:avLst>
              <a:gd name="adj1" fmla="val 6038531"/>
              <a:gd name="adj2" fmla="val 7853221"/>
            </a:avLst>
          </a:prstGeom>
          <a:ln xmlns:a="http://schemas.openxmlformats.org/drawingml/2006/main" w="209550">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6" name="Arc 95">
            <a:extLst xmlns:a="http://schemas.openxmlformats.org/drawingml/2006/main">
              <a:ext uri="{FF2B5EF4-FFF2-40B4-BE49-F238E27FC236}">
                <a16:creationId xmlns:a16="http://schemas.microsoft.com/office/drawing/2014/main" id="{A9C02234-2C98-0227-DD47-F665497D8A85}"/>
              </a:ext>
            </a:extLst>
          </p:cNvPr>
          <p:cNvSpPr>
            <a:spLocks xmlns:a="http://schemas.openxmlformats.org/drawingml/2006/main" noGrp="1"/>
          </p:cNvSpPr>
          <p:nvPr/>
        </p:nvSpPr>
        <p:spPr>
          <a:xfrm xmlns:a="http://schemas.openxmlformats.org/drawingml/2006/main" rot="0" flipH="0" flipV="0">
            <a:off x="208773" y="-1126682"/>
            <a:ext cx="4738654" cy="4738654"/>
          </a:xfrm>
          <a:prstGeom xmlns:a="http://schemas.openxmlformats.org/drawingml/2006/main" prst="arc">
            <a:avLst>
              <a:gd name="adj1" fmla="val 7428580"/>
              <a:gd name="adj2" fmla="val 7853221"/>
            </a:avLst>
          </a:prstGeom>
          <a:ln xmlns:a="http://schemas.openxmlformats.org/drawingml/2006/main" w="209550">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Arc 98">
            <a:extLst xmlns:a="http://schemas.openxmlformats.org/drawingml/2006/main">
              <a:ext uri="{FF2B5EF4-FFF2-40B4-BE49-F238E27FC236}">
                <a16:creationId xmlns:a16="http://schemas.microsoft.com/office/drawing/2014/main" id="{CF6E8C31-93F0-EF25-8B43-BE760BBBC2F8}"/>
              </a:ext>
            </a:extLst>
          </p:cNvPr>
          <p:cNvSpPr>
            <a:spLocks xmlns:a="http://schemas.openxmlformats.org/drawingml/2006/main" noGrp="1"/>
          </p:cNvSpPr>
          <p:nvPr/>
        </p:nvSpPr>
        <p:spPr>
          <a:xfrm xmlns:a="http://schemas.openxmlformats.org/drawingml/2006/main" rot="0" flipH="0" flipV="0">
            <a:off x="7244573" y="-1101282"/>
            <a:ext cx="4738654" cy="4738654"/>
          </a:xfrm>
          <a:prstGeom xmlns:a="http://schemas.openxmlformats.org/drawingml/2006/main" prst="arc">
            <a:avLst>
              <a:gd name="adj1" fmla="val 2900238"/>
              <a:gd name="adj2" fmla="val 5149825"/>
            </a:avLst>
          </a:prstGeom>
          <a:ln xmlns:a="http://schemas.openxmlformats.org/drawingml/2006/main" w="209550">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Arc 99">
            <a:extLst xmlns:a="http://schemas.openxmlformats.org/drawingml/2006/main">
              <a:ext uri="{FF2B5EF4-FFF2-40B4-BE49-F238E27FC236}">
                <a16:creationId xmlns:a16="http://schemas.microsoft.com/office/drawing/2014/main" id="{35377320-B4E0-C290-BB56-DE61B198D1F4}"/>
              </a:ext>
            </a:extLst>
          </p:cNvPr>
          <p:cNvSpPr>
            <a:spLocks xmlns:a="http://schemas.openxmlformats.org/drawingml/2006/main" noGrp="1"/>
          </p:cNvSpPr>
          <p:nvPr/>
        </p:nvSpPr>
        <p:spPr>
          <a:xfrm xmlns:a="http://schemas.openxmlformats.org/drawingml/2006/main" rot="0" flipH="0" flipV="0">
            <a:off x="7244573" y="-1101282"/>
            <a:ext cx="4738654" cy="4738654"/>
          </a:xfrm>
          <a:prstGeom xmlns:a="http://schemas.openxmlformats.org/drawingml/2006/main" prst="arc">
            <a:avLst>
              <a:gd name="adj1" fmla="val 2886484"/>
              <a:gd name="adj2" fmla="val 3522934"/>
            </a:avLst>
          </a:prstGeom>
          <a:ln xmlns:a="http://schemas.openxmlformats.org/drawingml/2006/main" w="209550">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Arc 104">
            <a:extLst xmlns:a="http://schemas.openxmlformats.org/drawingml/2006/main">
              <a:ext uri="{FF2B5EF4-FFF2-40B4-BE49-F238E27FC236}">
                <a16:creationId xmlns:a16="http://schemas.microsoft.com/office/drawing/2014/main" id="{D5B955F3-22ED-9691-061B-F5B8EB39609B}"/>
              </a:ext>
            </a:extLst>
          </p:cNvPr>
          <p:cNvSpPr>
            <a:spLocks xmlns:a="http://schemas.openxmlformats.org/drawingml/2006/main" noGrp="1"/>
          </p:cNvSpPr>
          <p:nvPr/>
        </p:nvSpPr>
        <p:spPr>
          <a:xfrm xmlns:a="http://schemas.openxmlformats.org/drawingml/2006/main" rot="10800000" flipH="0" flipV="0">
            <a:off x="3719199" y="2110857"/>
            <a:ext cx="4738654" cy="4738654"/>
          </a:xfrm>
          <a:prstGeom xmlns:a="http://schemas.openxmlformats.org/drawingml/2006/main" prst="arc">
            <a:avLst>
              <a:gd name="adj1" fmla="val 4626300"/>
              <a:gd name="adj2" fmla="val 6163932"/>
            </a:avLst>
          </a:prstGeom>
          <a:ln xmlns:a="http://schemas.openxmlformats.org/drawingml/2006/main" w="209550">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 name="Arc 105">
            <a:extLst xmlns:a="http://schemas.openxmlformats.org/drawingml/2006/main">
              <a:ext uri="{FF2B5EF4-FFF2-40B4-BE49-F238E27FC236}">
                <a16:creationId xmlns:a16="http://schemas.microsoft.com/office/drawing/2014/main" id="{284211A7-9EC6-8BF6-6E62-9C9BB6FA1F6F}"/>
              </a:ext>
            </a:extLst>
          </p:cNvPr>
          <p:cNvSpPr>
            <a:spLocks xmlns:a="http://schemas.openxmlformats.org/drawingml/2006/main" noGrp="1"/>
          </p:cNvSpPr>
          <p:nvPr/>
        </p:nvSpPr>
        <p:spPr>
          <a:xfrm xmlns:a="http://schemas.openxmlformats.org/drawingml/2006/main" rot="10800000" flipH="0" flipV="0">
            <a:off x="3719199" y="2110857"/>
            <a:ext cx="4738654" cy="4738654"/>
          </a:xfrm>
          <a:prstGeom xmlns:a="http://schemas.openxmlformats.org/drawingml/2006/main" prst="arc">
            <a:avLst>
              <a:gd name="adj1" fmla="val 5315167"/>
              <a:gd name="adj2" fmla="val 5463512"/>
            </a:avLst>
          </a:prstGeom>
          <a:ln xmlns:a="http://schemas.openxmlformats.org/drawingml/2006/main" w="209550">
            <a:solidFill>
              <a:srgbClr val="EACAD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21633759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769D38E2-215E-D626-30B1-38B92668C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AE2781D8-0E0C-0FB5-40FD-77C569139C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47E0EA58-DE95-4758-5E65-67AC9634B6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C630A04-5A25-9E0C-9436-126091DB86B3}" type="slidenum">
              <a:t>6</a:t>
            </a:fld>
            <a:endParaRPr/>
          </a:p>
        </p:txBody>
      </p:sp>
      <p:sp>
        <p:nvSpPr>
          <p:cNvPr id="21" name="Espace réservé du texte 20">
            <a:extLst xmlns:a="http://schemas.openxmlformats.org/drawingml/2006/main">
              <a:ext uri="{FF2B5EF4-FFF2-40B4-BE49-F238E27FC236}">
                <a16:creationId xmlns:a16="http://schemas.microsoft.com/office/drawing/2014/main" id="{3CCB0AFB-F816-21AD-FAE7-19FDF6681C15}"/>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3500" b="1" cap="all">
                <a:solidFill>
                  <a:schemeClr val="bg1"/>
                </a:solidFill>
              </a:rPr>
              <a:t>UN PROTOCOLE</a:t>
            </a:r>
          </a:p>
          <a:p xmlns:a="http://schemas.openxmlformats.org/drawingml/2006/main">
            <a:r>
              <a:rPr sz="3500" b="1" cap="all">
                <a:solidFill>
                  <a:schemeClr val="bg1"/>
                </a:solidFill>
              </a:rPr>
              <a:t>APPARIÉ, TRAÇABLE</a:t>
            </a:r>
          </a:p>
          <a:p xmlns:a="http://schemas.openxmlformats.org/drawingml/2006/main">
            <a:r>
              <a:rPr sz="3500" b="1" cap="all">
                <a:solidFill>
                  <a:schemeClr val="bg1"/>
                </a:solidFill>
              </a:rPr>
              <a:t>ET REPRODUCTIBLE</a:t>
            </a:r>
          </a:p>
        </p:txBody>
      </p:sp>
    </p:spTree>
    <p:extLst>
      <p:ext uri="{BB962C8B-B14F-4D97-AF65-F5344CB8AC3E}">
        <p14:creationId xmlns:p14="http://schemas.microsoft.com/office/powerpoint/2010/main" val="291234774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Neuf modèles couvrent trois familles de mesure</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3D7D1C8-AE23-AA48-DF65-C742588DBE47}" type="slidenum">
              <a:t>7</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La famille générative compare désormais deux Qwen instruction-tuned à Mistral 7B.</a:t>
            </a:r>
          </a:p>
        </p:txBody>
      </p:sp>
      <p:sp>
        <p:nvSpPr>
          <p:cNvPr id="9" name="Connecteur droit 8">
            <a:extLst xmlns:a="http://schemas.openxmlformats.org/drawingml/2006/main">
              <a:ext uri="{FF2B5EF4-FFF2-40B4-BE49-F238E27FC236}">
                <a16:creationId xmlns:a16="http://schemas.microsoft.com/office/drawing/2014/main" id="{36778D67-31D9-4E30-9444-04FC613582F5}"/>
              </a:ext>
            </a:extLst>
          </p:cNvPr>
          <p:cNvSpPr>
            <a:spLocks xmlns:a="http://schemas.openxmlformats.org/drawingml/2006/main" noGrp="1"/>
          </p:cNvSpPr>
          <p:nvPr/>
        </p:nvSpPr>
        <p:spPr>
          <a:xfrm xmlns:a="http://schemas.openxmlformats.org/drawingml/2006/main" rot="0" flipH="0" flipV="0">
            <a:off x="743884" y="2324945"/>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B0C90C5E-3F72-4E25-9F04-DAE04D3396F1}"/>
              </a:ext>
            </a:extLst>
          </p:cNvPr>
          <p:cNvSpPr>
            <a:spLocks xmlns:a="http://schemas.openxmlformats.org/drawingml/2006/main" noGrp="1"/>
          </p:cNvSpPr>
          <p:nvPr/>
        </p:nvSpPr>
        <p:spPr>
          <a:xfrm xmlns:a="http://schemas.openxmlformats.org/drawingml/2006/main" rot="0" flipH="0" flipV="0">
            <a:off x="816697" y="2324945"/>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737A9113-6474-4BDF-84C2-C550BAAF540F}"/>
              </a:ext>
            </a:extLst>
          </p:cNvPr>
          <p:cNvSpPr>
            <a:spLocks xmlns:a="http://schemas.openxmlformats.org/drawingml/2006/main" noGrp="1"/>
          </p:cNvSpPr>
          <p:nvPr/>
        </p:nvSpPr>
        <p:spPr>
          <a:xfrm xmlns:a="http://schemas.openxmlformats.org/drawingml/2006/main" rot="0" flipH="0" flipV="0">
            <a:off x="892643" y="2324945"/>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ZoneTexte 21">
            <a:extLst xmlns:a="http://schemas.openxmlformats.org/drawingml/2006/main">
              <a:ext uri="{FF2B5EF4-FFF2-40B4-BE49-F238E27FC236}">
                <a16:creationId xmlns:a16="http://schemas.microsoft.com/office/drawing/2014/main" id="{076FA3B4-1254-41B9-259C-C425CA4F8500}"/>
              </a:ext>
            </a:extLst>
          </p:cNvPr>
          <p:cNvSpPr>
            <a:spLocks xmlns:a="http://schemas.openxmlformats.org/drawingml/2006/main" noGrp="1"/>
          </p:cNvSpPr>
          <p:nvPr/>
        </p:nvSpPr>
        <p:spPr>
          <a:xfrm xmlns:a="http://schemas.openxmlformats.org/drawingml/2006/main">
            <a:off x="1220702" y="2123334"/>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Embeddings</a:t>
            </a:r>
          </a:p>
          <a:p xmlns:a="http://schemas.openxmlformats.org/drawingml/2006/main">
            <a:r>
              <a:rPr sz="1100">
                <a:solidFill>
                  <a:srgbClr val="111515"/>
                </a:solidFill>
                <a:latin typeface="BNPPSans"/>
                <a:ea typeface="BNPPSans"/>
                <a:cs typeface="BNPPSans"/>
              </a:rPr>
              <a:t>mMiniLM-L12, mE5-base et BGE-M3 ; WEAT, SEAT et projection directe.</a:t>
            </a:r>
          </a:p>
        </p:txBody>
      </p:sp>
      <p:sp>
        <p:nvSpPr>
          <p:cNvPr id="7" name="Connecteur droit 6">
            <a:extLst xmlns:a="http://schemas.openxmlformats.org/drawingml/2006/main">
              <a:ext uri="{FF2B5EF4-FFF2-40B4-BE49-F238E27FC236}">
                <a16:creationId xmlns:a16="http://schemas.microsoft.com/office/drawing/2014/main" id="{21AC4B59-3E4D-49C9-9AEC-6B4876FBD48E}"/>
              </a:ext>
            </a:extLst>
          </p:cNvPr>
          <p:cNvSpPr>
            <a:spLocks xmlns:a="http://schemas.openxmlformats.org/drawingml/2006/main" noGrp="1"/>
          </p:cNvSpPr>
          <p:nvPr/>
        </p:nvSpPr>
        <p:spPr>
          <a:xfrm xmlns:a="http://schemas.openxmlformats.org/drawingml/2006/main" rot="0" flipH="0" flipV="0">
            <a:off x="743884" y="3499243"/>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B9C2D3FB-E052-406A-B82E-BFA9893CE371}"/>
              </a:ext>
            </a:extLst>
          </p:cNvPr>
          <p:cNvSpPr>
            <a:spLocks xmlns:a="http://schemas.openxmlformats.org/drawingml/2006/main" noGrp="1"/>
          </p:cNvSpPr>
          <p:nvPr/>
        </p:nvSpPr>
        <p:spPr>
          <a:xfrm xmlns:a="http://schemas.openxmlformats.org/drawingml/2006/main" rot="0" flipH="0" flipV="0">
            <a:off x="816697" y="3499243"/>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BC57A290-4BA6-43DA-84E5-5D524A5780F4}"/>
              </a:ext>
            </a:extLst>
          </p:cNvPr>
          <p:cNvSpPr>
            <a:spLocks xmlns:a="http://schemas.openxmlformats.org/drawingml/2006/main" noGrp="1"/>
          </p:cNvSpPr>
          <p:nvPr/>
        </p:nvSpPr>
        <p:spPr>
          <a:xfrm xmlns:a="http://schemas.openxmlformats.org/drawingml/2006/main" rot="0" flipH="0" flipV="0">
            <a:off x="892643" y="3499243"/>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ZoneTexte 13">
            <a:extLst xmlns:a="http://schemas.openxmlformats.org/drawingml/2006/main">
              <a:ext uri="{FF2B5EF4-FFF2-40B4-BE49-F238E27FC236}">
                <a16:creationId xmlns:a16="http://schemas.microsoft.com/office/drawing/2014/main" id="{F696C473-6556-F541-96C5-1C3560A19AC1}"/>
              </a:ext>
            </a:extLst>
          </p:cNvPr>
          <p:cNvSpPr>
            <a:spLocks xmlns:a="http://schemas.openxmlformats.org/drawingml/2006/main" noGrp="1"/>
          </p:cNvSpPr>
          <p:nvPr/>
        </p:nvSpPr>
        <p:spPr>
          <a:xfrm xmlns:a="http://schemas.openxmlformats.org/drawingml/2006/main">
            <a:off x="1220702" y="3299129"/>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Probabilités</a:t>
            </a:r>
          </a:p>
          <a:p xmlns:a="http://schemas.openxmlformats.org/drawingml/2006/main">
            <a:r>
              <a:rPr sz="1100">
                <a:solidFill>
                  <a:srgbClr val="111515"/>
                </a:solidFill>
                <a:latin typeface="BNPPSans"/>
                <a:ea typeface="BNPPSans"/>
                <a:cs typeface="BNPPSans"/>
              </a:rPr>
              <a:t>CamemBERT, mBERT et XLM-R-large ; LPBS, PLL, AUL et AULA.</a:t>
            </a:r>
          </a:p>
        </p:txBody>
      </p:sp>
      <p:sp>
        <p:nvSpPr>
          <p:cNvPr id="23" name="ZoneTexte 22">
            <a:extLst xmlns:a="http://schemas.openxmlformats.org/drawingml/2006/main">
              <a:ext uri="{FF2B5EF4-FFF2-40B4-BE49-F238E27FC236}">
                <a16:creationId xmlns:a16="http://schemas.microsoft.com/office/drawing/2014/main" id="{DBA674A1-D420-8B38-26CC-E3B835E7BB2D}"/>
              </a:ext>
            </a:extLst>
          </p:cNvPr>
          <p:cNvSpPr>
            <a:spLocks xmlns:a="http://schemas.openxmlformats.org/drawingml/2006/main" noGrp="1"/>
          </p:cNvSpPr>
          <p:nvPr/>
        </p:nvSpPr>
        <p:spPr>
          <a:xfrm xmlns:a="http://schemas.openxmlformats.org/drawingml/2006/main">
            <a:off x="1220702" y="4474925"/>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Générations</a:t>
            </a:r>
          </a:p>
          <a:p xmlns:a="http://schemas.openxmlformats.org/drawingml/2006/main">
            <a:r>
              <a:rPr sz="1100">
                <a:solidFill>
                  <a:srgbClr val="111515"/>
                </a:solidFill>
                <a:latin typeface="BNPPSans"/>
                <a:ea typeface="BNPPSans"/>
                <a:cs typeface="BNPPSans"/>
              </a:rPr>
              <a:t>Qwen2.5-0.5B, Qwen2.5-1.5B et Mistral-7B-base.</a:t>
            </a:r>
          </a:p>
        </p:txBody>
      </p:sp>
      <p:sp>
        <p:nvSpPr>
          <p:cNvPr id="16" name="Connecteur droit 15">
            <a:extLst xmlns:a="http://schemas.openxmlformats.org/drawingml/2006/main">
              <a:ext uri="{FF2B5EF4-FFF2-40B4-BE49-F238E27FC236}">
                <a16:creationId xmlns:a16="http://schemas.microsoft.com/office/drawing/2014/main" id="{D63B3C24-B3F8-4CF7-8169-197C741BB823}"/>
              </a:ext>
            </a:extLst>
          </p:cNvPr>
          <p:cNvSpPr>
            <a:spLocks xmlns:a="http://schemas.openxmlformats.org/drawingml/2006/main" noGrp="1"/>
          </p:cNvSpPr>
          <p:nvPr/>
        </p:nvSpPr>
        <p:spPr>
          <a:xfrm xmlns:a="http://schemas.openxmlformats.org/drawingml/2006/main" rot="0" flipH="0" flipV="0">
            <a:off x="743884" y="4678039"/>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eur droit 17">
            <a:extLst xmlns:a="http://schemas.openxmlformats.org/drawingml/2006/main">
              <a:ext uri="{FF2B5EF4-FFF2-40B4-BE49-F238E27FC236}">
                <a16:creationId xmlns:a16="http://schemas.microsoft.com/office/drawing/2014/main" id="{AB0F6450-CAB8-4B84-B8BC-AF957D4A2AB4}"/>
              </a:ext>
            </a:extLst>
          </p:cNvPr>
          <p:cNvSpPr>
            <a:spLocks xmlns:a="http://schemas.openxmlformats.org/drawingml/2006/main" noGrp="1"/>
          </p:cNvSpPr>
          <p:nvPr/>
        </p:nvSpPr>
        <p:spPr>
          <a:xfrm xmlns:a="http://schemas.openxmlformats.org/drawingml/2006/main" rot="0" flipH="0" flipV="0">
            <a:off x="816697" y="4678039"/>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70BB676A-D041-4ACA-9CC4-E5C0A8881157}"/>
              </a:ext>
            </a:extLst>
          </p:cNvPr>
          <p:cNvSpPr>
            <a:spLocks xmlns:a="http://schemas.openxmlformats.org/drawingml/2006/main" noGrp="1"/>
          </p:cNvSpPr>
          <p:nvPr/>
        </p:nvSpPr>
        <p:spPr>
          <a:xfrm xmlns:a="http://schemas.openxmlformats.org/drawingml/2006/main" rot="0" flipH="0" flipV="0">
            <a:off x="892643" y="4678039"/>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 coins arrondis 20">
            <a:extLst xmlns:a="http://schemas.openxmlformats.org/drawingml/2006/main">
              <a:ext uri="{FF2B5EF4-FFF2-40B4-BE49-F238E27FC236}">
                <a16:creationId xmlns:a16="http://schemas.microsoft.com/office/drawing/2014/main" id="{FDDD02CD-3C85-17D5-AD37-EF8E971B9536}"/>
              </a:ext>
            </a:extLst>
          </p:cNvPr>
          <p:cNvSpPr>
            <a:spLocks xmlns:a="http://schemas.openxmlformats.org/drawingml/2006/main" noGrp="1"/>
          </p:cNvSpPr>
          <p:nvPr/>
        </p:nvSpPr>
        <p:spPr>
          <a:xfrm xmlns:a="http://schemas.openxmlformats.org/drawingml/2006/main">
            <a:off x="5668484" y="2222500"/>
            <a:ext cx="5891842" cy="3168650"/>
          </a:xfrm>
          <a:prstGeom xmlns:a="http://schemas.openxmlformats.org/drawingml/2006/main" prst="roundRect">
            <a:avLst>
              <a:gd name="adj" fmla="val 0"/>
            </a:avLst>
          </a:prstGeom>
          <a:solidFill xmlns:a="http://schemas.openxmlformats.org/drawingml/2006/main">
            <a:schemeClr val="accent6">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4" name="Image 25"/>
          <p:cNvPicPr>
            <a:picLocks xmlns:a="http://schemas.openxmlformats.org/drawingml/2006/main" noChangeAspect="1"/>
          </p:cNvPicPr>
          <p:nvPr/>
        </p:nvPicPr>
        <p:blipFill>
          <a:blip xmlns:r="http://schemas.openxmlformats.org/officeDocument/2006/relationships" xmlns:a="http://schemas.openxmlformats.org/drawingml/2006/main" r:embed="Rba21904a4025438a"/>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ca4b0be425a48ed"/>
          <a:srcRect xmlns:a="http://schemas.openxmlformats.org/drawingml/2006/main" l="14" t="0" r="14" b="0"/>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spTree>
    <p:extLst>
      <p:ext uri="{BB962C8B-B14F-4D97-AF65-F5344CB8AC3E}">
        <p14:creationId xmlns:p14="http://schemas.microsoft.com/office/powerpoint/2010/main" val="7981523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a:xfrm xmlns:a="http://schemas.openxmlformats.org/drawingml/2006/main">
            <a:off x="634998" y="752475"/>
            <a:ext cx="4028028" cy="984885"/>
          </a:xfrm>
        </p:spPr>
        <p:txBody>
          <a:bodyPr xmlns:a="http://schemas.openxmlformats.org/drawingml/2006/main"/>
          <a:lstStyle xmlns:a="http://schemas.openxmlformats.org/drawingml/2006/main"/>
          <a:p xmlns:a="http://schemas.openxmlformats.org/drawingml/2006/main">
            <a:r>
              <a:rPr sz="3200" b="1">
                <a:solidFill>
                  <a:schemeClr val="accent1"/>
                </a:solidFill>
              </a:rPr>
              <a:t>La paire est</a:t>
            </a:r>
          </a:p>
          <a:p xmlns:a="http://schemas.openxmlformats.org/drawingml/2006/main">
            <a:r>
              <a:rPr sz="3200" b="1">
                <a:solidFill>
                  <a:schemeClr val="accent1"/>
                </a:solidFill>
              </a:rPr>
              <a:t>l'unité statistique</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A58DA2A-B818-18A9-29C1-B697728D5BCE}" type="slidenum">
              <a:t>8</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845973"/>
            <a:ext cx="4028027" cy="443198"/>
          </a:xfrm>
        </p:spPr>
        <p:txBody>
          <a:bodyPr xmlns:a="http://schemas.openxmlformats.org/drawingml/2006/main"/>
          <a:lstStyle xmlns:a="http://schemas.openxmlformats.org/drawingml/2006/main"/>
          <a:p xmlns:a="http://schemas.openxmlformats.org/drawingml/2006/main">
            <a:r>
              <a:rPr sz="1600"/>
              <a:t>Même stimulus, deux genres : la paire reste intacte.</a:t>
            </a:r>
          </a:p>
        </p:txBody>
      </p:sp>
      <p:sp>
        <p:nvSpPr>
          <p:cNvPr id="25" name="Connecteur droit 24">
            <a:extLst xmlns:a="http://schemas.openxmlformats.org/drawingml/2006/main">
              <a:ext uri="{FF2B5EF4-FFF2-40B4-BE49-F238E27FC236}">
                <a16:creationId xmlns:a16="http://schemas.microsoft.com/office/drawing/2014/main" id="{4CE5F687-0C42-43B9-823D-F3952FA54C0E}"/>
              </a:ext>
            </a:extLst>
          </p:cNvPr>
          <p:cNvSpPr>
            <a:spLocks xmlns:a="http://schemas.openxmlformats.org/drawingml/2006/main" noGrp="1"/>
          </p:cNvSpPr>
          <p:nvPr/>
        </p:nvSpPr>
        <p:spPr>
          <a:xfrm xmlns:a="http://schemas.openxmlformats.org/drawingml/2006/main" rot="0" flipH="0" flipV="0">
            <a:off x="743884" y="2755363"/>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eur droit 26">
            <a:extLst xmlns:a="http://schemas.openxmlformats.org/drawingml/2006/main">
              <a:ext uri="{FF2B5EF4-FFF2-40B4-BE49-F238E27FC236}">
                <a16:creationId xmlns:a16="http://schemas.microsoft.com/office/drawing/2014/main" id="{D3968E3A-7ECC-4FCC-B319-8F28E9C8614A}"/>
              </a:ext>
            </a:extLst>
          </p:cNvPr>
          <p:cNvSpPr>
            <a:spLocks xmlns:a="http://schemas.openxmlformats.org/drawingml/2006/main" noGrp="1"/>
          </p:cNvSpPr>
          <p:nvPr/>
        </p:nvSpPr>
        <p:spPr>
          <a:xfrm xmlns:a="http://schemas.openxmlformats.org/drawingml/2006/main" rot="0" flipH="0" flipV="0">
            <a:off x="816697" y="2755363"/>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3" name="Connecteur droit 32">
            <a:extLst xmlns:a="http://schemas.openxmlformats.org/drawingml/2006/main">
              <a:ext uri="{FF2B5EF4-FFF2-40B4-BE49-F238E27FC236}">
                <a16:creationId xmlns:a16="http://schemas.microsoft.com/office/drawing/2014/main" id="{66E3F4EE-5F3E-4CAA-9BF0-6CD40CA8EA6D}"/>
              </a:ext>
            </a:extLst>
          </p:cNvPr>
          <p:cNvSpPr>
            <a:spLocks xmlns:a="http://schemas.openxmlformats.org/drawingml/2006/main" noGrp="1"/>
          </p:cNvSpPr>
          <p:nvPr/>
        </p:nvSpPr>
        <p:spPr>
          <a:xfrm xmlns:a="http://schemas.openxmlformats.org/drawingml/2006/main" rot="0" flipH="0" flipV="0">
            <a:off x="892643" y="2755363"/>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0" name="ZoneTexte 69">
            <a:extLst xmlns:a="http://schemas.openxmlformats.org/drawingml/2006/main">
              <a:ext uri="{FF2B5EF4-FFF2-40B4-BE49-F238E27FC236}">
                <a16:creationId xmlns:a16="http://schemas.microsoft.com/office/drawing/2014/main" id="{CD7E39A0-BFFE-9B6B-5055-36CD42CD16A5}"/>
              </a:ext>
            </a:extLst>
          </p:cNvPr>
          <p:cNvSpPr>
            <a:spLocks xmlns:a="http://schemas.openxmlformats.org/drawingml/2006/main" noGrp="1"/>
          </p:cNvSpPr>
          <p:nvPr/>
        </p:nvSpPr>
        <p:spPr>
          <a:xfrm xmlns:a="http://schemas.openxmlformats.org/drawingml/2006/main">
            <a:off x="1220702" y="2553752"/>
            <a:ext cx="4583595"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Appariement</a:t>
            </a:r>
          </a:p>
          <a:p xmlns:a="http://schemas.openxmlformats.org/drawingml/2006/main">
            <a:r>
              <a:rPr sz="1100">
                <a:solidFill>
                  <a:srgbClr val="111515"/>
                </a:solidFill>
                <a:latin typeface="BNPPSans"/>
                <a:ea typeface="BNPPSans"/>
                <a:cs typeface="BNPPSans"/>
              </a:rPr>
              <a:t>δᵢ = score masculin − score féminin ; seul le marqueur de genre varie.</a:t>
            </a:r>
          </a:p>
        </p:txBody>
      </p:sp>
      <p:sp>
        <p:nvSpPr>
          <p:cNvPr id="59" name="Connecteur droit 58">
            <a:extLst xmlns:a="http://schemas.openxmlformats.org/drawingml/2006/main">
              <a:ext uri="{FF2B5EF4-FFF2-40B4-BE49-F238E27FC236}">
                <a16:creationId xmlns:a16="http://schemas.microsoft.com/office/drawing/2014/main" id="{4416396F-6558-4506-89F3-8050BDB7345F}"/>
              </a:ext>
            </a:extLst>
          </p:cNvPr>
          <p:cNvSpPr>
            <a:spLocks xmlns:a="http://schemas.openxmlformats.org/drawingml/2006/main" noGrp="1"/>
          </p:cNvSpPr>
          <p:nvPr/>
        </p:nvSpPr>
        <p:spPr>
          <a:xfrm xmlns:a="http://schemas.openxmlformats.org/drawingml/2006/main" rot="0" flipH="0" flipV="0">
            <a:off x="743884" y="3849329"/>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0" name="Connecteur droit 59">
            <a:extLst xmlns:a="http://schemas.openxmlformats.org/drawingml/2006/main">
              <a:ext uri="{FF2B5EF4-FFF2-40B4-BE49-F238E27FC236}">
                <a16:creationId xmlns:a16="http://schemas.microsoft.com/office/drawing/2014/main" id="{9F5F005F-9DA7-4958-B653-55550633AD02}"/>
              </a:ext>
            </a:extLst>
          </p:cNvPr>
          <p:cNvSpPr>
            <a:spLocks xmlns:a="http://schemas.openxmlformats.org/drawingml/2006/main" noGrp="1"/>
          </p:cNvSpPr>
          <p:nvPr/>
        </p:nvSpPr>
        <p:spPr>
          <a:xfrm xmlns:a="http://schemas.openxmlformats.org/drawingml/2006/main" rot="0" flipH="0" flipV="0">
            <a:off x="816697" y="3849329"/>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Connecteur droit 60">
            <a:extLst xmlns:a="http://schemas.openxmlformats.org/drawingml/2006/main">
              <a:ext uri="{FF2B5EF4-FFF2-40B4-BE49-F238E27FC236}">
                <a16:creationId xmlns:a16="http://schemas.microsoft.com/office/drawing/2014/main" id="{6BBD43CB-A423-4966-AAB5-0AD22CF98AB3}"/>
              </a:ext>
            </a:extLst>
          </p:cNvPr>
          <p:cNvSpPr>
            <a:spLocks xmlns:a="http://schemas.openxmlformats.org/drawingml/2006/main" noGrp="1"/>
          </p:cNvSpPr>
          <p:nvPr/>
        </p:nvSpPr>
        <p:spPr>
          <a:xfrm xmlns:a="http://schemas.openxmlformats.org/drawingml/2006/main" rot="0" flipH="0" flipV="0">
            <a:off x="892643" y="3849329"/>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1" name="ZoneTexte 70">
            <a:extLst xmlns:a="http://schemas.openxmlformats.org/drawingml/2006/main">
              <a:ext uri="{FF2B5EF4-FFF2-40B4-BE49-F238E27FC236}">
                <a16:creationId xmlns:a16="http://schemas.microsoft.com/office/drawing/2014/main" id="{33187E4B-BC83-41FB-B152-2CA7D9F90FD2}"/>
              </a:ext>
            </a:extLst>
          </p:cNvPr>
          <p:cNvSpPr>
            <a:spLocks xmlns:a="http://schemas.openxmlformats.org/drawingml/2006/main" noGrp="1"/>
          </p:cNvSpPr>
          <p:nvPr/>
        </p:nvSpPr>
        <p:spPr>
          <a:xfrm xmlns:a="http://schemas.openxmlformats.org/drawingml/2006/main">
            <a:off x="1220702" y="3649215"/>
            <a:ext cx="4583595"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Incertitude</a:t>
            </a:r>
          </a:p>
          <a:p xmlns:a="http://schemas.openxmlformats.org/drawingml/2006/main">
            <a:r>
              <a:rPr sz="1100">
                <a:solidFill>
                  <a:srgbClr val="111515"/>
                </a:solidFill>
                <a:latin typeface="BNPPSans"/>
                <a:ea typeface="BNPPSans"/>
                <a:cs typeface="BNPPSans"/>
              </a:rPr>
              <a:t>Bootstrap apparié, permutations et tailles d'effet accompagnent chaque moyenne.</a:t>
            </a:r>
          </a:p>
        </p:txBody>
      </p:sp>
      <p:sp>
        <p:nvSpPr>
          <p:cNvPr id="66" name="Connecteur droit 65">
            <a:extLst xmlns:a="http://schemas.openxmlformats.org/drawingml/2006/main">
              <a:ext uri="{FF2B5EF4-FFF2-40B4-BE49-F238E27FC236}">
                <a16:creationId xmlns:a16="http://schemas.microsoft.com/office/drawing/2014/main" id="{B6E80D4C-B0EC-42E5-B2C4-319D9D6DA63D}"/>
              </a:ext>
            </a:extLst>
          </p:cNvPr>
          <p:cNvSpPr>
            <a:spLocks xmlns:a="http://schemas.openxmlformats.org/drawingml/2006/main" noGrp="1"/>
          </p:cNvSpPr>
          <p:nvPr/>
        </p:nvSpPr>
        <p:spPr>
          <a:xfrm xmlns:a="http://schemas.openxmlformats.org/drawingml/2006/main" rot="0" flipH="0" flipV="0">
            <a:off x="743884" y="4947793"/>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8" name="Connecteur droit 67">
            <a:extLst xmlns:a="http://schemas.openxmlformats.org/drawingml/2006/main">
              <a:ext uri="{FF2B5EF4-FFF2-40B4-BE49-F238E27FC236}">
                <a16:creationId xmlns:a16="http://schemas.microsoft.com/office/drawing/2014/main" id="{49569B86-8364-4A90-B01D-A245168B8237}"/>
              </a:ext>
            </a:extLst>
          </p:cNvPr>
          <p:cNvSpPr>
            <a:spLocks xmlns:a="http://schemas.openxmlformats.org/drawingml/2006/main" noGrp="1"/>
          </p:cNvSpPr>
          <p:nvPr/>
        </p:nvSpPr>
        <p:spPr>
          <a:xfrm xmlns:a="http://schemas.openxmlformats.org/drawingml/2006/main" rot="0" flipH="0" flipV="0">
            <a:off x="816697" y="4947793"/>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9" name="Connecteur droit 68">
            <a:extLst xmlns:a="http://schemas.openxmlformats.org/drawingml/2006/main">
              <a:ext uri="{FF2B5EF4-FFF2-40B4-BE49-F238E27FC236}">
                <a16:creationId xmlns:a16="http://schemas.microsoft.com/office/drawing/2014/main" id="{60C7CA13-9FFF-4E6B-8288-F8E14271E0B1}"/>
              </a:ext>
            </a:extLst>
          </p:cNvPr>
          <p:cNvSpPr>
            <a:spLocks xmlns:a="http://schemas.openxmlformats.org/drawingml/2006/main" noGrp="1"/>
          </p:cNvSpPr>
          <p:nvPr/>
        </p:nvSpPr>
        <p:spPr>
          <a:xfrm xmlns:a="http://schemas.openxmlformats.org/drawingml/2006/main" rot="0" flipH="0" flipV="0">
            <a:off x="892643" y="4947793"/>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2" name="ZoneTexte 71">
            <a:extLst xmlns:a="http://schemas.openxmlformats.org/drawingml/2006/main">
              <a:ext uri="{FF2B5EF4-FFF2-40B4-BE49-F238E27FC236}">
                <a16:creationId xmlns:a16="http://schemas.microsoft.com/office/drawing/2014/main" id="{1C12B3A3-DC1F-25DC-14FC-23136B5B23A4}"/>
              </a:ext>
            </a:extLst>
          </p:cNvPr>
          <p:cNvSpPr>
            <a:spLocks xmlns:a="http://schemas.openxmlformats.org/drawingml/2006/main" noGrp="1"/>
          </p:cNvSpPr>
          <p:nvPr/>
        </p:nvSpPr>
        <p:spPr>
          <a:xfrm xmlns:a="http://schemas.openxmlformats.org/drawingml/2006/main">
            <a:off x="1220702" y="4744679"/>
            <a:ext cx="4583595"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Traçabilité</a:t>
            </a:r>
          </a:p>
          <a:p xmlns:a="http://schemas.openxmlformats.org/drawingml/2006/main">
            <a:r>
              <a:rPr sz="1100">
                <a:solidFill>
                  <a:srgbClr val="111515"/>
                </a:solidFill>
                <a:latin typeface="BNPPSans"/>
                <a:ea typeface="BNPPSans"/>
                <a:cs typeface="BNPPSans"/>
              </a:rPr>
              <a:t>Révisions, matériel, graines, sorties, erreurs, temps et mémoire sont enregistrés.</a:t>
            </a:r>
          </a:p>
        </p:txBody>
      </p:sp>
      <p:sp>
        <p:nvSpPr>
          <p:cNvPr id="77" name="Connecteur droit 76">
            <a:extLst xmlns:a="http://schemas.openxmlformats.org/drawingml/2006/main">
              <a:ext uri="{FF2B5EF4-FFF2-40B4-BE49-F238E27FC236}">
                <a16:creationId xmlns:a16="http://schemas.microsoft.com/office/drawing/2014/main" id="{72D12211-7087-4913-9CA1-772FEE328737}"/>
              </a:ext>
            </a:extLst>
          </p:cNvPr>
          <p:cNvSpPr>
            <a:spLocks xmlns:a="http://schemas.openxmlformats.org/drawingml/2006/main" noGrp="1"/>
          </p:cNvSpPr>
          <p:nvPr/>
        </p:nvSpPr>
        <p:spPr>
          <a:xfrm xmlns:a="http://schemas.openxmlformats.org/drawingml/2006/main">
            <a:off x="6096000" y="852055"/>
            <a:ext cx="0" cy="4512561"/>
          </a:xfrm>
          <a:prstGeom xmlns:a="http://schemas.openxmlformats.org/drawingml/2006/main" prst="line">
            <a:avLst/>
          </a:prstGeom>
          <a:ln xmlns:a="http://schemas.openxmlformats.org/drawingml/2006/main" w="3175">
            <a:solidFill>
              <a:schemeClr val="tx2">
                <a:lumMod val="25000"/>
                <a:lumOff val="7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Forme libre : forme 7">
            <a:extLst xmlns:a="http://schemas.openxmlformats.org/drawingml/2006/main">
              <a:ext uri="{FF2B5EF4-FFF2-40B4-BE49-F238E27FC236}">
                <a16:creationId xmlns:a16="http://schemas.microsoft.com/office/drawing/2014/main" id="{BA0747D3-DBCC-277F-D726-DB101B08921C}"/>
              </a:ext>
            </a:extLst>
          </p:cNvPr>
          <p:cNvSpPr>
            <a:spLocks xmlns:a="http://schemas.openxmlformats.org/drawingml/2006/main" noGrp="1"/>
          </p:cNvSpPr>
          <p:nvPr/>
        </p:nvSpPr>
        <p:spPr>
          <a:xfrm xmlns:a="http://schemas.openxmlformats.org/drawingml/2006/main" rot="2700000" flipH="1" flipV="1">
            <a:off x="7866466" y="702031"/>
            <a:ext cx="234011" cy="234012"/>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9" name="Forme libre : forme 8">
            <a:extLst xmlns:a="http://schemas.openxmlformats.org/drawingml/2006/main">
              <a:ext uri="{FF2B5EF4-FFF2-40B4-BE49-F238E27FC236}">
                <a16:creationId xmlns:a16="http://schemas.microsoft.com/office/drawing/2014/main" id="{69A66423-DEF5-83FE-726E-328B0EF4D8B6}"/>
              </a:ext>
            </a:extLst>
          </p:cNvPr>
          <p:cNvSpPr>
            <a:spLocks xmlns:a="http://schemas.openxmlformats.org/drawingml/2006/main" noGrp="1"/>
          </p:cNvSpPr>
          <p:nvPr/>
        </p:nvSpPr>
        <p:spPr>
          <a:xfrm xmlns:a="http://schemas.openxmlformats.org/drawingml/2006/main" rot="2700000" flipH="1" flipV="1">
            <a:off x="7521124" y="544335"/>
            <a:ext cx="610559" cy="234533"/>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0" name="Forme libre : forme 9">
            <a:extLst xmlns:a="http://schemas.openxmlformats.org/drawingml/2006/main">
              <a:ext uri="{FF2B5EF4-FFF2-40B4-BE49-F238E27FC236}">
                <a16:creationId xmlns:a16="http://schemas.microsoft.com/office/drawing/2014/main" id="{7E244DAF-04F9-3C7E-BD48-29953498342C}"/>
              </a:ext>
            </a:extLst>
          </p:cNvPr>
          <p:cNvSpPr>
            <a:spLocks xmlns:a="http://schemas.openxmlformats.org/drawingml/2006/main" noGrp="1"/>
          </p:cNvSpPr>
          <p:nvPr/>
        </p:nvSpPr>
        <p:spPr>
          <a:xfrm xmlns:a="http://schemas.openxmlformats.org/drawingml/2006/main" rot="2700000" flipH="1" flipV="1">
            <a:off x="7709140" y="671189"/>
            <a:ext cx="234532" cy="610565"/>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1" name="Forme libre : forme 10">
            <a:extLst xmlns:a="http://schemas.openxmlformats.org/drawingml/2006/main">
              <a:ext uri="{FF2B5EF4-FFF2-40B4-BE49-F238E27FC236}">
                <a16:creationId xmlns:a16="http://schemas.microsoft.com/office/drawing/2014/main" id="{F593BEFE-6876-9D96-8C34-260FA4043573}"/>
              </a:ext>
            </a:extLst>
          </p:cNvPr>
          <p:cNvSpPr>
            <a:spLocks xmlns:a="http://schemas.openxmlformats.org/drawingml/2006/main" noGrp="1"/>
          </p:cNvSpPr>
          <p:nvPr/>
        </p:nvSpPr>
        <p:spPr>
          <a:xfrm xmlns:a="http://schemas.openxmlformats.org/drawingml/2006/main" rot="2700000" flipH="1" flipV="1">
            <a:off x="7313900" y="702031"/>
            <a:ext cx="234011" cy="234012"/>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3" name="Forme libre : forme 12">
            <a:extLst xmlns:a="http://schemas.openxmlformats.org/drawingml/2006/main">
              <a:ext uri="{FF2B5EF4-FFF2-40B4-BE49-F238E27FC236}">
                <a16:creationId xmlns:a16="http://schemas.microsoft.com/office/drawing/2014/main" id="{1FFA9F04-8A89-7CB7-845C-EA7C0E0A9030}"/>
              </a:ext>
            </a:extLst>
          </p:cNvPr>
          <p:cNvSpPr>
            <a:spLocks xmlns:a="http://schemas.openxmlformats.org/drawingml/2006/main" noGrp="1"/>
          </p:cNvSpPr>
          <p:nvPr/>
        </p:nvSpPr>
        <p:spPr>
          <a:xfrm xmlns:a="http://schemas.openxmlformats.org/drawingml/2006/main" rot="2700000" flipH="1" flipV="1">
            <a:off x="6968558" y="544335"/>
            <a:ext cx="610559" cy="234533"/>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4" name="Forme libre : forme 13">
            <a:extLst xmlns:a="http://schemas.openxmlformats.org/drawingml/2006/main">
              <a:ext uri="{FF2B5EF4-FFF2-40B4-BE49-F238E27FC236}">
                <a16:creationId xmlns:a16="http://schemas.microsoft.com/office/drawing/2014/main" id="{B73DAA95-9A5D-469C-DD74-44696888352C}"/>
              </a:ext>
            </a:extLst>
          </p:cNvPr>
          <p:cNvSpPr>
            <a:spLocks xmlns:a="http://schemas.openxmlformats.org/drawingml/2006/main" noGrp="1"/>
          </p:cNvSpPr>
          <p:nvPr/>
        </p:nvSpPr>
        <p:spPr>
          <a:xfrm xmlns:a="http://schemas.openxmlformats.org/drawingml/2006/main" rot="2700000" flipH="1" flipV="1">
            <a:off x="7156575" y="671189"/>
            <a:ext cx="234532" cy="610565"/>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AA447A99-EE46-672A-1834-E0836B90B321}"/>
              </a:ext>
            </a:extLst>
          </p:cNvPr>
          <p:cNvSpPr>
            <a:spLocks xmlns:a="http://schemas.openxmlformats.org/drawingml/2006/main" noGrp="1"/>
          </p:cNvSpPr>
          <p:nvPr/>
        </p:nvSpPr>
        <p:spPr>
          <a:xfrm xmlns:a="http://schemas.openxmlformats.org/drawingml/2006/main" rot="0" flipH="1" flipV="1">
            <a:off x="6681637" y="701771"/>
            <a:ext cx="359759" cy="234533"/>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3" name="Rectangle : coins arrondis 22">
            <a:extLst xmlns:a="http://schemas.openxmlformats.org/drawingml/2006/main">
              <a:ext uri="{FF2B5EF4-FFF2-40B4-BE49-F238E27FC236}">
                <a16:creationId xmlns:a16="http://schemas.microsoft.com/office/drawing/2014/main" id="{984846C8-ECC1-01B3-3192-C1F016E5CA38}"/>
              </a:ext>
            </a:extLst>
          </p:cNvPr>
          <p:cNvSpPr>
            <a:spLocks xmlns:a="http://schemas.openxmlformats.org/drawingml/2006/main" noGrp="1"/>
          </p:cNvSpPr>
          <p:nvPr/>
        </p:nvSpPr>
        <p:spPr>
          <a:xfrm xmlns:a="http://schemas.openxmlformats.org/drawingml/2006/main" rot="0" flipH="0" flipV="0">
            <a:off x="7052723" y="1767828"/>
            <a:ext cx="4504279" cy="733523"/>
          </a:xfrm>
          <a:prstGeom xmlns:a="http://schemas.openxmlformats.org/drawingml/2006/main" prst="roundRect">
            <a:avLst>
              <a:gd name="adj" fmla="val 50000"/>
            </a:avLst>
          </a:prstGeom>
          <a:solidFill xmlns:a="http://schemas.openxmlformats.org/drawingml/2006/main">
            <a:srgbClr val="BCE3E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permutations ou</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changements de signe</a:t>
            </a:r>
            <a:endParaRPr sz="1200">
              <a:solidFill>
                <a:schemeClr val="tx1"/>
              </a:solidFill>
              <a:latin typeface="BNPPSans"/>
              <a:ea typeface="BNPPSans"/>
              <a:cs typeface="BNPPSans"/>
            </a:endParaRPr>
          </a:p>
        </p:txBody>
      </p:sp>
      <p:sp>
        <p:nvSpPr>
          <p:cNvPr id="22" name="Rectangle : coins arrondis 21">
            <a:extLst xmlns:a="http://schemas.openxmlformats.org/drawingml/2006/main">
              <a:ext uri="{FF2B5EF4-FFF2-40B4-BE49-F238E27FC236}">
                <a16:creationId xmlns:a16="http://schemas.microsoft.com/office/drawing/2014/main" id="{62097434-D77B-8E6D-3B11-A992C555B9A1}"/>
              </a:ext>
            </a:extLst>
          </p:cNvPr>
          <p:cNvSpPr>
            <a:spLocks xmlns:a="http://schemas.openxmlformats.org/drawingml/2006/main" noGrp="1"/>
          </p:cNvSpPr>
          <p:nvPr/>
        </p:nvSpPr>
        <p:spPr>
          <a:xfrm xmlns:a="http://schemas.openxmlformats.org/drawingml/2006/main" rot="0" flipH="0" flipV="0">
            <a:off x="6776392" y="1767828"/>
            <a:ext cx="1072526" cy="733523"/>
          </a:xfrm>
          <a:prstGeom xmlns:a="http://schemas.openxmlformats.org/drawingml/2006/main" prst="roundRect">
            <a:avLst>
              <a:gd name="adj" fmla="val 50000"/>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10 000</a:t>
            </a:r>
          </a:p>
        </p:txBody>
      </p:sp>
      <p:sp>
        <p:nvSpPr>
          <p:cNvPr id="26" name="Rectangle : coins arrondis 25">
            <a:extLst xmlns:a="http://schemas.openxmlformats.org/drawingml/2006/main">
              <a:ext uri="{FF2B5EF4-FFF2-40B4-BE49-F238E27FC236}">
                <a16:creationId xmlns:a16="http://schemas.microsoft.com/office/drawing/2014/main" id="{FE89238F-180A-A2C0-1601-AB77BC74B89B}"/>
              </a:ext>
            </a:extLst>
          </p:cNvPr>
          <p:cNvSpPr>
            <a:spLocks xmlns:a="http://schemas.openxmlformats.org/drawingml/2006/main" noGrp="1"/>
          </p:cNvSpPr>
          <p:nvPr/>
        </p:nvSpPr>
        <p:spPr>
          <a:xfrm xmlns:a="http://schemas.openxmlformats.org/drawingml/2006/main" rot="0" flipH="0" flipV="0">
            <a:off x="7052723" y="2756721"/>
            <a:ext cx="4504279" cy="733523"/>
          </a:xfrm>
          <a:prstGeom xmlns:a="http://schemas.openxmlformats.org/drawingml/2006/main" prst="roundRect">
            <a:avLst>
              <a:gd name="adj" fmla="val 50000"/>
            </a:avLst>
          </a:prstGeom>
          <a:solidFill xmlns:a="http://schemas.openxmlformats.org/drawingml/2006/main">
            <a:srgbClr val="EACAD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réplications bootstrap</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pour les IC à 95 %</a:t>
            </a:r>
            <a:endParaRPr sz="1200">
              <a:solidFill>
                <a:schemeClr val="tx1"/>
              </a:solidFill>
              <a:latin typeface="BNPPSans"/>
              <a:ea typeface="BNPPSans"/>
              <a:cs typeface="BNPPSans"/>
            </a:endParaRPr>
          </a:p>
        </p:txBody>
      </p:sp>
      <p:sp>
        <p:nvSpPr>
          <p:cNvPr id="16" name="Rectangle : coins arrondis 15">
            <a:extLst xmlns:a="http://schemas.openxmlformats.org/drawingml/2006/main">
              <a:ext uri="{FF2B5EF4-FFF2-40B4-BE49-F238E27FC236}">
                <a16:creationId xmlns:a16="http://schemas.microsoft.com/office/drawing/2014/main" id="{2859B4DD-DA14-8609-D3A9-D369858DFC96}"/>
              </a:ext>
            </a:extLst>
          </p:cNvPr>
          <p:cNvSpPr>
            <a:spLocks xmlns:a="http://schemas.openxmlformats.org/drawingml/2006/main" noGrp="1"/>
          </p:cNvSpPr>
          <p:nvPr/>
        </p:nvSpPr>
        <p:spPr>
          <a:xfrm xmlns:a="http://schemas.openxmlformats.org/drawingml/2006/main" rot="0" flipH="0" flipV="0">
            <a:off x="6776392" y="2756721"/>
            <a:ext cx="1072526" cy="733523"/>
          </a:xfrm>
          <a:prstGeom xmlns:a="http://schemas.openxmlformats.org/drawingml/2006/main" prst="roundRect">
            <a:avLst>
              <a:gd name="adj" fmla="val 50000"/>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5 000</a:t>
            </a:r>
          </a:p>
        </p:txBody>
      </p:sp>
      <p:sp>
        <p:nvSpPr>
          <p:cNvPr id="29" name="Rectangle : coins arrondis 28">
            <a:extLst xmlns:a="http://schemas.openxmlformats.org/drawingml/2006/main">
              <a:ext uri="{FF2B5EF4-FFF2-40B4-BE49-F238E27FC236}">
                <a16:creationId xmlns:a16="http://schemas.microsoft.com/office/drawing/2014/main" id="{C45CBE91-E32B-3B98-4D34-F92D334434D0}"/>
              </a:ext>
            </a:extLst>
          </p:cNvPr>
          <p:cNvSpPr>
            <a:spLocks xmlns:a="http://schemas.openxmlformats.org/drawingml/2006/main" noGrp="1"/>
          </p:cNvSpPr>
          <p:nvPr/>
        </p:nvSpPr>
        <p:spPr>
          <a:xfrm xmlns:a="http://schemas.openxmlformats.org/drawingml/2006/main" rot="0" flipH="0" flipV="0">
            <a:off x="7052723" y="3745614"/>
            <a:ext cx="4504279" cy="733523"/>
          </a:xfrm>
          <a:prstGeom xmlns:a="http://schemas.openxmlformats.org/drawingml/2006/main" prst="roundRect">
            <a:avLst>
              <a:gd name="adj" fmla="val 50000"/>
            </a:avLst>
          </a:prstGeom>
          <a:solidFill xmlns:a="http://schemas.openxmlformats.org/drawingml/2006/main">
            <a:srgbClr val="EACAD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textes : 96 scénarios ×</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2 genres × 4 graines × 3</a:t>
            </a:r>
            <a:endParaRPr sz="1200">
              <a:solidFill>
                <a:schemeClr val="tx1"/>
              </a:solidFill>
              <a:latin typeface="BNPPSans"/>
              <a:ea typeface="BNPPSans"/>
              <a:cs typeface="BNPPSans"/>
            </a:endParaRPr>
          </a:p>
        </p:txBody>
      </p:sp>
      <p:sp>
        <p:nvSpPr>
          <p:cNvPr id="30" name="Rectangle : coins arrondis 29">
            <a:extLst xmlns:a="http://schemas.openxmlformats.org/drawingml/2006/main">
              <a:ext uri="{FF2B5EF4-FFF2-40B4-BE49-F238E27FC236}">
                <a16:creationId xmlns:a16="http://schemas.microsoft.com/office/drawing/2014/main" id="{8CF048F7-14DD-6C33-3402-F9F7E72ABB13}"/>
              </a:ext>
            </a:extLst>
          </p:cNvPr>
          <p:cNvSpPr>
            <a:spLocks xmlns:a="http://schemas.openxmlformats.org/drawingml/2006/main" noGrp="1"/>
          </p:cNvSpPr>
          <p:nvPr/>
        </p:nvSpPr>
        <p:spPr>
          <a:xfrm xmlns:a="http://schemas.openxmlformats.org/drawingml/2006/main" rot="0" flipH="0" flipV="0">
            <a:off x="6776392" y="3745614"/>
            <a:ext cx="1072526" cy="733523"/>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2 304</a:t>
            </a:r>
          </a:p>
        </p:txBody>
      </p:sp>
      <p:sp>
        <p:nvSpPr>
          <p:cNvPr id="32" name="Rectangle : coins arrondis 31">
            <a:extLst xmlns:a="http://schemas.openxmlformats.org/drawingml/2006/main">
              <a:ext uri="{FF2B5EF4-FFF2-40B4-BE49-F238E27FC236}">
                <a16:creationId xmlns:a16="http://schemas.microsoft.com/office/drawing/2014/main" id="{3C184D6F-A6F2-1081-D1C2-059694689C5E}"/>
              </a:ext>
            </a:extLst>
          </p:cNvPr>
          <p:cNvSpPr>
            <a:spLocks xmlns:a="http://schemas.openxmlformats.org/drawingml/2006/main" noGrp="1"/>
          </p:cNvSpPr>
          <p:nvPr/>
        </p:nvSpPr>
        <p:spPr>
          <a:xfrm xmlns:a="http://schemas.openxmlformats.org/drawingml/2006/main" rot="0" flipH="0" flipV="0">
            <a:off x="7052723" y="4734507"/>
            <a:ext cx="4504279" cy="733523"/>
          </a:xfrm>
          <a:prstGeom xmlns:a="http://schemas.openxmlformats.org/drawingml/2006/main" prst="roundRect">
            <a:avLst>
              <a:gd name="adj" fmla="val 50000"/>
            </a:avLst>
          </a:prstGeom>
          <a:solidFill xmlns:a="http://schemas.openxmlformats.org/drawingml/2006/main">
            <a:srgbClr val="FFE3D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graine globale ; graines</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11, 23, 37 et 41</a:t>
            </a:r>
            <a:endParaRPr sz="1200">
              <a:solidFill>
                <a:schemeClr val="tx1"/>
              </a:solidFill>
              <a:latin typeface="BNPPSans"/>
              <a:ea typeface="BNPPSans"/>
              <a:cs typeface="BNPPSans"/>
            </a:endParaRPr>
          </a:p>
        </p:txBody>
      </p:sp>
      <p:sp>
        <p:nvSpPr>
          <p:cNvPr id="34" name="Rectangle : coins arrondis 33">
            <a:extLst xmlns:a="http://schemas.openxmlformats.org/drawingml/2006/main">
              <a:ext uri="{FF2B5EF4-FFF2-40B4-BE49-F238E27FC236}">
                <a16:creationId xmlns:a16="http://schemas.microsoft.com/office/drawing/2014/main" id="{A2B99FF5-6D40-2B23-BC49-CA4180308DBC}"/>
              </a:ext>
            </a:extLst>
          </p:cNvPr>
          <p:cNvSpPr>
            <a:spLocks xmlns:a="http://schemas.openxmlformats.org/drawingml/2006/main" noGrp="1"/>
          </p:cNvSpPr>
          <p:nvPr/>
        </p:nvSpPr>
        <p:spPr>
          <a:xfrm xmlns:a="http://schemas.openxmlformats.org/drawingml/2006/main" rot="0" flipH="0" flipV="0">
            <a:off x="6776392" y="4734507"/>
            <a:ext cx="1072526" cy="733523"/>
          </a:xfrm>
          <a:prstGeom xmlns:a="http://schemas.openxmlformats.org/drawingml/2006/main" prst="roundRect">
            <a:avLst>
              <a:gd name="adj" fmla="val 5000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2026</a:t>
            </a:r>
          </a:p>
        </p:txBody>
      </p:sp>
    </p:spTree>
    <p:extLst>
      <p:ext uri="{BB962C8B-B14F-4D97-AF65-F5344CB8AC3E}">
        <p14:creationId xmlns:p14="http://schemas.microsoft.com/office/powerpoint/2010/main" val="29534866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a:xfrm xmlns:a="http://schemas.openxmlformats.org/drawingml/2006/main">
            <a:off x="634998" y="752475"/>
            <a:ext cx="4028028" cy="984885"/>
          </a:xfrm>
        </p:spPr>
        <p:txBody>
          <a:bodyPr xmlns:a="http://schemas.openxmlformats.org/drawingml/2006/main"/>
          <a:lstStyle xmlns:a="http://schemas.openxmlformats.org/drawingml/2006/main"/>
          <a:p xmlns:a="http://schemas.openxmlformats.org/drawingml/2006/main">
            <a:r>
              <a:rPr sz="3200" b="1">
                <a:solidFill>
                  <a:schemeClr val="accent1"/>
                </a:solidFill>
              </a:rPr>
              <a:t>STATISTIQUES :</a:t>
            </a:r>
          </a:p>
          <a:p xmlns:a="http://schemas.openxmlformats.org/drawingml/2006/main">
            <a:r>
              <a:rPr sz="3200" b="1">
                <a:solidFill>
                  <a:schemeClr val="accent1"/>
                </a:solidFill>
              </a:rPr>
              <a:t>DU Δ À LA q-VALUE</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657AE-30A1-5A7A-6A7F-315D84436430}" type="slidenum">
              <a:t>9</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845973"/>
            <a:ext cx="4028027" cy="443198"/>
          </a:xfrm>
        </p:spPr>
        <p:txBody>
          <a:bodyPr xmlns:a="http://schemas.openxmlformats.org/drawingml/2006/main"/>
          <a:lstStyle xmlns:a="http://schemas.openxmlformats.org/drawingml/2006/main"/>
          <a:p xmlns:a="http://schemas.openxmlformats.org/drawingml/2006/main">
            <a:r>
              <a:rPr sz="1600"/>
              <a:t>Significativité, amplitude et précision répondent à des questions différentes.</a:t>
            </a:r>
          </a:p>
        </p:txBody>
      </p:sp>
      <p:sp>
        <p:nvSpPr>
          <p:cNvPr id="9" name="Connecteur droit 8">
            <a:extLst xmlns:a="http://schemas.openxmlformats.org/drawingml/2006/main">
              <a:ext uri="{FF2B5EF4-FFF2-40B4-BE49-F238E27FC236}">
                <a16:creationId xmlns:a16="http://schemas.microsoft.com/office/drawing/2014/main" id="{38B515E3-D435-4515-823B-73596980F346}"/>
              </a:ext>
            </a:extLst>
          </p:cNvPr>
          <p:cNvSpPr>
            <a:spLocks xmlns:a="http://schemas.openxmlformats.org/drawingml/2006/main" noGrp="1"/>
          </p:cNvSpPr>
          <p:nvPr/>
        </p:nvSpPr>
        <p:spPr>
          <a:xfrm xmlns:a="http://schemas.openxmlformats.org/drawingml/2006/main" rot="0" flipH="0" flipV="0">
            <a:off x="6819928" y="948904"/>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61542375-674F-4A4F-8DAD-39D5960EE97E}"/>
              </a:ext>
            </a:extLst>
          </p:cNvPr>
          <p:cNvSpPr>
            <a:spLocks xmlns:a="http://schemas.openxmlformats.org/drawingml/2006/main" noGrp="1"/>
          </p:cNvSpPr>
          <p:nvPr/>
        </p:nvSpPr>
        <p:spPr>
          <a:xfrm xmlns:a="http://schemas.openxmlformats.org/drawingml/2006/main" rot="0" flipH="0" flipV="0">
            <a:off x="6892741" y="948904"/>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D277B675-B89D-4E4D-B916-B66682A82A28}"/>
              </a:ext>
            </a:extLst>
          </p:cNvPr>
          <p:cNvSpPr>
            <a:spLocks xmlns:a="http://schemas.openxmlformats.org/drawingml/2006/main" noGrp="1"/>
          </p:cNvSpPr>
          <p:nvPr/>
        </p:nvSpPr>
        <p:spPr>
          <a:xfrm xmlns:a="http://schemas.openxmlformats.org/drawingml/2006/main" rot="0" flipH="0" flipV="0">
            <a:off x="6968687" y="948904"/>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ZoneTexte 7">
            <a:extLst xmlns:a="http://schemas.openxmlformats.org/drawingml/2006/main">
              <a:ext uri="{FF2B5EF4-FFF2-40B4-BE49-F238E27FC236}">
                <a16:creationId xmlns:a16="http://schemas.microsoft.com/office/drawing/2014/main" id="{84C86439-7966-061B-F608-5FA2D2DA750D}"/>
              </a:ext>
            </a:extLst>
          </p:cNvPr>
          <p:cNvSpPr>
            <a:spLocks xmlns:a="http://schemas.openxmlformats.org/drawingml/2006/main" noGrp="1"/>
          </p:cNvSpPr>
          <p:nvPr/>
        </p:nvSpPr>
        <p:spPr>
          <a:xfrm xmlns:a="http://schemas.openxmlformats.org/drawingml/2006/main">
            <a:off x="7296746" y="747293"/>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1"/>
                </a:solidFill>
                <a:latin typeface="BNPPSans"/>
                <a:ea typeface="BNPPSans"/>
                <a:cs typeface="BNPPSans"/>
              </a:rPr>
              <a:t>p-value</a:t>
            </a:r>
          </a:p>
          <a:p xmlns:a="http://schemas.openxmlformats.org/drawingml/2006/main">
            <a:r>
              <a:rPr sz="1100">
                <a:solidFill>
                  <a:srgbClr val="111515"/>
                </a:solidFill>
                <a:latin typeface="BNPPSans"/>
                <a:ea typeface="BNPPSans"/>
                <a:cs typeface="BNPPSans"/>
              </a:rPr>
              <a:t>Rareté de l'effet sous H₀ ; elle ne mesure ni sa taille ni la probabilité que H₀ soit vraie.</a:t>
            </a:r>
          </a:p>
        </p:txBody>
      </p:sp>
      <p:sp>
        <p:nvSpPr>
          <p:cNvPr id="14" name="Connecteur droit 13">
            <a:extLst xmlns:a="http://schemas.openxmlformats.org/drawingml/2006/main">
              <a:ext uri="{FF2B5EF4-FFF2-40B4-BE49-F238E27FC236}">
                <a16:creationId xmlns:a16="http://schemas.microsoft.com/office/drawing/2014/main" id="{FCCF0D71-E883-420E-9E30-EDADDF11DF77}"/>
              </a:ext>
            </a:extLst>
          </p:cNvPr>
          <p:cNvSpPr>
            <a:spLocks xmlns:a="http://schemas.openxmlformats.org/drawingml/2006/main" noGrp="1"/>
          </p:cNvSpPr>
          <p:nvPr/>
        </p:nvSpPr>
        <p:spPr>
          <a:xfrm xmlns:a="http://schemas.openxmlformats.org/drawingml/2006/main" rot="0" flipH="0" flipV="0">
            <a:off x="6819928" y="2220630"/>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eur droit 14">
            <a:extLst xmlns:a="http://schemas.openxmlformats.org/drawingml/2006/main">
              <a:ext uri="{FF2B5EF4-FFF2-40B4-BE49-F238E27FC236}">
                <a16:creationId xmlns:a16="http://schemas.microsoft.com/office/drawing/2014/main" id="{CEF67A77-869F-49F0-A3CB-17705122DFA2}"/>
              </a:ext>
            </a:extLst>
          </p:cNvPr>
          <p:cNvSpPr>
            <a:spLocks xmlns:a="http://schemas.openxmlformats.org/drawingml/2006/main" noGrp="1"/>
          </p:cNvSpPr>
          <p:nvPr/>
        </p:nvSpPr>
        <p:spPr>
          <a:xfrm xmlns:a="http://schemas.openxmlformats.org/drawingml/2006/main" rot="0" flipH="0" flipV="0">
            <a:off x="6892741" y="2220630"/>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C939FA27-98BE-43E8-8D16-0F4D9CDD9922}"/>
              </a:ext>
            </a:extLst>
          </p:cNvPr>
          <p:cNvSpPr>
            <a:spLocks xmlns:a="http://schemas.openxmlformats.org/drawingml/2006/main" noGrp="1"/>
          </p:cNvSpPr>
          <p:nvPr/>
        </p:nvSpPr>
        <p:spPr>
          <a:xfrm xmlns:a="http://schemas.openxmlformats.org/drawingml/2006/main" rot="0" flipH="0" flipV="0">
            <a:off x="6968687" y="2220630"/>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ZoneTexte 20">
            <a:extLst xmlns:a="http://schemas.openxmlformats.org/drawingml/2006/main">
              <a:ext uri="{FF2B5EF4-FFF2-40B4-BE49-F238E27FC236}">
                <a16:creationId xmlns:a16="http://schemas.microsoft.com/office/drawing/2014/main" id="{10F756A7-274D-5FB2-CDE3-415AFE9B3750}"/>
              </a:ext>
            </a:extLst>
          </p:cNvPr>
          <p:cNvSpPr>
            <a:spLocks xmlns:a="http://schemas.openxmlformats.org/drawingml/2006/main" noGrp="1"/>
          </p:cNvSpPr>
          <p:nvPr/>
        </p:nvSpPr>
        <p:spPr>
          <a:xfrm xmlns:a="http://schemas.openxmlformats.org/drawingml/2006/main">
            <a:off x="7296746" y="2020516"/>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3"/>
                </a:solidFill>
                <a:latin typeface="BNPPSans"/>
                <a:ea typeface="BNPPSans"/>
                <a:cs typeface="BNPPSans"/>
              </a:rPr>
              <a:t>q-value</a:t>
            </a:r>
          </a:p>
          <a:p xmlns:a="http://schemas.openxmlformats.org/drawingml/2006/main">
            <a:r>
              <a:rPr sz="1100">
                <a:solidFill>
                  <a:srgbClr val="111515"/>
                </a:solidFill>
                <a:latin typeface="BNPPSans"/>
                <a:ea typeface="BNPPSans"/>
                <a:cs typeface="BNPPSans"/>
              </a:rPr>
              <a:t>p-value ajustée pour la multiplicité ; le seuil FDR est q &lt; 0,05.</a:t>
            </a:r>
          </a:p>
        </p:txBody>
      </p:sp>
      <p:sp>
        <p:nvSpPr>
          <p:cNvPr id="22" name="ZoneTexte 21">
            <a:extLst xmlns:a="http://schemas.openxmlformats.org/drawingml/2006/main">
              <a:ext uri="{FF2B5EF4-FFF2-40B4-BE49-F238E27FC236}">
                <a16:creationId xmlns:a16="http://schemas.microsoft.com/office/drawing/2014/main" id="{80738B9D-B75F-7AC0-2973-F30578B45CBF}"/>
              </a:ext>
            </a:extLst>
          </p:cNvPr>
          <p:cNvSpPr>
            <a:spLocks xmlns:a="http://schemas.openxmlformats.org/drawingml/2006/main" noGrp="1"/>
          </p:cNvSpPr>
          <p:nvPr/>
        </p:nvSpPr>
        <p:spPr>
          <a:xfrm xmlns:a="http://schemas.openxmlformats.org/drawingml/2006/main">
            <a:off x="7296746" y="3293739"/>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5"/>
                </a:solidFill>
                <a:latin typeface="BNPPSans"/>
                <a:ea typeface="BNPPSans"/>
                <a:cs typeface="BNPPSans"/>
              </a:rPr>
              <a:t>IC à 95 %</a:t>
            </a:r>
          </a:p>
          <a:p xmlns:a="http://schemas.openxmlformats.org/drawingml/2006/main">
            <a:r>
              <a:rPr sz="1100">
                <a:solidFill>
                  <a:srgbClr val="111515"/>
                </a:solidFill>
                <a:latin typeface="BNPPSans"/>
                <a:ea typeface="BNPPSans"/>
                <a:cs typeface="BNPPSans"/>
              </a:rPr>
              <a:t>Plage d'effets compatible avec les données ; un IC traversant 0 reste incertain.</a:t>
            </a:r>
          </a:p>
        </p:txBody>
      </p:sp>
      <p:sp>
        <p:nvSpPr>
          <p:cNvPr id="24" name="Connecteur droit 23">
            <a:extLst xmlns:a="http://schemas.openxmlformats.org/drawingml/2006/main">
              <a:ext uri="{FF2B5EF4-FFF2-40B4-BE49-F238E27FC236}">
                <a16:creationId xmlns:a16="http://schemas.microsoft.com/office/drawing/2014/main" id="{DC8E734D-BE4A-40E2-91C6-B3DFA0705BB5}"/>
              </a:ext>
            </a:extLst>
          </p:cNvPr>
          <p:cNvSpPr>
            <a:spLocks xmlns:a="http://schemas.openxmlformats.org/drawingml/2006/main" noGrp="1"/>
          </p:cNvSpPr>
          <p:nvPr/>
        </p:nvSpPr>
        <p:spPr>
          <a:xfrm xmlns:a="http://schemas.openxmlformats.org/drawingml/2006/main" rot="0" flipH="0" flipV="0">
            <a:off x="6819928" y="3496853"/>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28BCD9A8-EAC7-4424-A3AE-9533A13A30C9}"/>
              </a:ext>
            </a:extLst>
          </p:cNvPr>
          <p:cNvSpPr>
            <a:spLocks xmlns:a="http://schemas.openxmlformats.org/drawingml/2006/main" noGrp="1"/>
          </p:cNvSpPr>
          <p:nvPr/>
        </p:nvSpPr>
        <p:spPr>
          <a:xfrm xmlns:a="http://schemas.openxmlformats.org/drawingml/2006/main" rot="0" flipH="0" flipV="0">
            <a:off x="6892741" y="3496853"/>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eur droit 25">
            <a:extLst xmlns:a="http://schemas.openxmlformats.org/drawingml/2006/main">
              <a:ext uri="{FF2B5EF4-FFF2-40B4-BE49-F238E27FC236}">
                <a16:creationId xmlns:a16="http://schemas.microsoft.com/office/drawing/2014/main" id="{B395D162-B1C0-4075-996D-C87B0054ED66}"/>
              </a:ext>
            </a:extLst>
          </p:cNvPr>
          <p:cNvSpPr>
            <a:spLocks xmlns:a="http://schemas.openxmlformats.org/drawingml/2006/main" noGrp="1"/>
          </p:cNvSpPr>
          <p:nvPr/>
        </p:nvSpPr>
        <p:spPr>
          <a:xfrm xmlns:a="http://schemas.openxmlformats.org/drawingml/2006/main" rot="0" flipH="0" flipV="0">
            <a:off x="6968687" y="3496853"/>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Connecteur droit 29">
            <a:extLst xmlns:a="http://schemas.openxmlformats.org/drawingml/2006/main">
              <a:ext uri="{FF2B5EF4-FFF2-40B4-BE49-F238E27FC236}">
                <a16:creationId xmlns:a16="http://schemas.microsoft.com/office/drawing/2014/main" id="{C09A502F-27A6-40B5-A329-2999BE9060A1}"/>
              </a:ext>
            </a:extLst>
          </p:cNvPr>
          <p:cNvSpPr>
            <a:spLocks xmlns:a="http://schemas.openxmlformats.org/drawingml/2006/main" noGrp="1"/>
          </p:cNvSpPr>
          <p:nvPr/>
        </p:nvSpPr>
        <p:spPr>
          <a:xfrm xmlns:a="http://schemas.openxmlformats.org/drawingml/2006/main" rot="0" flipH="0" flipV="0">
            <a:off x="6819928" y="4770076"/>
            <a:ext cx="111338" cy="0"/>
          </a:xfrm>
          <a:prstGeom xmlns:a="http://schemas.openxmlformats.org/drawingml/2006/main" prst="line">
            <a:avLst/>
          </a:prstGeom>
          <a:ln xmlns:a="http://schemas.openxmlformats.org/drawingml/2006/main" w="219075">
            <a:solidFill>
              <a:srgbClr val="E9F0F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Connecteur droit 30">
            <a:extLst xmlns:a="http://schemas.openxmlformats.org/drawingml/2006/main">
              <a:ext uri="{FF2B5EF4-FFF2-40B4-BE49-F238E27FC236}">
                <a16:creationId xmlns:a16="http://schemas.microsoft.com/office/drawing/2014/main" id="{5E353168-8D12-4DD0-ABF7-280202AF3839}"/>
              </a:ext>
            </a:extLst>
          </p:cNvPr>
          <p:cNvSpPr>
            <a:spLocks xmlns:a="http://schemas.openxmlformats.org/drawingml/2006/main" noGrp="1"/>
          </p:cNvSpPr>
          <p:nvPr/>
        </p:nvSpPr>
        <p:spPr>
          <a:xfrm xmlns:a="http://schemas.openxmlformats.org/drawingml/2006/main" rot="0" flipH="0" flipV="0">
            <a:off x="6892741" y="4770076"/>
            <a:ext cx="111338" cy="0"/>
          </a:xfrm>
          <a:prstGeom xmlns:a="http://schemas.openxmlformats.org/drawingml/2006/main" prst="line">
            <a:avLst/>
          </a:prstGeom>
          <a:ln xmlns:a="http://schemas.openxmlformats.org/drawingml/2006/main" w="219075">
            <a:solidFill>
              <a:srgbClr val="BCD1D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Connecteur droit 31">
            <a:extLst xmlns:a="http://schemas.openxmlformats.org/drawingml/2006/main">
              <a:ext uri="{FF2B5EF4-FFF2-40B4-BE49-F238E27FC236}">
                <a16:creationId xmlns:a16="http://schemas.microsoft.com/office/drawing/2014/main" id="{4ED71A54-7D3D-49B3-B9DF-B8561D6836C9}"/>
              </a:ext>
            </a:extLst>
          </p:cNvPr>
          <p:cNvSpPr>
            <a:spLocks xmlns:a="http://schemas.openxmlformats.org/drawingml/2006/main" noGrp="1"/>
          </p:cNvSpPr>
          <p:nvPr/>
        </p:nvSpPr>
        <p:spPr>
          <a:xfrm xmlns:a="http://schemas.openxmlformats.org/drawingml/2006/main" rot="0" flipH="0" flipV="0">
            <a:off x="6968687" y="4770076"/>
            <a:ext cx="35392" cy="0"/>
          </a:xfrm>
          <a:prstGeom xmlns:a="http://schemas.openxmlformats.org/drawingml/2006/main" prst="line">
            <a:avLst/>
          </a:prstGeom>
          <a:ln xmlns:a="http://schemas.openxmlformats.org/drawingml/2006/main" w="219075">
            <a:solidFill>
              <a:srgbClr val="45686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ZoneTexte 33">
            <a:extLst xmlns:a="http://schemas.openxmlformats.org/drawingml/2006/main">
              <a:ext uri="{FF2B5EF4-FFF2-40B4-BE49-F238E27FC236}">
                <a16:creationId xmlns:a16="http://schemas.microsoft.com/office/drawing/2014/main" id="{073E5DDB-0AFC-2E8D-3998-966614ED701D}"/>
              </a:ext>
            </a:extLst>
          </p:cNvPr>
          <p:cNvSpPr>
            <a:spLocks xmlns:a="http://schemas.openxmlformats.org/drawingml/2006/main" noGrp="1"/>
          </p:cNvSpPr>
          <p:nvPr/>
        </p:nvSpPr>
        <p:spPr>
          <a:xfrm xmlns:a="http://schemas.openxmlformats.org/drawingml/2006/main">
            <a:off x="7296746" y="4566962"/>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6"/>
                </a:solidFill>
                <a:latin typeface="BNPPSans"/>
                <a:ea typeface="BNPPSans"/>
                <a:cs typeface="BNPPSans"/>
              </a:rPr>
              <a:t>Exemple XLM-R</a:t>
            </a:r>
          </a:p>
          <a:p xmlns:a="http://schemas.openxmlformats.org/drawingml/2006/main">
            <a:r>
              <a:rPr sz="1100">
                <a:solidFill>
                  <a:srgbClr val="111515"/>
                </a:solidFill>
                <a:latin typeface="BNPPSans"/>
                <a:ea typeface="BNPPSans"/>
                <a:cs typeface="BNPPSans"/>
              </a:rPr>
              <a:t>Δ=-0,393 ; IC [-0,482;-0,310] ; d_z=-0,822 ; p=0,0001 ; q=0,0002.</a:t>
            </a:r>
          </a:p>
        </p:txBody>
      </p:sp>
      <p:sp>
        <p:nvSpPr>
          <p:cNvPr id="67" name="Connecteur droit 66">
            <a:extLst xmlns:a="http://schemas.openxmlformats.org/drawingml/2006/main">
              <a:ext uri="{FF2B5EF4-FFF2-40B4-BE49-F238E27FC236}">
                <a16:creationId xmlns:a16="http://schemas.microsoft.com/office/drawing/2014/main" id="{C1A2A144-92FC-4B9E-9CF4-75DFC2F9C941}"/>
              </a:ext>
            </a:extLst>
          </p:cNvPr>
          <p:cNvSpPr>
            <a:spLocks xmlns:a="http://schemas.openxmlformats.org/drawingml/2006/main" noGrp="1"/>
          </p:cNvSpPr>
          <p:nvPr/>
        </p:nvSpPr>
        <p:spPr>
          <a:xfrm xmlns:a="http://schemas.openxmlformats.org/drawingml/2006/main">
            <a:off x="6096000" y="852055"/>
            <a:ext cx="0" cy="4512561"/>
          </a:xfrm>
          <a:prstGeom xmlns:a="http://schemas.openxmlformats.org/drawingml/2006/main" prst="line">
            <a:avLst/>
          </a:prstGeom>
          <a:ln xmlns:a="http://schemas.openxmlformats.org/drawingml/2006/main" w="3175">
            <a:solidFill>
              <a:schemeClr val="tx2">
                <a:lumMod val="25000"/>
                <a:lumOff val="7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a90a9e847e4444eb"/>
          <a:srcRect xmlns:a="http://schemas.openxmlformats.org/drawingml/2006/main" l="0" t="76" r="0" b="76"/>
          <a:stretch xmlns:a="http://schemas.openxmlformats.org/drawingml/2006/main">
            <a:fillRect l="0" t="0" r="0" b="0"/>
          </a:stretch>
        </p:blipFill>
        <p:spPr>
          <a:xfrm xmlns:a="http://schemas.openxmlformats.org/drawingml/2006/main">
            <a:off x="634998" y="3015252"/>
            <a:ext cx="4632962" cy="2312964"/>
          </a:xfrm>
          <a:prstGeom xmlns:a="http://schemas.openxmlformats.org/drawingml/2006/main" prst="rect">
            <a:avLst/>
          </a:prstGeom>
        </p:spPr>
      </p:pic>
    </p:spTree>
    <p:extLst>
      <p:ext uri="{BB962C8B-B14F-4D97-AF65-F5344CB8AC3E}">
        <p14:creationId xmlns:p14="http://schemas.microsoft.com/office/powerpoint/2010/main" val="166861773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a:xfrm xmlns:a="http://schemas.openxmlformats.org/drawingml/2006/main">
            <a:off x="634998" y="752475"/>
            <a:ext cx="4028028" cy="984885"/>
          </a:xfrm>
        </p:spPr>
        <p:txBody>
          <a:bodyPr xmlns:a="http://schemas.openxmlformats.org/drawingml/2006/main"/>
          <a:lstStyle xmlns:a="http://schemas.openxmlformats.org/drawingml/2006/main"/>
          <a:p xmlns:a="http://schemas.openxmlformats.org/drawingml/2006/main">
            <a:r>
              <a:rPr sz="3200" b="1">
                <a:solidFill>
                  <a:schemeClr val="accent1"/>
                </a:solidFill>
              </a:rPr>
              <a:t>EMBEDDINGS :</a:t>
            </a:r>
          </a:p>
          <a:p xmlns:a="http://schemas.openxmlformats.org/drawingml/2006/main">
            <a:r>
              <a:rPr sz="3200" b="1">
                <a:solidFill>
                  <a:schemeClr val="accent1"/>
                </a:solidFill>
              </a:rPr>
              <a:t>WEAT ET SEAT</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B7BEEEC-A170-5376-2B6E-CB54687B0CB1}" type="slidenum">
              <a:t>10</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845973"/>
            <a:ext cx="4028027" cy="443198"/>
          </a:xfrm>
        </p:spPr>
        <p:txBody>
          <a:bodyPr xmlns:a="http://schemas.openxmlformats.org/drawingml/2006/main"/>
          <a:lstStyle xmlns:a="http://schemas.openxmlformats.org/drawingml/2006/main"/>
          <a:p xmlns:a="http://schemas.openxmlformats.org/drawingml/2006/main">
            <a:r>
              <a:rPr sz="1600"/>
              <a:t>Comparer deux groupes cibles X et Y à deux pôles d'attributs A et B.</a:t>
            </a:r>
          </a:p>
        </p:txBody>
      </p:sp>
      <p:sp>
        <p:nvSpPr>
          <p:cNvPr id="9" name="Connecteur droit 8">
            <a:extLst xmlns:a="http://schemas.openxmlformats.org/drawingml/2006/main">
              <a:ext uri="{FF2B5EF4-FFF2-40B4-BE49-F238E27FC236}">
                <a16:creationId xmlns:a16="http://schemas.microsoft.com/office/drawing/2014/main" id="{73A774F0-930F-4ADF-B6B3-CAE093F9DB71}"/>
              </a:ext>
            </a:extLst>
          </p:cNvPr>
          <p:cNvSpPr>
            <a:spLocks xmlns:a="http://schemas.openxmlformats.org/drawingml/2006/main" noGrp="1"/>
          </p:cNvSpPr>
          <p:nvPr/>
        </p:nvSpPr>
        <p:spPr>
          <a:xfrm xmlns:a="http://schemas.openxmlformats.org/drawingml/2006/main" rot="0" flipH="0" flipV="0">
            <a:off x="6819928" y="948904"/>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6C0ED5B6-FA0F-4B89-BBE7-C3FBAE1EE0ED}"/>
              </a:ext>
            </a:extLst>
          </p:cNvPr>
          <p:cNvSpPr>
            <a:spLocks xmlns:a="http://schemas.openxmlformats.org/drawingml/2006/main" noGrp="1"/>
          </p:cNvSpPr>
          <p:nvPr/>
        </p:nvSpPr>
        <p:spPr>
          <a:xfrm xmlns:a="http://schemas.openxmlformats.org/drawingml/2006/main" rot="0" flipH="0" flipV="0">
            <a:off x="6892741" y="948904"/>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89040C53-5302-4E69-96CE-61F7C5BA8063}"/>
              </a:ext>
            </a:extLst>
          </p:cNvPr>
          <p:cNvSpPr>
            <a:spLocks xmlns:a="http://schemas.openxmlformats.org/drawingml/2006/main" noGrp="1"/>
          </p:cNvSpPr>
          <p:nvPr/>
        </p:nvSpPr>
        <p:spPr>
          <a:xfrm xmlns:a="http://schemas.openxmlformats.org/drawingml/2006/main" rot="0" flipH="0" flipV="0">
            <a:off x="6968687" y="948904"/>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ZoneTexte 7">
            <a:extLst xmlns:a="http://schemas.openxmlformats.org/drawingml/2006/main">
              <a:ext uri="{FF2B5EF4-FFF2-40B4-BE49-F238E27FC236}">
                <a16:creationId xmlns:a16="http://schemas.microsoft.com/office/drawing/2014/main" id="{84C86439-7966-061B-F608-5FA2D2DA750D}"/>
              </a:ext>
            </a:extLst>
          </p:cNvPr>
          <p:cNvSpPr>
            <a:spLocks xmlns:a="http://schemas.openxmlformats.org/drawingml/2006/main" noGrp="1"/>
          </p:cNvSpPr>
          <p:nvPr/>
        </p:nvSpPr>
        <p:spPr>
          <a:xfrm xmlns:a="http://schemas.openxmlformats.org/drawingml/2006/main">
            <a:off x="7296746" y="747293"/>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1"/>
                </a:solidFill>
                <a:latin typeface="BNPPSans"/>
                <a:ea typeface="BNPPSans"/>
                <a:cs typeface="BNPPSans"/>
              </a:rPr>
              <a:t>X et Y — cibles</a:t>
            </a:r>
          </a:p>
          <a:p xmlns:a="http://schemas.openxmlformats.org/drawingml/2006/main">
            <a:r>
              <a:rPr sz="1100">
                <a:solidFill>
                  <a:srgbClr val="111515"/>
                </a:solidFill>
                <a:latin typeface="BNPPSans"/>
                <a:ea typeface="BNPPSans"/>
                <a:cs typeface="BNPPSans"/>
              </a:rPr>
              <a:t>Termes masculins et féminins comparés dans le même espace vectoriel.</a:t>
            </a:r>
          </a:p>
        </p:txBody>
      </p:sp>
      <p:sp>
        <p:nvSpPr>
          <p:cNvPr id="14" name="Connecteur droit 13">
            <a:extLst xmlns:a="http://schemas.openxmlformats.org/drawingml/2006/main">
              <a:ext uri="{FF2B5EF4-FFF2-40B4-BE49-F238E27FC236}">
                <a16:creationId xmlns:a16="http://schemas.microsoft.com/office/drawing/2014/main" id="{4D5DF483-7F5C-4F0A-ADC2-545895EE6C79}"/>
              </a:ext>
            </a:extLst>
          </p:cNvPr>
          <p:cNvSpPr>
            <a:spLocks xmlns:a="http://schemas.openxmlformats.org/drawingml/2006/main" noGrp="1"/>
          </p:cNvSpPr>
          <p:nvPr/>
        </p:nvSpPr>
        <p:spPr>
          <a:xfrm xmlns:a="http://schemas.openxmlformats.org/drawingml/2006/main" rot="0" flipH="0" flipV="0">
            <a:off x="6819928" y="2220630"/>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eur droit 14">
            <a:extLst xmlns:a="http://schemas.openxmlformats.org/drawingml/2006/main">
              <a:ext uri="{FF2B5EF4-FFF2-40B4-BE49-F238E27FC236}">
                <a16:creationId xmlns:a16="http://schemas.microsoft.com/office/drawing/2014/main" id="{ACA6D589-9059-4DF3-9A0A-480FA366AF96}"/>
              </a:ext>
            </a:extLst>
          </p:cNvPr>
          <p:cNvSpPr>
            <a:spLocks xmlns:a="http://schemas.openxmlformats.org/drawingml/2006/main" noGrp="1"/>
          </p:cNvSpPr>
          <p:nvPr/>
        </p:nvSpPr>
        <p:spPr>
          <a:xfrm xmlns:a="http://schemas.openxmlformats.org/drawingml/2006/main" rot="0" flipH="0" flipV="0">
            <a:off x="6892741" y="2220630"/>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CE2C2402-616C-410A-AF6A-156213844CB8}"/>
              </a:ext>
            </a:extLst>
          </p:cNvPr>
          <p:cNvSpPr>
            <a:spLocks xmlns:a="http://schemas.openxmlformats.org/drawingml/2006/main" noGrp="1"/>
          </p:cNvSpPr>
          <p:nvPr/>
        </p:nvSpPr>
        <p:spPr>
          <a:xfrm xmlns:a="http://schemas.openxmlformats.org/drawingml/2006/main" rot="0" flipH="0" flipV="0">
            <a:off x="6968687" y="2220630"/>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ZoneTexte 20">
            <a:extLst xmlns:a="http://schemas.openxmlformats.org/drawingml/2006/main">
              <a:ext uri="{FF2B5EF4-FFF2-40B4-BE49-F238E27FC236}">
                <a16:creationId xmlns:a16="http://schemas.microsoft.com/office/drawing/2014/main" id="{10F756A7-274D-5FB2-CDE3-415AFE9B3750}"/>
              </a:ext>
            </a:extLst>
          </p:cNvPr>
          <p:cNvSpPr>
            <a:spLocks xmlns:a="http://schemas.openxmlformats.org/drawingml/2006/main" noGrp="1"/>
          </p:cNvSpPr>
          <p:nvPr/>
        </p:nvSpPr>
        <p:spPr>
          <a:xfrm xmlns:a="http://schemas.openxmlformats.org/drawingml/2006/main">
            <a:off x="7296746" y="2020516"/>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3"/>
                </a:solidFill>
                <a:latin typeface="BNPPSans"/>
                <a:ea typeface="BNPPSans"/>
                <a:cs typeface="BNPPSans"/>
              </a:rPr>
              <a:t>A et B — attributs</a:t>
            </a:r>
          </a:p>
          <a:p xmlns:a="http://schemas.openxmlformats.org/drawingml/2006/main">
            <a:r>
              <a:rPr sz="1100">
                <a:solidFill>
                  <a:srgbClr val="111515"/>
                </a:solidFill>
                <a:latin typeface="BNPPSans"/>
                <a:ea typeface="BNPPSans"/>
                <a:cs typeface="BNPPSans"/>
              </a:rPr>
              <a:t>Six contrastes : carrière/famille, science/arts, leadership/soutien…</a:t>
            </a:r>
          </a:p>
        </p:txBody>
      </p:sp>
      <p:sp>
        <p:nvSpPr>
          <p:cNvPr id="22" name="ZoneTexte 21">
            <a:extLst xmlns:a="http://schemas.openxmlformats.org/drawingml/2006/main">
              <a:ext uri="{FF2B5EF4-FFF2-40B4-BE49-F238E27FC236}">
                <a16:creationId xmlns:a16="http://schemas.microsoft.com/office/drawing/2014/main" id="{80738B9D-B75F-7AC0-2973-F30578B45CBF}"/>
              </a:ext>
            </a:extLst>
          </p:cNvPr>
          <p:cNvSpPr>
            <a:spLocks xmlns:a="http://schemas.openxmlformats.org/drawingml/2006/main" noGrp="1"/>
          </p:cNvSpPr>
          <p:nvPr/>
        </p:nvSpPr>
        <p:spPr>
          <a:xfrm xmlns:a="http://schemas.openxmlformats.org/drawingml/2006/main">
            <a:off x="7296746" y="3293739"/>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5"/>
                </a:solidFill>
                <a:latin typeface="BNPPSans"/>
                <a:ea typeface="BNPPSans"/>
                <a:cs typeface="BNPPSans"/>
              </a:rPr>
              <a:t>Signe</a:t>
            </a:r>
          </a:p>
          <a:p xmlns:a="http://schemas.openxmlformats.org/drawingml/2006/main">
            <a:r>
              <a:rPr sz="1100">
                <a:solidFill>
                  <a:srgbClr val="111515"/>
                </a:solidFill>
                <a:latin typeface="BNPPSans"/>
                <a:ea typeface="BNPPSans"/>
                <a:cs typeface="BNPPSans"/>
              </a:rPr>
              <a:t>d &gt; 0 associe relativement le masculin au premier pôle, selon l'ordre fixé.</a:t>
            </a:r>
          </a:p>
        </p:txBody>
      </p:sp>
      <p:sp>
        <p:nvSpPr>
          <p:cNvPr id="24" name="Connecteur droit 23">
            <a:extLst xmlns:a="http://schemas.openxmlformats.org/drawingml/2006/main">
              <a:ext uri="{FF2B5EF4-FFF2-40B4-BE49-F238E27FC236}">
                <a16:creationId xmlns:a16="http://schemas.microsoft.com/office/drawing/2014/main" id="{22FB36B0-E0D4-4E3C-82DC-E78204FCC5DC}"/>
              </a:ext>
            </a:extLst>
          </p:cNvPr>
          <p:cNvSpPr>
            <a:spLocks xmlns:a="http://schemas.openxmlformats.org/drawingml/2006/main" noGrp="1"/>
          </p:cNvSpPr>
          <p:nvPr/>
        </p:nvSpPr>
        <p:spPr>
          <a:xfrm xmlns:a="http://schemas.openxmlformats.org/drawingml/2006/main" rot="0" flipH="0" flipV="0">
            <a:off x="6819928" y="3496853"/>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BA7079C4-B56C-4B43-A9B4-4EB434EAB466}"/>
              </a:ext>
            </a:extLst>
          </p:cNvPr>
          <p:cNvSpPr>
            <a:spLocks xmlns:a="http://schemas.openxmlformats.org/drawingml/2006/main" noGrp="1"/>
          </p:cNvSpPr>
          <p:nvPr/>
        </p:nvSpPr>
        <p:spPr>
          <a:xfrm xmlns:a="http://schemas.openxmlformats.org/drawingml/2006/main" rot="0" flipH="0" flipV="0">
            <a:off x="6892741" y="3496853"/>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eur droit 25">
            <a:extLst xmlns:a="http://schemas.openxmlformats.org/drawingml/2006/main">
              <a:ext uri="{FF2B5EF4-FFF2-40B4-BE49-F238E27FC236}">
                <a16:creationId xmlns:a16="http://schemas.microsoft.com/office/drawing/2014/main" id="{C393A8A1-0B6C-4EB2-8709-CD5265C5806D}"/>
              </a:ext>
            </a:extLst>
          </p:cNvPr>
          <p:cNvSpPr>
            <a:spLocks xmlns:a="http://schemas.openxmlformats.org/drawingml/2006/main" noGrp="1"/>
          </p:cNvSpPr>
          <p:nvPr/>
        </p:nvSpPr>
        <p:spPr>
          <a:xfrm xmlns:a="http://schemas.openxmlformats.org/drawingml/2006/main" rot="0" flipH="0" flipV="0">
            <a:off x="6968687" y="3496853"/>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Connecteur droit 29">
            <a:extLst xmlns:a="http://schemas.openxmlformats.org/drawingml/2006/main">
              <a:ext uri="{FF2B5EF4-FFF2-40B4-BE49-F238E27FC236}">
                <a16:creationId xmlns:a16="http://schemas.microsoft.com/office/drawing/2014/main" id="{3289A49C-85B6-4A47-A24B-E55617CA6150}"/>
              </a:ext>
            </a:extLst>
          </p:cNvPr>
          <p:cNvSpPr>
            <a:spLocks xmlns:a="http://schemas.openxmlformats.org/drawingml/2006/main" noGrp="1"/>
          </p:cNvSpPr>
          <p:nvPr/>
        </p:nvSpPr>
        <p:spPr>
          <a:xfrm xmlns:a="http://schemas.openxmlformats.org/drawingml/2006/main" rot="0" flipH="0" flipV="0">
            <a:off x="6819928" y="4770076"/>
            <a:ext cx="111338" cy="0"/>
          </a:xfrm>
          <a:prstGeom xmlns:a="http://schemas.openxmlformats.org/drawingml/2006/main" prst="line">
            <a:avLst/>
          </a:prstGeom>
          <a:ln xmlns:a="http://schemas.openxmlformats.org/drawingml/2006/main" w="219075">
            <a:solidFill>
              <a:srgbClr val="E9F0F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Connecteur droit 30">
            <a:extLst xmlns:a="http://schemas.openxmlformats.org/drawingml/2006/main">
              <a:ext uri="{FF2B5EF4-FFF2-40B4-BE49-F238E27FC236}">
                <a16:creationId xmlns:a16="http://schemas.microsoft.com/office/drawing/2014/main" id="{761C4360-E5F6-4907-B84B-6086629EBA53}"/>
              </a:ext>
            </a:extLst>
          </p:cNvPr>
          <p:cNvSpPr>
            <a:spLocks xmlns:a="http://schemas.openxmlformats.org/drawingml/2006/main" noGrp="1"/>
          </p:cNvSpPr>
          <p:nvPr/>
        </p:nvSpPr>
        <p:spPr>
          <a:xfrm xmlns:a="http://schemas.openxmlformats.org/drawingml/2006/main" rot="0" flipH="0" flipV="0">
            <a:off x="6892741" y="4770076"/>
            <a:ext cx="111338" cy="0"/>
          </a:xfrm>
          <a:prstGeom xmlns:a="http://schemas.openxmlformats.org/drawingml/2006/main" prst="line">
            <a:avLst/>
          </a:prstGeom>
          <a:ln xmlns:a="http://schemas.openxmlformats.org/drawingml/2006/main" w="219075">
            <a:solidFill>
              <a:srgbClr val="BCD1D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Connecteur droit 31">
            <a:extLst xmlns:a="http://schemas.openxmlformats.org/drawingml/2006/main">
              <a:ext uri="{FF2B5EF4-FFF2-40B4-BE49-F238E27FC236}">
                <a16:creationId xmlns:a16="http://schemas.microsoft.com/office/drawing/2014/main" id="{D9AB5068-04BD-4293-A1DB-1B3F68276CEC}"/>
              </a:ext>
            </a:extLst>
          </p:cNvPr>
          <p:cNvSpPr>
            <a:spLocks xmlns:a="http://schemas.openxmlformats.org/drawingml/2006/main" noGrp="1"/>
          </p:cNvSpPr>
          <p:nvPr/>
        </p:nvSpPr>
        <p:spPr>
          <a:xfrm xmlns:a="http://schemas.openxmlformats.org/drawingml/2006/main" rot="0" flipH="0" flipV="0">
            <a:off x="6968687" y="4770076"/>
            <a:ext cx="35392" cy="0"/>
          </a:xfrm>
          <a:prstGeom xmlns:a="http://schemas.openxmlformats.org/drawingml/2006/main" prst="line">
            <a:avLst/>
          </a:prstGeom>
          <a:ln xmlns:a="http://schemas.openxmlformats.org/drawingml/2006/main" w="219075">
            <a:solidFill>
              <a:srgbClr val="45686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ZoneTexte 33">
            <a:extLst xmlns:a="http://schemas.openxmlformats.org/drawingml/2006/main">
              <a:ext uri="{FF2B5EF4-FFF2-40B4-BE49-F238E27FC236}">
                <a16:creationId xmlns:a16="http://schemas.microsoft.com/office/drawing/2014/main" id="{073E5DDB-0AFC-2E8D-3998-966614ED701D}"/>
              </a:ext>
            </a:extLst>
          </p:cNvPr>
          <p:cNvSpPr>
            <a:spLocks xmlns:a="http://schemas.openxmlformats.org/drawingml/2006/main" noGrp="1"/>
          </p:cNvSpPr>
          <p:nvPr/>
        </p:nvSpPr>
        <p:spPr>
          <a:xfrm xmlns:a="http://schemas.openxmlformats.org/drawingml/2006/main">
            <a:off x="7296746" y="4566962"/>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6"/>
                </a:solidFill>
                <a:latin typeface="BNPPSans"/>
                <a:ea typeface="BNPPSans"/>
                <a:cs typeface="BNPPSans"/>
              </a:rPr>
              <a:t>SEAT</a:t>
            </a:r>
          </a:p>
          <a:p xmlns:a="http://schemas.openxmlformats.org/drawingml/2006/main">
            <a:r>
              <a:rPr sz="1100">
                <a:solidFill>
                  <a:srgbClr val="111515"/>
                </a:solidFill>
                <a:latin typeface="BNPPSans"/>
                <a:ea typeface="BNPPSans"/>
                <a:cs typeface="BNPPSans"/>
              </a:rPr>
              <a:t>Même statistique sur des phrases contextualisées par 18 gabarits.</a:t>
            </a:r>
          </a:p>
        </p:txBody>
      </p:sp>
      <p:sp>
        <p:nvSpPr>
          <p:cNvPr id="67" name="Connecteur droit 66">
            <a:extLst xmlns:a="http://schemas.openxmlformats.org/drawingml/2006/main">
              <a:ext uri="{FF2B5EF4-FFF2-40B4-BE49-F238E27FC236}">
                <a16:creationId xmlns:a16="http://schemas.microsoft.com/office/drawing/2014/main" id="{B20D08CF-0AD2-4B88-AE68-17E6F87D443E}"/>
              </a:ext>
            </a:extLst>
          </p:cNvPr>
          <p:cNvSpPr>
            <a:spLocks xmlns:a="http://schemas.openxmlformats.org/drawingml/2006/main" noGrp="1"/>
          </p:cNvSpPr>
          <p:nvPr/>
        </p:nvSpPr>
        <p:spPr>
          <a:xfrm xmlns:a="http://schemas.openxmlformats.org/drawingml/2006/main">
            <a:off x="6096000" y="852055"/>
            <a:ext cx="0" cy="4512561"/>
          </a:xfrm>
          <a:prstGeom xmlns:a="http://schemas.openxmlformats.org/drawingml/2006/main" prst="line">
            <a:avLst/>
          </a:prstGeom>
          <a:ln xmlns:a="http://schemas.openxmlformats.org/drawingml/2006/main" w="3175">
            <a:solidFill>
              <a:schemeClr val="tx2">
                <a:lumMod val="25000"/>
                <a:lumOff val="7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144b6497d5df422c"/>
          <a:srcRect xmlns:a="http://schemas.openxmlformats.org/drawingml/2006/main" l="0" t="76" r="0" b="76"/>
          <a:stretch xmlns:a="http://schemas.openxmlformats.org/drawingml/2006/main">
            <a:fillRect l="0" t="0" r="0" b="0"/>
          </a:stretch>
        </p:blipFill>
        <p:spPr>
          <a:xfrm xmlns:a="http://schemas.openxmlformats.org/drawingml/2006/main">
            <a:off x="634998" y="3015252"/>
            <a:ext cx="4632962" cy="2312964"/>
          </a:xfrm>
          <a:prstGeom xmlns:a="http://schemas.openxmlformats.org/drawingml/2006/main" prst="rect">
            <a:avLst/>
          </a:prstGeom>
        </p:spPr>
      </p:pic>
    </p:spTree>
    <p:extLst>
      <p:ext uri="{BB962C8B-B14F-4D97-AF65-F5344CB8AC3E}">
        <p14:creationId xmlns:p14="http://schemas.microsoft.com/office/powerpoint/2010/main" val="147237227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a:xfrm xmlns:a="http://schemas.openxmlformats.org/drawingml/2006/main">
            <a:off x="634998" y="752475"/>
            <a:ext cx="4028028" cy="984885"/>
          </a:xfrm>
        </p:spPr>
        <p:txBody>
          <a:bodyPr xmlns:a="http://schemas.openxmlformats.org/drawingml/2006/main"/>
          <a:lstStyle xmlns:a="http://schemas.openxmlformats.org/drawingml/2006/main"/>
          <a:p xmlns:a="http://schemas.openxmlformats.org/drawingml/2006/main">
            <a:r>
              <a:rPr sz="3200" b="1">
                <a:solidFill>
                  <a:schemeClr val="accent1"/>
                </a:solidFill>
              </a:rPr>
              <a:t>PROBABILITÉS :</a:t>
            </a:r>
          </a:p>
          <a:p xmlns:a="http://schemas.openxmlformats.org/drawingml/2006/main">
            <a:r>
              <a:rPr sz="3200" b="1">
                <a:solidFill>
                  <a:schemeClr val="accent1"/>
                </a:solidFill>
              </a:rPr>
              <a:t>DU LPBS À L'AULA</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0394428-F1DC-E5F6-DB0C-7DE31F3D8A23}" type="slidenum">
              <a:t>11</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845973"/>
            <a:ext cx="4028027" cy="443198"/>
          </a:xfrm>
        </p:spPr>
        <p:txBody>
          <a:bodyPr xmlns:a="http://schemas.openxmlformats.org/drawingml/2006/main"/>
          <a:lstStyle xmlns:a="http://schemas.openxmlformats.org/drawingml/2006/main"/>
          <a:p xmlns:a="http://schemas.openxmlformats.org/drawingml/2006/main">
            <a:r>
              <a:rPr sz="1600"/>
              <a:t>À contexte constant, seul le marqueur de genre change dans la paire.</a:t>
            </a:r>
          </a:p>
        </p:txBody>
      </p:sp>
      <p:sp>
        <p:nvSpPr>
          <p:cNvPr id="9" name="Connecteur droit 8">
            <a:extLst xmlns:a="http://schemas.openxmlformats.org/drawingml/2006/main">
              <a:ext uri="{FF2B5EF4-FFF2-40B4-BE49-F238E27FC236}">
                <a16:creationId xmlns:a16="http://schemas.microsoft.com/office/drawing/2014/main" id="{38B515E3-D435-4515-823B-73596980F346}"/>
              </a:ext>
            </a:extLst>
          </p:cNvPr>
          <p:cNvSpPr>
            <a:spLocks xmlns:a="http://schemas.openxmlformats.org/drawingml/2006/main" noGrp="1"/>
          </p:cNvSpPr>
          <p:nvPr/>
        </p:nvSpPr>
        <p:spPr>
          <a:xfrm xmlns:a="http://schemas.openxmlformats.org/drawingml/2006/main" rot="0" flipH="0" flipV="0">
            <a:off x="6819928" y="948904"/>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61542375-674F-4A4F-8DAD-39D5960EE97E}"/>
              </a:ext>
            </a:extLst>
          </p:cNvPr>
          <p:cNvSpPr>
            <a:spLocks xmlns:a="http://schemas.openxmlformats.org/drawingml/2006/main" noGrp="1"/>
          </p:cNvSpPr>
          <p:nvPr/>
        </p:nvSpPr>
        <p:spPr>
          <a:xfrm xmlns:a="http://schemas.openxmlformats.org/drawingml/2006/main" rot="0" flipH="0" flipV="0">
            <a:off x="6892741" y="948904"/>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D277B675-B89D-4E4D-B916-B66682A82A28}"/>
              </a:ext>
            </a:extLst>
          </p:cNvPr>
          <p:cNvSpPr>
            <a:spLocks xmlns:a="http://schemas.openxmlformats.org/drawingml/2006/main" noGrp="1"/>
          </p:cNvSpPr>
          <p:nvPr/>
        </p:nvSpPr>
        <p:spPr>
          <a:xfrm xmlns:a="http://schemas.openxmlformats.org/drawingml/2006/main" rot="0" flipH="0" flipV="0">
            <a:off x="6968687" y="948904"/>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ZoneTexte 7">
            <a:extLst xmlns:a="http://schemas.openxmlformats.org/drawingml/2006/main">
              <a:ext uri="{FF2B5EF4-FFF2-40B4-BE49-F238E27FC236}">
                <a16:creationId xmlns:a16="http://schemas.microsoft.com/office/drawing/2014/main" id="{84C86439-7966-061B-F608-5FA2D2DA750D}"/>
              </a:ext>
            </a:extLst>
          </p:cNvPr>
          <p:cNvSpPr>
            <a:spLocks xmlns:a="http://schemas.openxmlformats.org/drawingml/2006/main" noGrp="1"/>
          </p:cNvSpPr>
          <p:nvPr/>
        </p:nvSpPr>
        <p:spPr>
          <a:xfrm xmlns:a="http://schemas.openxmlformats.org/drawingml/2006/main">
            <a:off x="7296746" y="747293"/>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1"/>
                </a:solidFill>
                <a:latin typeface="BNPPSans"/>
                <a:ea typeface="BNPPSans"/>
                <a:cs typeface="BNPPSans"/>
              </a:rPr>
              <a:t>LPBS</a:t>
            </a:r>
          </a:p>
          <a:p xmlns:a="http://schemas.openxmlformats.org/drawingml/2006/main">
            <a:r>
              <a:rPr sz="1100">
                <a:solidFill>
                  <a:srgbClr val="111515"/>
                </a:solidFill>
                <a:latin typeface="BNPPSans"/>
                <a:ea typeface="BNPPSans"/>
                <a:cs typeface="BNPPSans"/>
              </a:rPr>
              <a:t>Retire le prior global avant de comparer masculin et féminin dans un contexte.</a:t>
            </a:r>
          </a:p>
        </p:txBody>
      </p:sp>
      <p:sp>
        <p:nvSpPr>
          <p:cNvPr id="14" name="Connecteur droit 13">
            <a:extLst xmlns:a="http://schemas.openxmlformats.org/drawingml/2006/main">
              <a:ext uri="{FF2B5EF4-FFF2-40B4-BE49-F238E27FC236}">
                <a16:creationId xmlns:a16="http://schemas.microsoft.com/office/drawing/2014/main" id="{FCCF0D71-E883-420E-9E30-EDADDF11DF77}"/>
              </a:ext>
            </a:extLst>
          </p:cNvPr>
          <p:cNvSpPr>
            <a:spLocks xmlns:a="http://schemas.openxmlformats.org/drawingml/2006/main" noGrp="1"/>
          </p:cNvSpPr>
          <p:nvPr/>
        </p:nvSpPr>
        <p:spPr>
          <a:xfrm xmlns:a="http://schemas.openxmlformats.org/drawingml/2006/main" rot="0" flipH="0" flipV="0">
            <a:off x="6819928" y="2220630"/>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eur droit 14">
            <a:extLst xmlns:a="http://schemas.openxmlformats.org/drawingml/2006/main">
              <a:ext uri="{FF2B5EF4-FFF2-40B4-BE49-F238E27FC236}">
                <a16:creationId xmlns:a16="http://schemas.microsoft.com/office/drawing/2014/main" id="{CEF67A77-869F-49F0-A3CB-17705122DFA2}"/>
              </a:ext>
            </a:extLst>
          </p:cNvPr>
          <p:cNvSpPr>
            <a:spLocks xmlns:a="http://schemas.openxmlformats.org/drawingml/2006/main" noGrp="1"/>
          </p:cNvSpPr>
          <p:nvPr/>
        </p:nvSpPr>
        <p:spPr>
          <a:xfrm xmlns:a="http://schemas.openxmlformats.org/drawingml/2006/main" rot="0" flipH="0" flipV="0">
            <a:off x="6892741" y="2220630"/>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C939FA27-98BE-43E8-8D16-0F4D9CDD9922}"/>
              </a:ext>
            </a:extLst>
          </p:cNvPr>
          <p:cNvSpPr>
            <a:spLocks xmlns:a="http://schemas.openxmlformats.org/drawingml/2006/main" noGrp="1"/>
          </p:cNvSpPr>
          <p:nvPr/>
        </p:nvSpPr>
        <p:spPr>
          <a:xfrm xmlns:a="http://schemas.openxmlformats.org/drawingml/2006/main" rot="0" flipH="0" flipV="0">
            <a:off x="6968687" y="2220630"/>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ZoneTexte 20">
            <a:extLst xmlns:a="http://schemas.openxmlformats.org/drawingml/2006/main">
              <a:ext uri="{FF2B5EF4-FFF2-40B4-BE49-F238E27FC236}">
                <a16:creationId xmlns:a16="http://schemas.microsoft.com/office/drawing/2014/main" id="{10F756A7-274D-5FB2-CDE3-415AFE9B3750}"/>
              </a:ext>
            </a:extLst>
          </p:cNvPr>
          <p:cNvSpPr>
            <a:spLocks xmlns:a="http://schemas.openxmlformats.org/drawingml/2006/main" noGrp="1"/>
          </p:cNvSpPr>
          <p:nvPr/>
        </p:nvSpPr>
        <p:spPr>
          <a:xfrm xmlns:a="http://schemas.openxmlformats.org/drawingml/2006/main">
            <a:off x="7296746" y="2020516"/>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3"/>
                </a:solidFill>
                <a:latin typeface="BNPPSans"/>
                <a:ea typeface="BNPPSans"/>
                <a:cs typeface="BNPPSans"/>
              </a:rPr>
              <a:t>PLL</a:t>
            </a:r>
          </a:p>
          <a:p xmlns:a="http://schemas.openxmlformats.org/drawingml/2006/main">
            <a:r>
              <a:rPr sz="1100">
                <a:solidFill>
                  <a:srgbClr val="111515"/>
                </a:solidFill>
                <a:latin typeface="BNPPSans"/>
                <a:ea typeface="BNPPSans"/>
                <a:cs typeface="BNPPSans"/>
              </a:rPr>
              <a:t>Masque chaque token à tour de rôle et additionne sa log-probabilité.</a:t>
            </a:r>
          </a:p>
        </p:txBody>
      </p:sp>
      <p:sp>
        <p:nvSpPr>
          <p:cNvPr id="22" name="ZoneTexte 21">
            <a:extLst xmlns:a="http://schemas.openxmlformats.org/drawingml/2006/main">
              <a:ext uri="{FF2B5EF4-FFF2-40B4-BE49-F238E27FC236}">
                <a16:creationId xmlns:a16="http://schemas.microsoft.com/office/drawing/2014/main" id="{80738B9D-B75F-7AC0-2973-F30578B45CBF}"/>
              </a:ext>
            </a:extLst>
          </p:cNvPr>
          <p:cNvSpPr>
            <a:spLocks xmlns:a="http://schemas.openxmlformats.org/drawingml/2006/main" noGrp="1"/>
          </p:cNvSpPr>
          <p:nvPr/>
        </p:nvSpPr>
        <p:spPr>
          <a:xfrm xmlns:a="http://schemas.openxmlformats.org/drawingml/2006/main">
            <a:off x="7296746" y="3293739"/>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5"/>
                </a:solidFill>
                <a:latin typeface="BNPPSans"/>
                <a:ea typeface="BNPPSans"/>
                <a:cs typeface="BNPPSans"/>
              </a:rPr>
              <a:t>AUL</a:t>
            </a:r>
          </a:p>
          <a:p xmlns:a="http://schemas.openxmlformats.org/drawingml/2006/main">
            <a:r>
              <a:rPr sz="1100">
                <a:solidFill>
                  <a:srgbClr val="111515"/>
                </a:solidFill>
                <a:latin typeface="BNPPSans"/>
                <a:ea typeface="BNPPSans"/>
                <a:cs typeface="BNPPSans"/>
              </a:rPr>
              <a:t>Évalue tous les tokens à partir de la phrase non masquée.</a:t>
            </a:r>
          </a:p>
        </p:txBody>
      </p:sp>
      <p:sp>
        <p:nvSpPr>
          <p:cNvPr id="24" name="Connecteur droit 23">
            <a:extLst xmlns:a="http://schemas.openxmlformats.org/drawingml/2006/main">
              <a:ext uri="{FF2B5EF4-FFF2-40B4-BE49-F238E27FC236}">
                <a16:creationId xmlns:a16="http://schemas.microsoft.com/office/drawing/2014/main" id="{DC8E734D-BE4A-40E2-91C6-B3DFA0705BB5}"/>
              </a:ext>
            </a:extLst>
          </p:cNvPr>
          <p:cNvSpPr>
            <a:spLocks xmlns:a="http://schemas.openxmlformats.org/drawingml/2006/main" noGrp="1"/>
          </p:cNvSpPr>
          <p:nvPr/>
        </p:nvSpPr>
        <p:spPr>
          <a:xfrm xmlns:a="http://schemas.openxmlformats.org/drawingml/2006/main" rot="0" flipH="0" flipV="0">
            <a:off x="6819928" y="3496853"/>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28BCD9A8-EAC7-4424-A3AE-9533A13A30C9}"/>
              </a:ext>
            </a:extLst>
          </p:cNvPr>
          <p:cNvSpPr>
            <a:spLocks xmlns:a="http://schemas.openxmlformats.org/drawingml/2006/main" noGrp="1"/>
          </p:cNvSpPr>
          <p:nvPr/>
        </p:nvSpPr>
        <p:spPr>
          <a:xfrm xmlns:a="http://schemas.openxmlformats.org/drawingml/2006/main" rot="0" flipH="0" flipV="0">
            <a:off x="6892741" y="3496853"/>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eur droit 25">
            <a:extLst xmlns:a="http://schemas.openxmlformats.org/drawingml/2006/main">
              <a:ext uri="{FF2B5EF4-FFF2-40B4-BE49-F238E27FC236}">
                <a16:creationId xmlns:a16="http://schemas.microsoft.com/office/drawing/2014/main" id="{B395D162-B1C0-4075-996D-C87B0054ED66}"/>
              </a:ext>
            </a:extLst>
          </p:cNvPr>
          <p:cNvSpPr>
            <a:spLocks xmlns:a="http://schemas.openxmlformats.org/drawingml/2006/main" noGrp="1"/>
          </p:cNvSpPr>
          <p:nvPr/>
        </p:nvSpPr>
        <p:spPr>
          <a:xfrm xmlns:a="http://schemas.openxmlformats.org/drawingml/2006/main" rot="0" flipH="0" flipV="0">
            <a:off x="6968687" y="3496853"/>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Connecteur droit 29">
            <a:extLst xmlns:a="http://schemas.openxmlformats.org/drawingml/2006/main">
              <a:ext uri="{FF2B5EF4-FFF2-40B4-BE49-F238E27FC236}">
                <a16:creationId xmlns:a16="http://schemas.microsoft.com/office/drawing/2014/main" id="{C09A502F-27A6-40B5-A329-2999BE9060A1}"/>
              </a:ext>
            </a:extLst>
          </p:cNvPr>
          <p:cNvSpPr>
            <a:spLocks xmlns:a="http://schemas.openxmlformats.org/drawingml/2006/main" noGrp="1"/>
          </p:cNvSpPr>
          <p:nvPr/>
        </p:nvSpPr>
        <p:spPr>
          <a:xfrm xmlns:a="http://schemas.openxmlformats.org/drawingml/2006/main" rot="0" flipH="0" flipV="0">
            <a:off x="6819928" y="4770076"/>
            <a:ext cx="111338" cy="0"/>
          </a:xfrm>
          <a:prstGeom xmlns:a="http://schemas.openxmlformats.org/drawingml/2006/main" prst="line">
            <a:avLst/>
          </a:prstGeom>
          <a:ln xmlns:a="http://schemas.openxmlformats.org/drawingml/2006/main" w="219075">
            <a:solidFill>
              <a:srgbClr val="E9F0F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Connecteur droit 30">
            <a:extLst xmlns:a="http://schemas.openxmlformats.org/drawingml/2006/main">
              <a:ext uri="{FF2B5EF4-FFF2-40B4-BE49-F238E27FC236}">
                <a16:creationId xmlns:a16="http://schemas.microsoft.com/office/drawing/2014/main" id="{5E353168-8D12-4DD0-ABF7-280202AF3839}"/>
              </a:ext>
            </a:extLst>
          </p:cNvPr>
          <p:cNvSpPr>
            <a:spLocks xmlns:a="http://schemas.openxmlformats.org/drawingml/2006/main" noGrp="1"/>
          </p:cNvSpPr>
          <p:nvPr/>
        </p:nvSpPr>
        <p:spPr>
          <a:xfrm xmlns:a="http://schemas.openxmlformats.org/drawingml/2006/main" rot="0" flipH="0" flipV="0">
            <a:off x="6892741" y="4770076"/>
            <a:ext cx="111338" cy="0"/>
          </a:xfrm>
          <a:prstGeom xmlns:a="http://schemas.openxmlformats.org/drawingml/2006/main" prst="line">
            <a:avLst/>
          </a:prstGeom>
          <a:ln xmlns:a="http://schemas.openxmlformats.org/drawingml/2006/main" w="219075">
            <a:solidFill>
              <a:srgbClr val="BCD1D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Connecteur droit 31">
            <a:extLst xmlns:a="http://schemas.openxmlformats.org/drawingml/2006/main">
              <a:ext uri="{FF2B5EF4-FFF2-40B4-BE49-F238E27FC236}">
                <a16:creationId xmlns:a16="http://schemas.microsoft.com/office/drawing/2014/main" id="{4ED71A54-7D3D-49B3-B9DF-B8561D6836C9}"/>
              </a:ext>
            </a:extLst>
          </p:cNvPr>
          <p:cNvSpPr>
            <a:spLocks xmlns:a="http://schemas.openxmlformats.org/drawingml/2006/main" noGrp="1"/>
          </p:cNvSpPr>
          <p:nvPr/>
        </p:nvSpPr>
        <p:spPr>
          <a:xfrm xmlns:a="http://schemas.openxmlformats.org/drawingml/2006/main" rot="0" flipH="0" flipV="0">
            <a:off x="6968687" y="4770076"/>
            <a:ext cx="35392" cy="0"/>
          </a:xfrm>
          <a:prstGeom xmlns:a="http://schemas.openxmlformats.org/drawingml/2006/main" prst="line">
            <a:avLst/>
          </a:prstGeom>
          <a:ln xmlns:a="http://schemas.openxmlformats.org/drawingml/2006/main" w="219075">
            <a:solidFill>
              <a:srgbClr val="45686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ZoneTexte 33">
            <a:extLst xmlns:a="http://schemas.openxmlformats.org/drawingml/2006/main">
              <a:ext uri="{FF2B5EF4-FFF2-40B4-BE49-F238E27FC236}">
                <a16:creationId xmlns:a16="http://schemas.microsoft.com/office/drawing/2014/main" id="{073E5DDB-0AFC-2E8D-3998-966614ED701D}"/>
              </a:ext>
            </a:extLst>
          </p:cNvPr>
          <p:cNvSpPr>
            <a:spLocks xmlns:a="http://schemas.openxmlformats.org/drawingml/2006/main" noGrp="1"/>
          </p:cNvSpPr>
          <p:nvPr/>
        </p:nvSpPr>
        <p:spPr>
          <a:xfrm xmlns:a="http://schemas.openxmlformats.org/drawingml/2006/main">
            <a:off x="7296746" y="4566962"/>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6"/>
                </a:solidFill>
                <a:latin typeface="BNPPSans"/>
                <a:ea typeface="BNPPSans"/>
                <a:cs typeface="BNPPSans"/>
              </a:rPr>
              <a:t>AULA</a:t>
            </a:r>
          </a:p>
          <a:p xmlns:a="http://schemas.openxmlformats.org/drawingml/2006/main">
            <a:r>
              <a:rPr sz="1100">
                <a:solidFill>
                  <a:srgbClr val="111515"/>
                </a:solidFill>
                <a:latin typeface="BNPPSans"/>
                <a:ea typeface="BNPPSans"/>
                <a:cs typeface="BNPPSans"/>
              </a:rPr>
              <a:t>Pondère AUL par l'attention accordée aux tokens importants.</a:t>
            </a:r>
          </a:p>
        </p:txBody>
      </p:sp>
      <p:sp>
        <p:nvSpPr>
          <p:cNvPr id="67" name="Connecteur droit 66">
            <a:extLst xmlns:a="http://schemas.openxmlformats.org/drawingml/2006/main">
              <a:ext uri="{FF2B5EF4-FFF2-40B4-BE49-F238E27FC236}">
                <a16:creationId xmlns:a16="http://schemas.microsoft.com/office/drawing/2014/main" id="{C1A2A144-92FC-4B9E-9CF4-75DFC2F9C941}"/>
              </a:ext>
            </a:extLst>
          </p:cNvPr>
          <p:cNvSpPr>
            <a:spLocks xmlns:a="http://schemas.openxmlformats.org/drawingml/2006/main" noGrp="1"/>
          </p:cNvSpPr>
          <p:nvPr/>
        </p:nvSpPr>
        <p:spPr>
          <a:xfrm xmlns:a="http://schemas.openxmlformats.org/drawingml/2006/main">
            <a:off x="6096000" y="852055"/>
            <a:ext cx="0" cy="4512561"/>
          </a:xfrm>
          <a:prstGeom xmlns:a="http://schemas.openxmlformats.org/drawingml/2006/main" prst="line">
            <a:avLst/>
          </a:prstGeom>
          <a:ln xmlns:a="http://schemas.openxmlformats.org/drawingml/2006/main" w="3175">
            <a:solidFill>
              <a:schemeClr val="tx2">
                <a:lumMod val="25000"/>
                <a:lumOff val="7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ca83f5b9e8c04c8b"/>
          <a:srcRect xmlns:a="http://schemas.openxmlformats.org/drawingml/2006/main" l="0" t="76" r="0" b="76"/>
          <a:stretch xmlns:a="http://schemas.openxmlformats.org/drawingml/2006/main">
            <a:fillRect l="0" t="0" r="0" b="0"/>
          </a:stretch>
        </p:blipFill>
        <p:spPr>
          <a:xfrm xmlns:a="http://schemas.openxmlformats.org/drawingml/2006/main">
            <a:off x="634998" y="3015252"/>
            <a:ext cx="4632962" cy="2312964"/>
          </a:xfrm>
          <a:prstGeom xmlns:a="http://schemas.openxmlformats.org/drawingml/2006/main" prst="rect">
            <a:avLst/>
          </a:prstGeom>
        </p:spPr>
      </p:pic>
    </p:spTree>
    <p:extLst>
      <p:ext uri="{BB962C8B-B14F-4D97-AF65-F5344CB8AC3E}">
        <p14:creationId xmlns:p14="http://schemas.microsoft.com/office/powerpoint/2010/main" val="16686177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a:xfrm xmlns:a="http://schemas.openxmlformats.org/drawingml/2006/main">
            <a:off x="634998" y="752475"/>
            <a:ext cx="4028028" cy="984885"/>
          </a:xfrm>
        </p:spPr>
        <p:txBody>
          <a:bodyPr xmlns:a="http://schemas.openxmlformats.org/drawingml/2006/main"/>
          <a:lstStyle xmlns:a="http://schemas.openxmlformats.org/drawingml/2006/main"/>
          <a:p xmlns:a="http://schemas.openxmlformats.org/drawingml/2006/main">
            <a:r>
              <a:rPr sz="3200" b="1">
                <a:solidFill>
                  <a:schemeClr val="accent1"/>
                </a:solidFill>
              </a:rPr>
              <a:t>GÉNÉRATIONS :</a:t>
            </a:r>
          </a:p>
          <a:p xmlns:a="http://schemas.openxmlformats.org/drawingml/2006/main">
            <a:r>
              <a:rPr sz="3200" b="1">
                <a:solidFill>
                  <a:schemeClr val="accent1"/>
                </a:solidFill>
              </a:rPr>
              <a:t>MÉTRIQUES</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DB16885-0D3F-A391-B669-3211DB3B26E8}" type="slidenum">
              <a:t>12</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845973"/>
            <a:ext cx="4028027" cy="443198"/>
          </a:xfrm>
        </p:spPr>
        <p:txBody>
          <a:bodyPr xmlns:a="http://schemas.openxmlformats.org/drawingml/2006/main"/>
          <a:lstStyle xmlns:a="http://schemas.openxmlformats.org/drawingml/2006/main"/>
          <a:p xmlns:a="http://schemas.openxmlformats.org/drawingml/2006/main">
            <a:r>
              <a:rPr sz="1600"/>
              <a:t>Chaque sortie est comparée à scénario et graine identiques.</a:t>
            </a:r>
          </a:p>
        </p:txBody>
      </p:sp>
      <p:sp>
        <p:nvSpPr>
          <p:cNvPr id="9" name="Connecteur droit 8">
            <a:extLst xmlns:a="http://schemas.openxmlformats.org/drawingml/2006/main">
              <a:ext uri="{FF2B5EF4-FFF2-40B4-BE49-F238E27FC236}">
                <a16:creationId xmlns:a16="http://schemas.microsoft.com/office/drawing/2014/main" id="{73A774F0-930F-4ADF-B6B3-CAE093F9DB71}"/>
              </a:ext>
            </a:extLst>
          </p:cNvPr>
          <p:cNvSpPr>
            <a:spLocks xmlns:a="http://schemas.openxmlformats.org/drawingml/2006/main" noGrp="1"/>
          </p:cNvSpPr>
          <p:nvPr/>
        </p:nvSpPr>
        <p:spPr>
          <a:xfrm xmlns:a="http://schemas.openxmlformats.org/drawingml/2006/main" rot="0" flipH="0" flipV="0">
            <a:off x="6819928" y="948904"/>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6C0ED5B6-FA0F-4B89-BBE7-C3FBAE1EE0ED}"/>
              </a:ext>
            </a:extLst>
          </p:cNvPr>
          <p:cNvSpPr>
            <a:spLocks xmlns:a="http://schemas.openxmlformats.org/drawingml/2006/main" noGrp="1"/>
          </p:cNvSpPr>
          <p:nvPr/>
        </p:nvSpPr>
        <p:spPr>
          <a:xfrm xmlns:a="http://schemas.openxmlformats.org/drawingml/2006/main" rot="0" flipH="0" flipV="0">
            <a:off x="6892741" y="948904"/>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89040C53-5302-4E69-96CE-61F7C5BA8063}"/>
              </a:ext>
            </a:extLst>
          </p:cNvPr>
          <p:cNvSpPr>
            <a:spLocks xmlns:a="http://schemas.openxmlformats.org/drawingml/2006/main" noGrp="1"/>
          </p:cNvSpPr>
          <p:nvPr/>
        </p:nvSpPr>
        <p:spPr>
          <a:xfrm xmlns:a="http://schemas.openxmlformats.org/drawingml/2006/main" rot="0" flipH="0" flipV="0">
            <a:off x="6968687" y="948904"/>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ZoneTexte 7">
            <a:extLst xmlns:a="http://schemas.openxmlformats.org/drawingml/2006/main">
              <a:ext uri="{FF2B5EF4-FFF2-40B4-BE49-F238E27FC236}">
                <a16:creationId xmlns:a16="http://schemas.microsoft.com/office/drawing/2014/main" id="{84C86439-7966-061B-F608-5FA2D2DA750D}"/>
              </a:ext>
            </a:extLst>
          </p:cNvPr>
          <p:cNvSpPr>
            <a:spLocks xmlns:a="http://schemas.openxmlformats.org/drawingml/2006/main" noGrp="1"/>
          </p:cNvSpPr>
          <p:nvPr/>
        </p:nvSpPr>
        <p:spPr>
          <a:xfrm xmlns:a="http://schemas.openxmlformats.org/drawingml/2006/main">
            <a:off x="7296746" y="747293"/>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1"/>
                </a:solidFill>
                <a:latin typeface="BNPPSans"/>
                <a:ea typeface="BNPPSans"/>
                <a:cs typeface="BNPPSans"/>
              </a:rPr>
              <a:t>Lexiques</a:t>
            </a:r>
          </a:p>
          <a:p xmlns:a="http://schemas.openxmlformats.org/drawingml/2006/main">
            <a:r>
              <a:rPr sz="1100">
                <a:solidFill>
                  <a:srgbClr val="111515"/>
                </a:solidFill>
                <a:latin typeface="BNPPSans"/>
                <a:ea typeface="BNPPSans"/>
                <a:cs typeface="BNPPSans"/>
              </a:rPr>
              <a:t>Leadership, soin, compétence, agentivité, communalité, risque, science et argent.</a:t>
            </a:r>
          </a:p>
        </p:txBody>
      </p:sp>
      <p:sp>
        <p:nvSpPr>
          <p:cNvPr id="14" name="Connecteur droit 13">
            <a:extLst xmlns:a="http://schemas.openxmlformats.org/drawingml/2006/main">
              <a:ext uri="{FF2B5EF4-FFF2-40B4-BE49-F238E27FC236}">
                <a16:creationId xmlns:a16="http://schemas.microsoft.com/office/drawing/2014/main" id="{4D5DF483-7F5C-4F0A-ADC2-545895EE6C79}"/>
              </a:ext>
            </a:extLst>
          </p:cNvPr>
          <p:cNvSpPr>
            <a:spLocks xmlns:a="http://schemas.openxmlformats.org/drawingml/2006/main" noGrp="1"/>
          </p:cNvSpPr>
          <p:nvPr/>
        </p:nvSpPr>
        <p:spPr>
          <a:xfrm xmlns:a="http://schemas.openxmlformats.org/drawingml/2006/main" rot="0" flipH="0" flipV="0">
            <a:off x="6819928" y="2220630"/>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eur droit 14">
            <a:extLst xmlns:a="http://schemas.openxmlformats.org/drawingml/2006/main">
              <a:ext uri="{FF2B5EF4-FFF2-40B4-BE49-F238E27FC236}">
                <a16:creationId xmlns:a16="http://schemas.microsoft.com/office/drawing/2014/main" id="{ACA6D589-9059-4DF3-9A0A-480FA366AF96}"/>
              </a:ext>
            </a:extLst>
          </p:cNvPr>
          <p:cNvSpPr>
            <a:spLocks xmlns:a="http://schemas.openxmlformats.org/drawingml/2006/main" noGrp="1"/>
          </p:cNvSpPr>
          <p:nvPr/>
        </p:nvSpPr>
        <p:spPr>
          <a:xfrm xmlns:a="http://schemas.openxmlformats.org/drawingml/2006/main" rot="0" flipH="0" flipV="0">
            <a:off x="6892741" y="2220630"/>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CE2C2402-616C-410A-AF6A-156213844CB8}"/>
              </a:ext>
            </a:extLst>
          </p:cNvPr>
          <p:cNvSpPr>
            <a:spLocks xmlns:a="http://schemas.openxmlformats.org/drawingml/2006/main" noGrp="1"/>
          </p:cNvSpPr>
          <p:nvPr/>
        </p:nvSpPr>
        <p:spPr>
          <a:xfrm xmlns:a="http://schemas.openxmlformats.org/drawingml/2006/main" rot="0" flipH="0" flipV="0">
            <a:off x="6968687" y="2220630"/>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ZoneTexte 20">
            <a:extLst xmlns:a="http://schemas.openxmlformats.org/drawingml/2006/main">
              <a:ext uri="{FF2B5EF4-FFF2-40B4-BE49-F238E27FC236}">
                <a16:creationId xmlns:a16="http://schemas.microsoft.com/office/drawing/2014/main" id="{10F756A7-274D-5FB2-CDE3-415AFE9B3750}"/>
              </a:ext>
            </a:extLst>
          </p:cNvPr>
          <p:cNvSpPr>
            <a:spLocks xmlns:a="http://schemas.openxmlformats.org/drawingml/2006/main" noGrp="1"/>
          </p:cNvSpPr>
          <p:nvPr/>
        </p:nvSpPr>
        <p:spPr>
          <a:xfrm xmlns:a="http://schemas.openxmlformats.org/drawingml/2006/main">
            <a:off x="7296746" y="2020516"/>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3"/>
                </a:solidFill>
                <a:latin typeface="BNPPSans"/>
                <a:ea typeface="BNPPSans"/>
                <a:cs typeface="BNPPSans"/>
              </a:rPr>
              <a:t>Polarité</a:t>
            </a:r>
          </a:p>
          <a:p xmlns:a="http://schemas.openxmlformats.org/drawingml/2006/main">
            <a:r>
              <a:rPr sz="1100">
                <a:solidFill>
                  <a:srgbClr val="111515"/>
                </a:solidFill>
                <a:latin typeface="BNPPSans"/>
                <a:ea typeface="BNPPSans"/>
                <a:cs typeface="BNPPSans"/>
              </a:rPr>
              <a:t>Mesure surtout la reprise des mots genrés introduits dans le prompt.</a:t>
            </a:r>
          </a:p>
        </p:txBody>
      </p:sp>
      <p:sp>
        <p:nvSpPr>
          <p:cNvPr id="22" name="ZoneTexte 21">
            <a:extLst xmlns:a="http://schemas.openxmlformats.org/drawingml/2006/main">
              <a:ext uri="{FF2B5EF4-FFF2-40B4-BE49-F238E27FC236}">
                <a16:creationId xmlns:a16="http://schemas.microsoft.com/office/drawing/2014/main" id="{80738B9D-B75F-7AC0-2973-F30578B45CBF}"/>
              </a:ext>
            </a:extLst>
          </p:cNvPr>
          <p:cNvSpPr>
            <a:spLocks xmlns:a="http://schemas.openxmlformats.org/drawingml/2006/main" noGrp="1"/>
          </p:cNvSpPr>
          <p:nvPr/>
        </p:nvSpPr>
        <p:spPr>
          <a:xfrm xmlns:a="http://schemas.openxmlformats.org/drawingml/2006/main">
            <a:off x="7296746" y="3293739"/>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5"/>
                </a:solidFill>
                <a:latin typeface="BNPPSans"/>
                <a:ea typeface="BNPPSans"/>
                <a:cs typeface="BNPPSans"/>
              </a:rPr>
              <a:t>COBS</a:t>
            </a:r>
          </a:p>
          <a:p xmlns:a="http://schemas.openxmlformats.org/drawingml/2006/main">
            <a:r>
              <a:rPr sz="1100">
                <a:solidFill>
                  <a:srgbClr val="111515"/>
                </a:solidFill>
                <a:latin typeface="BNPPSans"/>
                <a:ea typeface="BNPPSans"/>
                <a:cs typeface="BNPPSans"/>
              </a:rPr>
              <a:t>Cooccurrence signée entre marqueurs de genre et catégories lexicales.</a:t>
            </a:r>
          </a:p>
        </p:txBody>
      </p:sp>
      <p:sp>
        <p:nvSpPr>
          <p:cNvPr id="24" name="Connecteur droit 23">
            <a:extLst xmlns:a="http://schemas.openxmlformats.org/drawingml/2006/main">
              <a:ext uri="{FF2B5EF4-FFF2-40B4-BE49-F238E27FC236}">
                <a16:creationId xmlns:a16="http://schemas.microsoft.com/office/drawing/2014/main" id="{22FB36B0-E0D4-4E3C-82DC-E78204FCC5DC}"/>
              </a:ext>
            </a:extLst>
          </p:cNvPr>
          <p:cNvSpPr>
            <a:spLocks xmlns:a="http://schemas.openxmlformats.org/drawingml/2006/main" noGrp="1"/>
          </p:cNvSpPr>
          <p:nvPr/>
        </p:nvSpPr>
        <p:spPr>
          <a:xfrm xmlns:a="http://schemas.openxmlformats.org/drawingml/2006/main" rot="0" flipH="0" flipV="0">
            <a:off x="6819928" y="3496853"/>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BA7079C4-B56C-4B43-A9B4-4EB434EAB466}"/>
              </a:ext>
            </a:extLst>
          </p:cNvPr>
          <p:cNvSpPr>
            <a:spLocks xmlns:a="http://schemas.openxmlformats.org/drawingml/2006/main" noGrp="1"/>
          </p:cNvSpPr>
          <p:nvPr/>
        </p:nvSpPr>
        <p:spPr>
          <a:xfrm xmlns:a="http://schemas.openxmlformats.org/drawingml/2006/main" rot="0" flipH="0" flipV="0">
            <a:off x="6892741" y="3496853"/>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eur droit 25">
            <a:extLst xmlns:a="http://schemas.openxmlformats.org/drawingml/2006/main">
              <a:ext uri="{FF2B5EF4-FFF2-40B4-BE49-F238E27FC236}">
                <a16:creationId xmlns:a16="http://schemas.microsoft.com/office/drawing/2014/main" id="{C393A8A1-0B6C-4EB2-8709-CD5265C5806D}"/>
              </a:ext>
            </a:extLst>
          </p:cNvPr>
          <p:cNvSpPr>
            <a:spLocks xmlns:a="http://schemas.openxmlformats.org/drawingml/2006/main" noGrp="1"/>
          </p:cNvSpPr>
          <p:nvPr/>
        </p:nvSpPr>
        <p:spPr>
          <a:xfrm xmlns:a="http://schemas.openxmlformats.org/drawingml/2006/main" rot="0" flipH="0" flipV="0">
            <a:off x="6968687" y="3496853"/>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Connecteur droit 29">
            <a:extLst xmlns:a="http://schemas.openxmlformats.org/drawingml/2006/main">
              <a:ext uri="{FF2B5EF4-FFF2-40B4-BE49-F238E27FC236}">
                <a16:creationId xmlns:a16="http://schemas.microsoft.com/office/drawing/2014/main" id="{3289A49C-85B6-4A47-A24B-E55617CA6150}"/>
              </a:ext>
            </a:extLst>
          </p:cNvPr>
          <p:cNvSpPr>
            <a:spLocks xmlns:a="http://schemas.openxmlformats.org/drawingml/2006/main" noGrp="1"/>
          </p:cNvSpPr>
          <p:nvPr/>
        </p:nvSpPr>
        <p:spPr>
          <a:xfrm xmlns:a="http://schemas.openxmlformats.org/drawingml/2006/main" rot="0" flipH="0" flipV="0">
            <a:off x="6819928" y="4770076"/>
            <a:ext cx="111338" cy="0"/>
          </a:xfrm>
          <a:prstGeom xmlns:a="http://schemas.openxmlformats.org/drawingml/2006/main" prst="line">
            <a:avLst/>
          </a:prstGeom>
          <a:ln xmlns:a="http://schemas.openxmlformats.org/drawingml/2006/main" w="219075">
            <a:solidFill>
              <a:srgbClr val="E9F0F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Connecteur droit 30">
            <a:extLst xmlns:a="http://schemas.openxmlformats.org/drawingml/2006/main">
              <a:ext uri="{FF2B5EF4-FFF2-40B4-BE49-F238E27FC236}">
                <a16:creationId xmlns:a16="http://schemas.microsoft.com/office/drawing/2014/main" id="{761C4360-E5F6-4907-B84B-6086629EBA53}"/>
              </a:ext>
            </a:extLst>
          </p:cNvPr>
          <p:cNvSpPr>
            <a:spLocks xmlns:a="http://schemas.openxmlformats.org/drawingml/2006/main" noGrp="1"/>
          </p:cNvSpPr>
          <p:nvPr/>
        </p:nvSpPr>
        <p:spPr>
          <a:xfrm xmlns:a="http://schemas.openxmlformats.org/drawingml/2006/main" rot="0" flipH="0" flipV="0">
            <a:off x="6892741" y="4770076"/>
            <a:ext cx="111338" cy="0"/>
          </a:xfrm>
          <a:prstGeom xmlns:a="http://schemas.openxmlformats.org/drawingml/2006/main" prst="line">
            <a:avLst/>
          </a:prstGeom>
          <a:ln xmlns:a="http://schemas.openxmlformats.org/drawingml/2006/main" w="219075">
            <a:solidFill>
              <a:srgbClr val="BCD1D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Connecteur droit 31">
            <a:extLst xmlns:a="http://schemas.openxmlformats.org/drawingml/2006/main">
              <a:ext uri="{FF2B5EF4-FFF2-40B4-BE49-F238E27FC236}">
                <a16:creationId xmlns:a16="http://schemas.microsoft.com/office/drawing/2014/main" id="{D9AB5068-04BD-4293-A1DB-1B3F68276CEC}"/>
              </a:ext>
            </a:extLst>
          </p:cNvPr>
          <p:cNvSpPr>
            <a:spLocks xmlns:a="http://schemas.openxmlformats.org/drawingml/2006/main" noGrp="1"/>
          </p:cNvSpPr>
          <p:nvPr/>
        </p:nvSpPr>
        <p:spPr>
          <a:xfrm xmlns:a="http://schemas.openxmlformats.org/drawingml/2006/main" rot="0" flipH="0" flipV="0">
            <a:off x="6968687" y="4770076"/>
            <a:ext cx="35392" cy="0"/>
          </a:xfrm>
          <a:prstGeom xmlns:a="http://schemas.openxmlformats.org/drawingml/2006/main" prst="line">
            <a:avLst/>
          </a:prstGeom>
          <a:ln xmlns:a="http://schemas.openxmlformats.org/drawingml/2006/main" w="219075">
            <a:solidFill>
              <a:srgbClr val="45686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ZoneTexte 33">
            <a:extLst xmlns:a="http://schemas.openxmlformats.org/drawingml/2006/main">
              <a:ext uri="{FF2B5EF4-FFF2-40B4-BE49-F238E27FC236}">
                <a16:creationId xmlns:a16="http://schemas.microsoft.com/office/drawing/2014/main" id="{073E5DDB-0AFC-2E8D-3998-966614ED701D}"/>
              </a:ext>
            </a:extLst>
          </p:cNvPr>
          <p:cNvSpPr>
            <a:spLocks xmlns:a="http://schemas.openxmlformats.org/drawingml/2006/main" noGrp="1"/>
          </p:cNvSpPr>
          <p:nvPr/>
        </p:nvSpPr>
        <p:spPr>
          <a:xfrm xmlns:a="http://schemas.openxmlformats.org/drawingml/2006/main">
            <a:off x="7296746" y="4566962"/>
            <a:ext cx="4456002"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
              </a:spcAft>
            </a:pPr>
            <a:r>
              <a:rPr sz="1800" b="1">
                <a:solidFill>
                  <a:schemeClr val="accent6"/>
                </a:solidFill>
                <a:latin typeface="BNPPSans"/>
                <a:ea typeface="BNPPSans"/>
                <a:cs typeface="BNPPSans"/>
              </a:rPr>
              <a:t>Compléments</a:t>
            </a:r>
          </a:p>
          <a:p xmlns:a="http://schemas.openxmlformats.org/drawingml/2006/main">
            <a:r>
              <a:rPr sz="1100">
                <a:solidFill>
                  <a:srgbClr val="111515"/>
                </a:solidFill>
                <a:latin typeface="BNPPSans"/>
                <a:ea typeface="BNPPSans"/>
                <a:cs typeface="BNPPSans"/>
              </a:rPr>
              <a:t>Sentiment, incertitude, contenu blessant, refus, longueur et diversité.</a:t>
            </a:r>
          </a:p>
        </p:txBody>
      </p:sp>
      <p:sp>
        <p:nvSpPr>
          <p:cNvPr id="67" name="Connecteur droit 66">
            <a:extLst xmlns:a="http://schemas.openxmlformats.org/drawingml/2006/main">
              <a:ext uri="{FF2B5EF4-FFF2-40B4-BE49-F238E27FC236}">
                <a16:creationId xmlns:a16="http://schemas.microsoft.com/office/drawing/2014/main" id="{B20D08CF-0AD2-4B88-AE68-17E6F87D443E}"/>
              </a:ext>
            </a:extLst>
          </p:cNvPr>
          <p:cNvSpPr>
            <a:spLocks xmlns:a="http://schemas.openxmlformats.org/drawingml/2006/main" noGrp="1"/>
          </p:cNvSpPr>
          <p:nvPr/>
        </p:nvSpPr>
        <p:spPr>
          <a:xfrm xmlns:a="http://schemas.openxmlformats.org/drawingml/2006/main">
            <a:off x="6096000" y="852055"/>
            <a:ext cx="0" cy="4512561"/>
          </a:xfrm>
          <a:prstGeom xmlns:a="http://schemas.openxmlformats.org/drawingml/2006/main" prst="line">
            <a:avLst/>
          </a:prstGeom>
          <a:ln xmlns:a="http://schemas.openxmlformats.org/drawingml/2006/main" w="3175">
            <a:solidFill>
              <a:schemeClr val="tx2">
                <a:lumMod val="25000"/>
                <a:lumOff val="7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f379163face540ea"/>
          <a:srcRect xmlns:a="http://schemas.openxmlformats.org/drawingml/2006/main" l="0" t="76" r="0" b="76"/>
          <a:stretch xmlns:a="http://schemas.openxmlformats.org/drawingml/2006/main">
            <a:fillRect l="0" t="0" r="0" b="0"/>
          </a:stretch>
        </p:blipFill>
        <p:spPr>
          <a:xfrm xmlns:a="http://schemas.openxmlformats.org/drawingml/2006/main">
            <a:off x="634998" y="3015252"/>
            <a:ext cx="4632962" cy="2312964"/>
          </a:xfrm>
          <a:prstGeom xmlns:a="http://schemas.openxmlformats.org/drawingml/2006/main" prst="rect">
            <a:avLst/>
          </a:prstGeom>
        </p:spPr>
      </p:pic>
    </p:spTree>
    <p:extLst>
      <p:ext uri="{BB962C8B-B14F-4D97-AF65-F5344CB8AC3E}">
        <p14:creationId xmlns:p14="http://schemas.microsoft.com/office/powerpoint/2010/main" val="147237227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769D38E2-215E-D626-30B1-38B92668C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AE2781D8-0E0C-0FB5-40FD-77C569139C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47E0EA58-DE95-4758-5E65-67AC9634B6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D23107-4986-8758-3A93-3D74F35908CC}" type="slidenum">
              <a:t>13</a:t>
            </a:fld>
            <a:endParaRPr/>
          </a:p>
        </p:txBody>
      </p:sp>
      <p:sp>
        <p:nvSpPr>
          <p:cNvPr id="21" name="Espace réservé du texte 20">
            <a:extLst xmlns:a="http://schemas.openxmlformats.org/drawingml/2006/main">
              <a:ext uri="{FF2B5EF4-FFF2-40B4-BE49-F238E27FC236}">
                <a16:creationId xmlns:a16="http://schemas.microsoft.com/office/drawing/2014/main" id="{3CCB0AFB-F816-21AD-FAE7-19FDF6681C15}"/>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3500" b="1" cap="all">
                <a:solidFill>
                  <a:schemeClr val="bg1"/>
                </a:solidFill>
              </a:rPr>
              <a:t>DES SIGNAUX NETS,</a:t>
            </a:r>
          </a:p>
          <a:p xmlns:a="http://schemas.openxmlformats.org/drawingml/2006/main">
            <a:r>
              <a:rPr sz="3500" b="1" cap="all">
                <a:solidFill>
                  <a:schemeClr val="bg1"/>
                </a:solidFill>
              </a:rPr>
              <a:t>MAIS AUCUN</a:t>
            </a:r>
          </a:p>
          <a:p xmlns:a="http://schemas.openxmlformats.org/drawingml/2006/main">
            <a:r>
              <a:rPr sz="3500" b="1" cap="all">
                <a:solidFill>
                  <a:schemeClr val="bg1"/>
                </a:solidFill>
              </a:rPr>
              <a:t>CLASSEMENT UNIQUE</a:t>
            </a:r>
          </a:p>
        </p:txBody>
      </p:sp>
    </p:spTree>
    <p:extLst>
      <p:ext uri="{BB962C8B-B14F-4D97-AF65-F5344CB8AC3E}">
        <p14:creationId xmlns:p14="http://schemas.microsoft.com/office/powerpoint/2010/main" val="134141808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Les embeddings révèlent des associations fortes</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27921A4-25C4-3DB4-06B1-32693CEE2241}" type="slidenum">
              <a:t>14</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Le contexte renforce souvent l'effet, mais sa stabilité dépend du gabarit.</a:t>
            </a:r>
          </a:p>
        </p:txBody>
      </p:sp>
      <p:sp>
        <p:nvSpPr>
          <p:cNvPr id="9" name="Connecteur droit 8">
            <a:extLst xmlns:a="http://schemas.openxmlformats.org/drawingml/2006/main">
              <a:ext uri="{FF2B5EF4-FFF2-40B4-BE49-F238E27FC236}">
                <a16:creationId xmlns:a16="http://schemas.microsoft.com/office/drawing/2014/main" id="{36778D67-31D9-4E30-9444-04FC613582F5}"/>
              </a:ext>
            </a:extLst>
          </p:cNvPr>
          <p:cNvSpPr>
            <a:spLocks xmlns:a="http://schemas.openxmlformats.org/drawingml/2006/main" noGrp="1"/>
          </p:cNvSpPr>
          <p:nvPr/>
        </p:nvSpPr>
        <p:spPr>
          <a:xfrm xmlns:a="http://schemas.openxmlformats.org/drawingml/2006/main" rot="0" flipH="0" flipV="0">
            <a:off x="743884" y="2324945"/>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B0C90C5E-3F72-4E25-9F04-DAE04D3396F1}"/>
              </a:ext>
            </a:extLst>
          </p:cNvPr>
          <p:cNvSpPr>
            <a:spLocks xmlns:a="http://schemas.openxmlformats.org/drawingml/2006/main" noGrp="1"/>
          </p:cNvSpPr>
          <p:nvPr/>
        </p:nvSpPr>
        <p:spPr>
          <a:xfrm xmlns:a="http://schemas.openxmlformats.org/drawingml/2006/main" rot="0" flipH="0" flipV="0">
            <a:off x="816697" y="2324945"/>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737A9113-6474-4BDF-84C2-C550BAAF540F}"/>
              </a:ext>
            </a:extLst>
          </p:cNvPr>
          <p:cNvSpPr>
            <a:spLocks xmlns:a="http://schemas.openxmlformats.org/drawingml/2006/main" noGrp="1"/>
          </p:cNvSpPr>
          <p:nvPr/>
        </p:nvSpPr>
        <p:spPr>
          <a:xfrm xmlns:a="http://schemas.openxmlformats.org/drawingml/2006/main" rot="0" flipH="0" flipV="0">
            <a:off x="892643" y="2324945"/>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ZoneTexte 21">
            <a:extLst xmlns:a="http://schemas.openxmlformats.org/drawingml/2006/main">
              <a:ext uri="{FF2B5EF4-FFF2-40B4-BE49-F238E27FC236}">
                <a16:creationId xmlns:a16="http://schemas.microsoft.com/office/drawing/2014/main" id="{076FA3B4-1254-41B9-259C-C425CA4F8500}"/>
              </a:ext>
            </a:extLst>
          </p:cNvPr>
          <p:cNvSpPr>
            <a:spLocks xmlns:a="http://schemas.openxmlformats.org/drawingml/2006/main" noGrp="1"/>
          </p:cNvSpPr>
          <p:nvPr/>
        </p:nvSpPr>
        <p:spPr>
          <a:xfrm xmlns:a="http://schemas.openxmlformats.org/drawingml/2006/main">
            <a:off x="1220702" y="2123334"/>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Signal global</a:t>
            </a:r>
          </a:p>
          <a:p xmlns:a="http://schemas.openxmlformats.org/drawingml/2006/main">
            <a:r>
              <a:rPr sz="1100">
                <a:solidFill>
                  <a:srgbClr val="111515"/>
                </a:solidFill>
                <a:latin typeface="BNPPSans"/>
                <a:ea typeface="BNPPSans"/>
                <a:cs typeface="BNPPSans"/>
              </a:rPr>
              <a:t>33 des 36 tests WEAT/SEAT ont une q-value inférieure à 0,05.</a:t>
            </a:r>
          </a:p>
        </p:txBody>
      </p:sp>
      <p:sp>
        <p:nvSpPr>
          <p:cNvPr id="7" name="Connecteur droit 6">
            <a:extLst xmlns:a="http://schemas.openxmlformats.org/drawingml/2006/main">
              <a:ext uri="{FF2B5EF4-FFF2-40B4-BE49-F238E27FC236}">
                <a16:creationId xmlns:a16="http://schemas.microsoft.com/office/drawing/2014/main" id="{21AC4B59-3E4D-49C9-9AEC-6B4876FBD48E}"/>
              </a:ext>
            </a:extLst>
          </p:cNvPr>
          <p:cNvSpPr>
            <a:spLocks xmlns:a="http://schemas.openxmlformats.org/drawingml/2006/main" noGrp="1"/>
          </p:cNvSpPr>
          <p:nvPr/>
        </p:nvSpPr>
        <p:spPr>
          <a:xfrm xmlns:a="http://schemas.openxmlformats.org/drawingml/2006/main" rot="0" flipH="0" flipV="0">
            <a:off x="743884" y="3499243"/>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B9C2D3FB-E052-406A-B82E-BFA9893CE371}"/>
              </a:ext>
            </a:extLst>
          </p:cNvPr>
          <p:cNvSpPr>
            <a:spLocks xmlns:a="http://schemas.openxmlformats.org/drawingml/2006/main" noGrp="1"/>
          </p:cNvSpPr>
          <p:nvPr/>
        </p:nvSpPr>
        <p:spPr>
          <a:xfrm xmlns:a="http://schemas.openxmlformats.org/drawingml/2006/main" rot="0" flipH="0" flipV="0">
            <a:off x="816697" y="3499243"/>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BC57A290-4BA6-43DA-84E5-5D524A5780F4}"/>
              </a:ext>
            </a:extLst>
          </p:cNvPr>
          <p:cNvSpPr>
            <a:spLocks xmlns:a="http://schemas.openxmlformats.org/drawingml/2006/main" noGrp="1"/>
          </p:cNvSpPr>
          <p:nvPr/>
        </p:nvSpPr>
        <p:spPr>
          <a:xfrm xmlns:a="http://schemas.openxmlformats.org/drawingml/2006/main" rot="0" flipH="0" flipV="0">
            <a:off x="892643" y="3499243"/>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ZoneTexte 13">
            <a:extLst xmlns:a="http://schemas.openxmlformats.org/drawingml/2006/main">
              <a:ext uri="{FF2B5EF4-FFF2-40B4-BE49-F238E27FC236}">
                <a16:creationId xmlns:a16="http://schemas.microsoft.com/office/drawing/2014/main" id="{F696C473-6556-F541-96C5-1C3560A19AC1}"/>
              </a:ext>
            </a:extLst>
          </p:cNvPr>
          <p:cNvSpPr>
            <a:spLocks xmlns:a="http://schemas.openxmlformats.org/drawingml/2006/main" noGrp="1"/>
          </p:cNvSpPr>
          <p:nvPr/>
        </p:nvSpPr>
        <p:spPr>
          <a:xfrm xmlns:a="http://schemas.openxmlformats.org/drawingml/2006/main">
            <a:off x="1220702" y="3299129"/>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Carrière / famille</a:t>
            </a:r>
          </a:p>
          <a:p xmlns:a="http://schemas.openxmlformats.org/drawingml/2006/main">
            <a:r>
              <a:rPr sz="1100">
                <a:solidFill>
                  <a:srgbClr val="111515"/>
                </a:solidFill>
                <a:latin typeface="BNPPSans"/>
                <a:ea typeface="BNPPSans"/>
                <a:cs typeface="BNPPSans"/>
              </a:rPr>
              <a:t>SEAT : 0,876 pour mMiniLM ; 1,447 pour mE5 ; 1,565 pour BGE-M3.</a:t>
            </a:r>
          </a:p>
        </p:txBody>
      </p:sp>
      <p:sp>
        <p:nvSpPr>
          <p:cNvPr id="23" name="ZoneTexte 22">
            <a:extLst xmlns:a="http://schemas.openxmlformats.org/drawingml/2006/main">
              <a:ext uri="{FF2B5EF4-FFF2-40B4-BE49-F238E27FC236}">
                <a16:creationId xmlns:a16="http://schemas.microsoft.com/office/drawing/2014/main" id="{DBA674A1-D420-8B38-26CC-E3B835E7BB2D}"/>
              </a:ext>
            </a:extLst>
          </p:cNvPr>
          <p:cNvSpPr>
            <a:spLocks xmlns:a="http://schemas.openxmlformats.org/drawingml/2006/main" noGrp="1"/>
          </p:cNvSpPr>
          <p:nvPr/>
        </p:nvSpPr>
        <p:spPr>
          <a:xfrm xmlns:a="http://schemas.openxmlformats.org/drawingml/2006/main">
            <a:off x="1220702" y="4474925"/>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Lecture prudente</a:t>
            </a:r>
          </a:p>
          <a:p xmlns:a="http://schemas.openxmlformats.org/drawingml/2006/main">
            <a:r>
              <a:rPr sz="1100">
                <a:solidFill>
                  <a:srgbClr val="111515"/>
                </a:solidFill>
                <a:latin typeface="BNPPSans"/>
                <a:ea typeface="BNPPSans"/>
                <a:cs typeface="BNPPSans"/>
              </a:rPr>
              <a:t>Certains IC recouvrent 0 ; la projection directe ne suit pas la taille.</a:t>
            </a:r>
          </a:p>
        </p:txBody>
      </p:sp>
      <p:sp>
        <p:nvSpPr>
          <p:cNvPr id="16" name="Connecteur droit 15">
            <a:extLst xmlns:a="http://schemas.openxmlformats.org/drawingml/2006/main">
              <a:ext uri="{FF2B5EF4-FFF2-40B4-BE49-F238E27FC236}">
                <a16:creationId xmlns:a16="http://schemas.microsoft.com/office/drawing/2014/main" id="{D63B3C24-B3F8-4CF7-8169-197C741BB823}"/>
              </a:ext>
            </a:extLst>
          </p:cNvPr>
          <p:cNvSpPr>
            <a:spLocks xmlns:a="http://schemas.openxmlformats.org/drawingml/2006/main" noGrp="1"/>
          </p:cNvSpPr>
          <p:nvPr/>
        </p:nvSpPr>
        <p:spPr>
          <a:xfrm xmlns:a="http://schemas.openxmlformats.org/drawingml/2006/main" rot="0" flipH="0" flipV="0">
            <a:off x="743884" y="4678039"/>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eur droit 17">
            <a:extLst xmlns:a="http://schemas.openxmlformats.org/drawingml/2006/main">
              <a:ext uri="{FF2B5EF4-FFF2-40B4-BE49-F238E27FC236}">
                <a16:creationId xmlns:a16="http://schemas.microsoft.com/office/drawing/2014/main" id="{AB0F6450-CAB8-4B84-B8BC-AF957D4A2AB4}"/>
              </a:ext>
            </a:extLst>
          </p:cNvPr>
          <p:cNvSpPr>
            <a:spLocks xmlns:a="http://schemas.openxmlformats.org/drawingml/2006/main" noGrp="1"/>
          </p:cNvSpPr>
          <p:nvPr/>
        </p:nvSpPr>
        <p:spPr>
          <a:xfrm xmlns:a="http://schemas.openxmlformats.org/drawingml/2006/main" rot="0" flipH="0" flipV="0">
            <a:off x="816697" y="4678039"/>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70BB676A-D041-4ACA-9CC4-E5C0A8881157}"/>
              </a:ext>
            </a:extLst>
          </p:cNvPr>
          <p:cNvSpPr>
            <a:spLocks xmlns:a="http://schemas.openxmlformats.org/drawingml/2006/main" noGrp="1"/>
          </p:cNvSpPr>
          <p:nvPr/>
        </p:nvSpPr>
        <p:spPr>
          <a:xfrm xmlns:a="http://schemas.openxmlformats.org/drawingml/2006/main" rot="0" flipH="0" flipV="0">
            <a:off x="892643" y="4678039"/>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 coins arrondis 20">
            <a:extLst xmlns:a="http://schemas.openxmlformats.org/drawingml/2006/main">
              <a:ext uri="{FF2B5EF4-FFF2-40B4-BE49-F238E27FC236}">
                <a16:creationId xmlns:a16="http://schemas.microsoft.com/office/drawing/2014/main" id="{FDDD02CD-3C85-17D5-AD37-EF8E971B9536}"/>
              </a:ext>
            </a:extLst>
          </p:cNvPr>
          <p:cNvSpPr>
            <a:spLocks xmlns:a="http://schemas.openxmlformats.org/drawingml/2006/main" noGrp="1"/>
          </p:cNvSpPr>
          <p:nvPr/>
        </p:nvSpPr>
        <p:spPr>
          <a:xfrm xmlns:a="http://schemas.openxmlformats.org/drawingml/2006/main">
            <a:off x="5668484" y="2222500"/>
            <a:ext cx="5891842" cy="3168650"/>
          </a:xfrm>
          <a:prstGeom xmlns:a="http://schemas.openxmlformats.org/drawingml/2006/main" prst="roundRect">
            <a:avLst>
              <a:gd name="adj" fmla="val 0"/>
            </a:avLst>
          </a:prstGeom>
          <a:solidFill xmlns:a="http://schemas.openxmlformats.org/drawingml/2006/main">
            <a:schemeClr val="accent6">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4" name="Image 25"/>
          <p:cNvPicPr>
            <a:picLocks xmlns:a="http://schemas.openxmlformats.org/drawingml/2006/main" noChangeAspect="1"/>
          </p:cNvPicPr>
          <p:nvPr/>
        </p:nvPicPr>
        <p:blipFill>
          <a:blip xmlns:r="http://schemas.openxmlformats.org/officeDocument/2006/relationships" xmlns:a="http://schemas.openxmlformats.org/drawingml/2006/main" r:embed="R045ec86c47104caa"/>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7ac9a65a59f4a63"/>
          <a:srcRect xmlns:a="http://schemas.openxmlformats.org/drawingml/2006/main" l="14" t="0" r="14" b="0"/>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spTree>
    <p:extLst>
      <p:ext uri="{BB962C8B-B14F-4D97-AF65-F5344CB8AC3E}">
        <p14:creationId xmlns:p14="http://schemas.microsoft.com/office/powerpoint/2010/main" val="79815233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La PLL favorise les formulations féminines</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A83FA91-883A-0168-8075-96CEB9DCA3C2}" type="slidenum">
              <a:t>15</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L'effet est robuste pour mBERT et XLM-R-large, pas pour CamemBERT après FDR.</a:t>
            </a:r>
          </a:p>
        </p:txBody>
      </p:sp>
      <p:sp>
        <p:nvSpPr>
          <p:cNvPr id="9" name="Connecteur droit 8">
            <a:extLst xmlns:a="http://schemas.openxmlformats.org/drawingml/2006/main">
              <a:ext uri="{FF2B5EF4-FFF2-40B4-BE49-F238E27FC236}">
                <a16:creationId xmlns:a16="http://schemas.microsoft.com/office/drawing/2014/main" id="{36778D67-31D9-4E30-9444-04FC613582F5}"/>
              </a:ext>
            </a:extLst>
          </p:cNvPr>
          <p:cNvSpPr>
            <a:spLocks xmlns:a="http://schemas.openxmlformats.org/drawingml/2006/main" noGrp="1"/>
          </p:cNvSpPr>
          <p:nvPr/>
        </p:nvSpPr>
        <p:spPr>
          <a:xfrm xmlns:a="http://schemas.openxmlformats.org/drawingml/2006/main" rot="0" flipH="0" flipV="0">
            <a:off x="743884" y="2324945"/>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B0C90C5E-3F72-4E25-9F04-DAE04D3396F1}"/>
              </a:ext>
            </a:extLst>
          </p:cNvPr>
          <p:cNvSpPr>
            <a:spLocks xmlns:a="http://schemas.openxmlformats.org/drawingml/2006/main" noGrp="1"/>
          </p:cNvSpPr>
          <p:nvPr/>
        </p:nvSpPr>
        <p:spPr>
          <a:xfrm xmlns:a="http://schemas.openxmlformats.org/drawingml/2006/main" rot="0" flipH="0" flipV="0">
            <a:off x="816697" y="2324945"/>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737A9113-6474-4BDF-84C2-C550BAAF540F}"/>
              </a:ext>
            </a:extLst>
          </p:cNvPr>
          <p:cNvSpPr>
            <a:spLocks xmlns:a="http://schemas.openxmlformats.org/drawingml/2006/main" noGrp="1"/>
          </p:cNvSpPr>
          <p:nvPr/>
        </p:nvSpPr>
        <p:spPr>
          <a:xfrm xmlns:a="http://schemas.openxmlformats.org/drawingml/2006/main" rot="0" flipH="0" flipV="0">
            <a:off x="892643" y="2324945"/>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ZoneTexte 21">
            <a:extLst xmlns:a="http://schemas.openxmlformats.org/drawingml/2006/main">
              <a:ext uri="{FF2B5EF4-FFF2-40B4-BE49-F238E27FC236}">
                <a16:creationId xmlns:a16="http://schemas.microsoft.com/office/drawing/2014/main" id="{076FA3B4-1254-41B9-259C-C425CA4F8500}"/>
              </a:ext>
            </a:extLst>
          </p:cNvPr>
          <p:cNvSpPr>
            <a:spLocks xmlns:a="http://schemas.openxmlformats.org/drawingml/2006/main" noGrp="1"/>
          </p:cNvSpPr>
          <p:nvPr/>
        </p:nvSpPr>
        <p:spPr>
          <a:xfrm xmlns:a="http://schemas.openxmlformats.org/drawingml/2006/main">
            <a:off x="1220702" y="2123334"/>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Écart moyen PLL</a:t>
            </a:r>
          </a:p>
          <a:p xmlns:a="http://schemas.openxmlformats.org/drawingml/2006/main">
            <a:r>
              <a:rPr sz="1100">
                <a:solidFill>
                  <a:srgbClr val="111515"/>
                </a:solidFill>
                <a:latin typeface="BNPPSans"/>
                <a:ea typeface="BNPPSans"/>
                <a:cs typeface="BNPPSans"/>
              </a:rPr>
              <a:t>CamemBERT -0,136 ; mBERT -0,234 ; XLM-R-large -0,393.</a:t>
            </a:r>
          </a:p>
        </p:txBody>
      </p:sp>
      <p:sp>
        <p:nvSpPr>
          <p:cNvPr id="7" name="Connecteur droit 6">
            <a:extLst xmlns:a="http://schemas.openxmlformats.org/drawingml/2006/main">
              <a:ext uri="{FF2B5EF4-FFF2-40B4-BE49-F238E27FC236}">
                <a16:creationId xmlns:a16="http://schemas.microsoft.com/office/drawing/2014/main" id="{21AC4B59-3E4D-49C9-9AEC-6B4876FBD48E}"/>
              </a:ext>
            </a:extLst>
          </p:cNvPr>
          <p:cNvSpPr>
            <a:spLocks xmlns:a="http://schemas.openxmlformats.org/drawingml/2006/main" noGrp="1"/>
          </p:cNvSpPr>
          <p:nvPr/>
        </p:nvSpPr>
        <p:spPr>
          <a:xfrm xmlns:a="http://schemas.openxmlformats.org/drawingml/2006/main" rot="0" flipH="0" flipV="0">
            <a:off x="743884" y="3499243"/>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B9C2D3FB-E052-406A-B82E-BFA9893CE371}"/>
              </a:ext>
            </a:extLst>
          </p:cNvPr>
          <p:cNvSpPr>
            <a:spLocks xmlns:a="http://schemas.openxmlformats.org/drawingml/2006/main" noGrp="1"/>
          </p:cNvSpPr>
          <p:nvPr/>
        </p:nvSpPr>
        <p:spPr>
          <a:xfrm xmlns:a="http://schemas.openxmlformats.org/drawingml/2006/main" rot="0" flipH="0" flipV="0">
            <a:off x="816697" y="3499243"/>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BC57A290-4BA6-43DA-84E5-5D524A5780F4}"/>
              </a:ext>
            </a:extLst>
          </p:cNvPr>
          <p:cNvSpPr>
            <a:spLocks xmlns:a="http://schemas.openxmlformats.org/drawingml/2006/main" noGrp="1"/>
          </p:cNvSpPr>
          <p:nvPr/>
        </p:nvSpPr>
        <p:spPr>
          <a:xfrm xmlns:a="http://schemas.openxmlformats.org/drawingml/2006/main" rot="0" flipH="0" flipV="0">
            <a:off x="892643" y="3499243"/>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ZoneTexte 13">
            <a:extLst xmlns:a="http://schemas.openxmlformats.org/drawingml/2006/main">
              <a:ext uri="{FF2B5EF4-FFF2-40B4-BE49-F238E27FC236}">
                <a16:creationId xmlns:a16="http://schemas.microsoft.com/office/drawing/2014/main" id="{F696C473-6556-F541-96C5-1C3560A19AC1}"/>
              </a:ext>
            </a:extLst>
          </p:cNvPr>
          <p:cNvSpPr>
            <a:spLocks xmlns:a="http://schemas.openxmlformats.org/drawingml/2006/main" noGrp="1"/>
          </p:cNvSpPr>
          <p:nvPr/>
        </p:nvSpPr>
        <p:spPr>
          <a:xfrm xmlns:a="http://schemas.openxmlformats.org/drawingml/2006/main">
            <a:off x="1220702" y="3299129"/>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Préférence masculine</a:t>
            </a:r>
          </a:p>
          <a:p xmlns:a="http://schemas.openxmlformats.org/drawingml/2006/main">
            <a:r>
              <a:rPr sz="1100">
                <a:solidFill>
                  <a:srgbClr val="111515"/>
                </a:solidFill>
                <a:latin typeface="BNPPSans"/>
                <a:ea typeface="BNPPSans"/>
                <a:cs typeface="BNPPSans"/>
              </a:rPr>
              <a:t>39,2 % ; 25,0 % ; 16,7 % des 120 paires, respectivement.</a:t>
            </a:r>
          </a:p>
        </p:txBody>
      </p:sp>
      <p:sp>
        <p:nvSpPr>
          <p:cNvPr id="23" name="ZoneTexte 22">
            <a:extLst xmlns:a="http://schemas.openxmlformats.org/drawingml/2006/main">
              <a:ext uri="{FF2B5EF4-FFF2-40B4-BE49-F238E27FC236}">
                <a16:creationId xmlns:a16="http://schemas.microsoft.com/office/drawing/2014/main" id="{DBA674A1-D420-8B38-26CC-E3B835E7BB2D}"/>
              </a:ext>
            </a:extLst>
          </p:cNvPr>
          <p:cNvSpPr>
            <a:spLocks xmlns:a="http://schemas.openxmlformats.org/drawingml/2006/main" noGrp="1"/>
          </p:cNvSpPr>
          <p:nvPr/>
        </p:nvSpPr>
        <p:spPr>
          <a:xfrm xmlns:a="http://schemas.openxmlformats.org/drawingml/2006/main">
            <a:off x="1220702" y="4474925"/>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Interprétation</a:t>
            </a:r>
          </a:p>
          <a:p xmlns:a="http://schemas.openxmlformats.org/drawingml/2006/main">
            <a:r>
              <a:rPr sz="1100">
                <a:solidFill>
                  <a:srgbClr val="111515"/>
                </a:solidFill>
                <a:latin typeface="BNPPSans"/>
                <a:ea typeface="BNPPSans"/>
                <a:cs typeface="BNPPSans"/>
              </a:rPr>
              <a:t>Préférence de formulation, influencée aussi par accords, fréquence et tokenisation.</a:t>
            </a:r>
          </a:p>
        </p:txBody>
      </p:sp>
      <p:sp>
        <p:nvSpPr>
          <p:cNvPr id="16" name="Connecteur droit 15">
            <a:extLst xmlns:a="http://schemas.openxmlformats.org/drawingml/2006/main">
              <a:ext uri="{FF2B5EF4-FFF2-40B4-BE49-F238E27FC236}">
                <a16:creationId xmlns:a16="http://schemas.microsoft.com/office/drawing/2014/main" id="{D63B3C24-B3F8-4CF7-8169-197C741BB823}"/>
              </a:ext>
            </a:extLst>
          </p:cNvPr>
          <p:cNvSpPr>
            <a:spLocks xmlns:a="http://schemas.openxmlformats.org/drawingml/2006/main" noGrp="1"/>
          </p:cNvSpPr>
          <p:nvPr/>
        </p:nvSpPr>
        <p:spPr>
          <a:xfrm xmlns:a="http://schemas.openxmlformats.org/drawingml/2006/main" rot="0" flipH="0" flipV="0">
            <a:off x="743884" y="4678039"/>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eur droit 17">
            <a:extLst xmlns:a="http://schemas.openxmlformats.org/drawingml/2006/main">
              <a:ext uri="{FF2B5EF4-FFF2-40B4-BE49-F238E27FC236}">
                <a16:creationId xmlns:a16="http://schemas.microsoft.com/office/drawing/2014/main" id="{AB0F6450-CAB8-4B84-B8BC-AF957D4A2AB4}"/>
              </a:ext>
            </a:extLst>
          </p:cNvPr>
          <p:cNvSpPr>
            <a:spLocks xmlns:a="http://schemas.openxmlformats.org/drawingml/2006/main" noGrp="1"/>
          </p:cNvSpPr>
          <p:nvPr/>
        </p:nvSpPr>
        <p:spPr>
          <a:xfrm xmlns:a="http://schemas.openxmlformats.org/drawingml/2006/main" rot="0" flipH="0" flipV="0">
            <a:off x="816697" y="4678039"/>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70BB676A-D041-4ACA-9CC4-E5C0A8881157}"/>
              </a:ext>
            </a:extLst>
          </p:cNvPr>
          <p:cNvSpPr>
            <a:spLocks xmlns:a="http://schemas.openxmlformats.org/drawingml/2006/main" noGrp="1"/>
          </p:cNvSpPr>
          <p:nvPr/>
        </p:nvSpPr>
        <p:spPr>
          <a:xfrm xmlns:a="http://schemas.openxmlformats.org/drawingml/2006/main" rot="0" flipH="0" flipV="0">
            <a:off x="892643" y="4678039"/>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 coins arrondis 20">
            <a:extLst xmlns:a="http://schemas.openxmlformats.org/drawingml/2006/main">
              <a:ext uri="{FF2B5EF4-FFF2-40B4-BE49-F238E27FC236}">
                <a16:creationId xmlns:a16="http://schemas.microsoft.com/office/drawing/2014/main" id="{FDDD02CD-3C85-17D5-AD37-EF8E971B9536}"/>
              </a:ext>
            </a:extLst>
          </p:cNvPr>
          <p:cNvSpPr>
            <a:spLocks xmlns:a="http://schemas.openxmlformats.org/drawingml/2006/main" noGrp="1"/>
          </p:cNvSpPr>
          <p:nvPr/>
        </p:nvSpPr>
        <p:spPr>
          <a:xfrm xmlns:a="http://schemas.openxmlformats.org/drawingml/2006/main">
            <a:off x="5668484" y="2222500"/>
            <a:ext cx="5891842" cy="3168650"/>
          </a:xfrm>
          <a:prstGeom xmlns:a="http://schemas.openxmlformats.org/drawingml/2006/main" prst="roundRect">
            <a:avLst>
              <a:gd name="adj" fmla="val 0"/>
            </a:avLst>
          </a:prstGeom>
          <a:solidFill xmlns:a="http://schemas.openxmlformats.org/drawingml/2006/main">
            <a:schemeClr val="accent6">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4" name="Image 25"/>
          <p:cNvPicPr>
            <a:picLocks xmlns:a="http://schemas.openxmlformats.org/drawingml/2006/main" noChangeAspect="1"/>
          </p:cNvPicPr>
          <p:nvPr/>
        </p:nvPicPr>
        <p:blipFill>
          <a:blip xmlns:r="http://schemas.openxmlformats.org/officeDocument/2006/relationships" xmlns:a="http://schemas.openxmlformats.org/drawingml/2006/main" r:embed="Ref7913c6f2414776"/>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907b90ec9e24b4d"/>
          <a:srcRect xmlns:a="http://schemas.openxmlformats.org/drawingml/2006/main" l="14" t="0" r="14" b="0"/>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spTree>
    <p:extLst>
      <p:ext uri="{BB962C8B-B14F-4D97-AF65-F5344CB8AC3E}">
        <p14:creationId xmlns:p14="http://schemas.microsoft.com/office/powerpoint/2010/main" val="79815233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Les écarts de contenu restent faibles</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9C7607-4BA3-B4DC-A00F-2E67A9FCFF7E}" type="slidenum">
              <a:t>16</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Une exception apparaît : Qwen 0,5B produit davantage de termes d'incertitude après un prompt masculin.</a:t>
            </a:r>
          </a:p>
        </p:txBody>
      </p:sp>
      <p:sp>
        <p:nvSpPr>
          <p:cNvPr id="7" name="Forme libre : forme 6">
            <a:extLst xmlns:a="http://schemas.openxmlformats.org/drawingml/2006/main">
              <a:ext uri="{FF2B5EF4-FFF2-40B4-BE49-F238E27FC236}">
                <a16:creationId xmlns:a16="http://schemas.microsoft.com/office/drawing/2014/main" id="{CA3111C8-F88F-AB4F-F816-9901826D0024}"/>
              </a:ext>
            </a:extLst>
          </p:cNvPr>
          <p:cNvSpPr>
            <a:spLocks xmlns:a="http://schemas.openxmlformats.org/drawingml/2006/main" noGrp="1"/>
          </p:cNvSpPr>
          <p:nvPr/>
        </p:nvSpPr>
        <p:spPr>
          <a:xfrm xmlns:a="http://schemas.openxmlformats.org/drawingml/2006/main" rot="0" flipH="0" flipV="0">
            <a:off x="5394962" y="3137987"/>
            <a:ext cx="316893" cy="80571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5AAD52E4-0BF9-7C81-8C5A-1D00B2919A8C}"/>
              </a:ext>
            </a:extLst>
          </p:cNvPr>
          <p:cNvSpPr>
            <a:spLocks xmlns:a="http://schemas.openxmlformats.org/drawingml/2006/main" noGrp="1"/>
          </p:cNvSpPr>
          <p:nvPr/>
        </p:nvSpPr>
        <p:spPr>
          <a:xfrm xmlns:a="http://schemas.openxmlformats.org/drawingml/2006/main" rot="0" flipH="0" flipV="0">
            <a:off x="5845739" y="3144647"/>
            <a:ext cx="83516" cy="14122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607CDDA3-DA97-CFA6-93D1-BB1537E39B42}"/>
              </a:ext>
            </a:extLst>
          </p:cNvPr>
          <p:cNvSpPr>
            <a:spLocks xmlns:a="http://schemas.openxmlformats.org/drawingml/2006/main" noGrp="1"/>
          </p:cNvSpPr>
          <p:nvPr/>
        </p:nvSpPr>
        <p:spPr>
          <a:xfrm xmlns:a="http://schemas.openxmlformats.org/drawingml/2006/main" rot="0" flipH="0" flipV="0">
            <a:off x="5845739" y="3415955"/>
            <a:ext cx="83516" cy="52243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B2357596-4DB4-E7CE-A257-3D4799FB250D}"/>
              </a:ext>
            </a:extLst>
          </p:cNvPr>
          <p:cNvSpPr>
            <a:spLocks xmlns:a="http://schemas.openxmlformats.org/drawingml/2006/main" noGrp="1"/>
          </p:cNvSpPr>
          <p:nvPr/>
        </p:nvSpPr>
        <p:spPr>
          <a:xfrm xmlns:a="http://schemas.openxmlformats.org/drawingml/2006/main" rot="0" flipH="0" flipV="0">
            <a:off x="6131673" y="3235548"/>
            <a:ext cx="269095" cy="704163"/>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E7343BD1-F878-1344-C2F9-BDCC3214BAB9}"/>
              </a:ext>
            </a:extLst>
          </p:cNvPr>
          <p:cNvSpPr>
            <a:spLocks xmlns:a="http://schemas.openxmlformats.org/drawingml/2006/main" noGrp="1"/>
          </p:cNvSpPr>
          <p:nvPr/>
        </p:nvSpPr>
        <p:spPr>
          <a:xfrm xmlns:a="http://schemas.openxmlformats.org/drawingml/2006/main" rot="0" flipH="0" flipV="0">
            <a:off x="6526622" y="3235572"/>
            <a:ext cx="270418" cy="694830"/>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F161671C-6CEF-97CD-9F65-789D90E65108}"/>
              </a:ext>
            </a:extLst>
          </p:cNvPr>
          <p:cNvSpPr>
            <a:spLocks xmlns:a="http://schemas.openxmlformats.org/drawingml/2006/main" noGrp="1"/>
          </p:cNvSpPr>
          <p:nvPr/>
        </p:nvSpPr>
        <p:spPr>
          <a:xfrm xmlns:a="http://schemas.openxmlformats.org/drawingml/2006/main" rot="0" flipH="0" flipV="0">
            <a:off x="5467197" y="2745708"/>
            <a:ext cx="1252697" cy="377795"/>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27DF455A-C431-4AEE-1900-78CC0BCAAAE1}"/>
              </a:ext>
            </a:extLst>
          </p:cNvPr>
          <p:cNvSpPr>
            <a:spLocks xmlns:a="http://schemas.openxmlformats.org/drawingml/2006/main" noGrp="1"/>
          </p:cNvSpPr>
          <p:nvPr/>
        </p:nvSpPr>
        <p:spPr>
          <a:xfrm xmlns:a="http://schemas.openxmlformats.org/drawingml/2006/main" rot="0" flipH="0" flipV="0">
            <a:off x="5503488" y="4049396"/>
            <a:ext cx="137959" cy="143291"/>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E78BF7B1-4D57-FBD0-B172-62B26EE6D11E}"/>
              </a:ext>
            </a:extLst>
          </p:cNvPr>
          <p:cNvSpPr>
            <a:spLocks xmlns:a="http://schemas.openxmlformats.org/drawingml/2006/main" noGrp="1"/>
          </p:cNvSpPr>
          <p:nvPr/>
        </p:nvSpPr>
        <p:spPr>
          <a:xfrm xmlns:a="http://schemas.openxmlformats.org/drawingml/2006/main" rot="0" flipH="0" flipV="0">
            <a:off x="5658254" y="4147911"/>
            <a:ext cx="100833" cy="118036"/>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61CE9A48-0C4E-84D7-2D2E-B7390F116510}"/>
              </a:ext>
            </a:extLst>
          </p:cNvPr>
          <p:cNvSpPr>
            <a:spLocks xmlns:a="http://schemas.openxmlformats.org/drawingml/2006/main" noGrp="1"/>
          </p:cNvSpPr>
          <p:nvPr/>
        </p:nvSpPr>
        <p:spPr>
          <a:xfrm xmlns:a="http://schemas.openxmlformats.org/drawingml/2006/main" rot="0" flipH="0" flipV="0">
            <a:off x="5759105" y="4192363"/>
            <a:ext cx="114200" cy="132007"/>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D8128EDD-DECF-F5E2-4FF6-969D265DE7D8}"/>
              </a:ext>
            </a:extLst>
          </p:cNvPr>
          <p:cNvSpPr>
            <a:spLocks xmlns:a="http://schemas.openxmlformats.org/drawingml/2006/main" noGrp="1"/>
          </p:cNvSpPr>
          <p:nvPr/>
        </p:nvSpPr>
        <p:spPr>
          <a:xfrm xmlns:a="http://schemas.openxmlformats.org/drawingml/2006/main" rot="0" flipH="0" flipV="0">
            <a:off x="5885528" y="4230171"/>
            <a:ext cx="83385" cy="111430"/>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FDA119EE-B85E-3045-B4CF-56A926E5638B}"/>
              </a:ext>
            </a:extLst>
          </p:cNvPr>
          <p:cNvSpPr>
            <a:spLocks xmlns:a="http://schemas.openxmlformats.org/drawingml/2006/main" noGrp="1"/>
          </p:cNvSpPr>
          <p:nvPr/>
        </p:nvSpPr>
        <p:spPr>
          <a:xfrm xmlns:a="http://schemas.openxmlformats.org/drawingml/2006/main" rot="0" flipH="0" flipV="0">
            <a:off x="6055614" y="4249502"/>
            <a:ext cx="69255" cy="113347"/>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Forme libre : forme 23">
            <a:extLst xmlns:a="http://schemas.openxmlformats.org/drawingml/2006/main">
              <a:ext uri="{FF2B5EF4-FFF2-40B4-BE49-F238E27FC236}">
                <a16:creationId xmlns:a16="http://schemas.microsoft.com/office/drawing/2014/main" id="{2F07C2E5-2DD5-4789-74F7-AFB5D5830293}"/>
              </a:ext>
            </a:extLst>
          </p:cNvPr>
          <p:cNvSpPr>
            <a:spLocks xmlns:a="http://schemas.openxmlformats.org/drawingml/2006/main" noGrp="1"/>
          </p:cNvSpPr>
          <p:nvPr/>
        </p:nvSpPr>
        <p:spPr>
          <a:xfrm xmlns:a="http://schemas.openxmlformats.org/drawingml/2006/main" rot="0" flipH="0" flipV="0">
            <a:off x="6146807" y="4242674"/>
            <a:ext cx="84720" cy="117560"/>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81220174-5E23-EF7D-7D3D-F49A6872C6A0}"/>
              </a:ext>
            </a:extLst>
          </p:cNvPr>
          <p:cNvSpPr>
            <a:spLocks xmlns:a="http://schemas.openxmlformats.org/drawingml/2006/main" noGrp="1"/>
          </p:cNvSpPr>
          <p:nvPr/>
        </p:nvSpPr>
        <p:spPr>
          <a:xfrm xmlns:a="http://schemas.openxmlformats.org/drawingml/2006/main" rot="0" flipH="0" flipV="0">
            <a:off x="6241107" y="4221096"/>
            <a:ext cx="94442" cy="11829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6" name="Forme libre : forme 25">
            <a:extLst xmlns:a="http://schemas.openxmlformats.org/drawingml/2006/main">
              <a:ext uri="{FF2B5EF4-FFF2-40B4-BE49-F238E27FC236}">
                <a16:creationId xmlns:a16="http://schemas.microsoft.com/office/drawing/2014/main" id="{ECEDA95C-FBC4-42C2-6064-079BA4823F2D}"/>
              </a:ext>
            </a:extLst>
          </p:cNvPr>
          <p:cNvSpPr>
            <a:spLocks xmlns:a="http://schemas.openxmlformats.org/drawingml/2006/main" noGrp="1"/>
          </p:cNvSpPr>
          <p:nvPr/>
        </p:nvSpPr>
        <p:spPr>
          <a:xfrm xmlns:a="http://schemas.openxmlformats.org/drawingml/2006/main" rot="0" flipH="0" flipV="0">
            <a:off x="6337182" y="4196683"/>
            <a:ext cx="54716" cy="10781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CD84283C-355B-4042-AF0A-FF3FE25DCA54}"/>
              </a:ext>
            </a:extLst>
          </p:cNvPr>
          <p:cNvSpPr>
            <a:spLocks xmlns:a="http://schemas.openxmlformats.org/drawingml/2006/main" noGrp="1"/>
          </p:cNvSpPr>
          <p:nvPr/>
        </p:nvSpPr>
        <p:spPr>
          <a:xfrm xmlns:a="http://schemas.openxmlformats.org/drawingml/2006/main" rot="0" flipH="0" flipV="0">
            <a:off x="6387360" y="4159597"/>
            <a:ext cx="101543" cy="117624"/>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2BCC0339-133D-22D8-0FD3-4A13FC51C558}"/>
              </a:ext>
            </a:extLst>
          </p:cNvPr>
          <p:cNvSpPr>
            <a:spLocks xmlns:a="http://schemas.openxmlformats.org/drawingml/2006/main" noGrp="1"/>
          </p:cNvSpPr>
          <p:nvPr/>
        </p:nvSpPr>
        <p:spPr>
          <a:xfrm xmlns:a="http://schemas.openxmlformats.org/drawingml/2006/main" rot="0" flipH="0" flipV="0">
            <a:off x="6486674" y="4111595"/>
            <a:ext cx="105357" cy="118028"/>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4E155273-E1F9-9138-5F86-9C3146025A1F}"/>
              </a:ext>
            </a:extLst>
          </p:cNvPr>
          <p:cNvSpPr>
            <a:spLocks xmlns:a="http://schemas.openxmlformats.org/drawingml/2006/main" noGrp="1"/>
          </p:cNvSpPr>
          <p:nvPr/>
        </p:nvSpPr>
        <p:spPr>
          <a:xfrm xmlns:a="http://schemas.openxmlformats.org/drawingml/2006/main" rot="0" flipH="0" flipV="0">
            <a:off x="6552064" y="4042315"/>
            <a:ext cx="104802" cy="109837"/>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Arc 29">
            <a:extLst xmlns:a="http://schemas.openxmlformats.org/drawingml/2006/main">
              <a:ext uri="{FF2B5EF4-FFF2-40B4-BE49-F238E27FC236}">
                <a16:creationId xmlns:a16="http://schemas.microsoft.com/office/drawing/2014/main" id="{014F7662-26F9-CA3F-2FFC-B1E499EC1113}"/>
              </a:ext>
            </a:extLst>
          </p:cNvPr>
          <p:cNvSpPr>
            <a:spLocks xmlns:a="http://schemas.openxmlformats.org/drawingml/2006/main" noGrp="1"/>
          </p:cNvSpPr>
          <p:nvPr/>
        </p:nvSpPr>
        <p:spPr>
          <a:xfrm xmlns:a="http://schemas.openxmlformats.org/drawingml/2006/main">
            <a:off x="4658374" y="2116653"/>
            <a:ext cx="2875252" cy="2875252"/>
          </a:xfrm>
          <a:prstGeom xmlns:a="http://schemas.openxmlformats.org/drawingml/2006/main" prst="arc">
            <a:avLst/>
          </a:prstGeom>
          <a:ln xmlns:a="http://schemas.openxmlformats.org/drawingml/2006/main" w="244475"/>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Arc 30">
            <a:extLst xmlns:a="http://schemas.openxmlformats.org/drawingml/2006/main">
              <a:ext uri="{FF2B5EF4-FFF2-40B4-BE49-F238E27FC236}">
                <a16:creationId xmlns:a16="http://schemas.microsoft.com/office/drawing/2014/main" id="{F44F83E7-13DC-AAC2-9886-ACACA0B0E136}"/>
              </a:ext>
            </a:extLst>
          </p:cNvPr>
          <p:cNvSpPr>
            <a:spLocks xmlns:a="http://schemas.openxmlformats.org/drawingml/2006/main" noGrp="1"/>
          </p:cNvSpPr>
          <p:nvPr/>
        </p:nvSpPr>
        <p:spPr>
          <a:xfrm xmlns:a="http://schemas.openxmlformats.org/drawingml/2006/main" flipH="1">
            <a:off x="4658374" y="2116653"/>
            <a:ext cx="2875252" cy="2875252"/>
          </a:xfrm>
          <a:prstGeom xmlns:a="http://schemas.openxmlformats.org/drawingml/2006/main" prst="arc">
            <a:avLst/>
          </a:prstGeom>
          <a:ln xmlns:a="http://schemas.openxmlformats.org/drawingml/2006/main" w="2444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Arc 31">
            <a:extLst xmlns:a="http://schemas.openxmlformats.org/drawingml/2006/main">
              <a:ext uri="{FF2B5EF4-FFF2-40B4-BE49-F238E27FC236}">
                <a16:creationId xmlns:a16="http://schemas.microsoft.com/office/drawing/2014/main" id="{3DAC6C91-1D9B-08CF-3232-E0D52A2A8712}"/>
              </a:ext>
            </a:extLst>
          </p:cNvPr>
          <p:cNvSpPr>
            <a:spLocks xmlns:a="http://schemas.openxmlformats.org/drawingml/2006/main" noGrp="1"/>
          </p:cNvSpPr>
          <p:nvPr/>
        </p:nvSpPr>
        <p:spPr>
          <a:xfrm xmlns:a="http://schemas.openxmlformats.org/drawingml/2006/main" flipH="1" flipV="1">
            <a:off x="4658374" y="2116653"/>
            <a:ext cx="2875252" cy="2875252"/>
          </a:xfrm>
          <a:prstGeom xmlns:a="http://schemas.openxmlformats.org/drawingml/2006/main" prst="arc">
            <a:avLst/>
          </a:prstGeom>
          <a:ln xmlns:a="http://schemas.openxmlformats.org/drawingml/2006/main" w="244475">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Arc 32">
            <a:extLst xmlns:a="http://schemas.openxmlformats.org/drawingml/2006/main">
              <a:ext uri="{FF2B5EF4-FFF2-40B4-BE49-F238E27FC236}">
                <a16:creationId xmlns:a16="http://schemas.microsoft.com/office/drawing/2014/main" id="{DFC0AF48-718D-E2C9-4E3E-5BC484B86D97}"/>
              </a:ext>
            </a:extLst>
          </p:cNvPr>
          <p:cNvSpPr>
            <a:spLocks xmlns:a="http://schemas.openxmlformats.org/drawingml/2006/main" noGrp="1"/>
          </p:cNvSpPr>
          <p:nvPr/>
        </p:nvSpPr>
        <p:spPr>
          <a:xfrm xmlns:a="http://schemas.openxmlformats.org/drawingml/2006/main" flipV="1">
            <a:off x="4658374" y="2116653"/>
            <a:ext cx="2875252" cy="2875252"/>
          </a:xfrm>
          <a:prstGeom xmlns:a="http://schemas.openxmlformats.org/drawingml/2006/main" prst="arc">
            <a:avLst/>
          </a:prstGeom>
          <a:ln xmlns:a="http://schemas.openxmlformats.org/drawingml/2006/main" w="244475">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Connecteur droit 59">
            <a:extLst xmlns:a="http://schemas.openxmlformats.org/drawingml/2006/main">
              <a:ext uri="{FF2B5EF4-FFF2-40B4-BE49-F238E27FC236}">
                <a16:creationId xmlns:a16="http://schemas.microsoft.com/office/drawing/2014/main" id="{D8300818-E084-4C69-8E2D-19583C8309F9}"/>
              </a:ext>
            </a:extLst>
          </p:cNvPr>
          <p:cNvSpPr>
            <a:spLocks xmlns:a="http://schemas.openxmlformats.org/drawingml/2006/main" noGrp="1"/>
          </p:cNvSpPr>
          <p:nvPr/>
        </p:nvSpPr>
        <p:spPr>
          <a:xfrm xmlns:a="http://schemas.openxmlformats.org/drawingml/2006/main" rot="0" flipH="0" flipV="0">
            <a:off x="8346507" y="2175827"/>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Connecteur droit 60">
            <a:extLst xmlns:a="http://schemas.openxmlformats.org/drawingml/2006/main">
              <a:ext uri="{FF2B5EF4-FFF2-40B4-BE49-F238E27FC236}">
                <a16:creationId xmlns:a16="http://schemas.microsoft.com/office/drawing/2014/main" id="{3DB3BA7D-9162-454A-8557-732149B29280}"/>
              </a:ext>
            </a:extLst>
          </p:cNvPr>
          <p:cNvSpPr>
            <a:spLocks xmlns:a="http://schemas.openxmlformats.org/drawingml/2006/main" noGrp="1"/>
          </p:cNvSpPr>
          <p:nvPr/>
        </p:nvSpPr>
        <p:spPr>
          <a:xfrm xmlns:a="http://schemas.openxmlformats.org/drawingml/2006/main" rot="0" flipH="0" flipV="0">
            <a:off x="8419320" y="2175827"/>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2" name="Connecteur droit 61">
            <a:extLst xmlns:a="http://schemas.openxmlformats.org/drawingml/2006/main">
              <a:ext uri="{FF2B5EF4-FFF2-40B4-BE49-F238E27FC236}">
                <a16:creationId xmlns:a16="http://schemas.microsoft.com/office/drawing/2014/main" id="{3B69598C-E6C8-4BC5-BF0A-A7B858A152E1}"/>
              </a:ext>
            </a:extLst>
          </p:cNvPr>
          <p:cNvSpPr>
            <a:spLocks xmlns:a="http://schemas.openxmlformats.org/drawingml/2006/main" noGrp="1"/>
          </p:cNvSpPr>
          <p:nvPr/>
        </p:nvSpPr>
        <p:spPr>
          <a:xfrm xmlns:a="http://schemas.openxmlformats.org/drawingml/2006/main" rot="0" flipH="0" flipV="0">
            <a:off x="8495266" y="2175827"/>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9" name="ZoneTexte 58">
            <a:extLst xmlns:a="http://schemas.openxmlformats.org/drawingml/2006/main">
              <a:ext uri="{FF2B5EF4-FFF2-40B4-BE49-F238E27FC236}">
                <a16:creationId xmlns:a16="http://schemas.microsoft.com/office/drawing/2014/main" id="{6D7CD7DD-1889-99F6-6963-C46D4D2FA23A}"/>
              </a:ext>
            </a:extLst>
          </p:cNvPr>
          <p:cNvSpPr>
            <a:spLocks xmlns:a="http://schemas.openxmlformats.org/drawingml/2006/main" noGrp="1"/>
          </p:cNvSpPr>
          <p:nvPr/>
        </p:nvSpPr>
        <p:spPr>
          <a:xfrm xmlns:a="http://schemas.openxmlformats.org/drawingml/2006/main">
            <a:off x="8823325" y="1974216"/>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 Polarité</a:t>
            </a:r>
          </a:p>
          <a:p xmlns:a="http://schemas.openxmlformats.org/drawingml/2006/main">
            <a:r>
              <a:rPr sz="1100">
                <a:solidFill>
                  <a:srgbClr val="111515"/>
                </a:solidFill>
                <a:latin typeface="BNPPSans"/>
                <a:ea typeface="BNPPSans"/>
                <a:cs typeface="BNPPSans"/>
              </a:rPr>
              <a:t>Positive pour les trois modèles : 0,781 ; 2,059 ; 2,249 — surtout grammaticale.</a:t>
            </a:r>
          </a:p>
        </p:txBody>
      </p:sp>
      <p:sp>
        <p:nvSpPr>
          <p:cNvPr id="70" name="ZoneTexte 69">
            <a:extLst xmlns:a="http://schemas.openxmlformats.org/drawingml/2006/main">
              <a:ext uri="{FF2B5EF4-FFF2-40B4-BE49-F238E27FC236}">
                <a16:creationId xmlns:a16="http://schemas.microsoft.com/office/drawing/2014/main" id="{9BEBD1B0-95B4-C401-A1BB-8312211AA098}"/>
              </a:ext>
            </a:extLst>
          </p:cNvPr>
          <p:cNvSpPr>
            <a:spLocks xmlns:a="http://schemas.openxmlformats.org/drawingml/2006/main" noGrp="1"/>
          </p:cNvSpPr>
          <p:nvPr/>
        </p:nvSpPr>
        <p:spPr>
          <a:xfrm xmlns:a="http://schemas.openxmlformats.org/drawingml/2006/main">
            <a:off x="8823325" y="4151661"/>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 COBS &amp; longueur</a:t>
            </a:r>
          </a:p>
          <a:p xmlns:a="http://schemas.openxmlformats.org/drawingml/2006/main">
            <a:r>
              <a:rPr sz="1100">
                <a:solidFill>
                  <a:srgbClr val="111515"/>
                </a:solidFill>
                <a:latin typeface="BNPPSans"/>
                <a:ea typeface="BNPPSans"/>
                <a:cs typeface="BNPPSans"/>
              </a:rPr>
              <a:t>Qwen 1,5B et Mistral ont des COBS robustes ; Mistral génère 1,435 mot de moins.</a:t>
            </a:r>
          </a:p>
        </p:txBody>
      </p:sp>
      <p:sp>
        <p:nvSpPr>
          <p:cNvPr id="72" name="Connecteur droit 71">
            <a:extLst xmlns:a="http://schemas.openxmlformats.org/drawingml/2006/main">
              <a:ext uri="{FF2B5EF4-FFF2-40B4-BE49-F238E27FC236}">
                <a16:creationId xmlns:a16="http://schemas.microsoft.com/office/drawing/2014/main" id="{A22EE2B0-5DBF-45A4-97E7-E87F63DB0AB2}"/>
              </a:ext>
            </a:extLst>
          </p:cNvPr>
          <p:cNvSpPr>
            <a:spLocks xmlns:a="http://schemas.openxmlformats.org/drawingml/2006/main" noGrp="1"/>
          </p:cNvSpPr>
          <p:nvPr/>
        </p:nvSpPr>
        <p:spPr>
          <a:xfrm xmlns:a="http://schemas.openxmlformats.org/drawingml/2006/main" rot="0" flipH="0" flipV="0">
            <a:off x="8346507" y="4354775"/>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3" name="Connecteur droit 72">
            <a:extLst xmlns:a="http://schemas.openxmlformats.org/drawingml/2006/main">
              <a:ext uri="{FF2B5EF4-FFF2-40B4-BE49-F238E27FC236}">
                <a16:creationId xmlns:a16="http://schemas.microsoft.com/office/drawing/2014/main" id="{246424D2-C206-4B2F-8BD7-E1E512A5D20D}"/>
              </a:ext>
            </a:extLst>
          </p:cNvPr>
          <p:cNvSpPr>
            <a:spLocks xmlns:a="http://schemas.openxmlformats.org/drawingml/2006/main" noGrp="1"/>
          </p:cNvSpPr>
          <p:nvPr/>
        </p:nvSpPr>
        <p:spPr>
          <a:xfrm xmlns:a="http://schemas.openxmlformats.org/drawingml/2006/main" rot="0" flipH="0" flipV="0">
            <a:off x="8419320" y="4354775"/>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4" name="Connecteur droit 73">
            <a:extLst xmlns:a="http://schemas.openxmlformats.org/drawingml/2006/main">
              <a:ext uri="{FF2B5EF4-FFF2-40B4-BE49-F238E27FC236}">
                <a16:creationId xmlns:a16="http://schemas.microsoft.com/office/drawing/2014/main" id="{976EA2A0-E396-4401-AE17-A3BEB76EF9C2}"/>
              </a:ext>
            </a:extLst>
          </p:cNvPr>
          <p:cNvSpPr>
            <a:spLocks xmlns:a="http://schemas.openxmlformats.org/drawingml/2006/main" noGrp="1"/>
          </p:cNvSpPr>
          <p:nvPr/>
        </p:nvSpPr>
        <p:spPr>
          <a:xfrm xmlns:a="http://schemas.openxmlformats.org/drawingml/2006/main" rot="0" flipH="0" flipV="0">
            <a:off x="8495266" y="4354775"/>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6" name="Connecteur droit 65">
            <a:extLst xmlns:a="http://schemas.openxmlformats.org/drawingml/2006/main">
              <a:ext uri="{FF2B5EF4-FFF2-40B4-BE49-F238E27FC236}">
                <a16:creationId xmlns:a16="http://schemas.microsoft.com/office/drawing/2014/main" id="{51C87843-26CF-4AFF-88F4-AF3F235C405A}"/>
              </a:ext>
            </a:extLst>
          </p:cNvPr>
          <p:cNvSpPr>
            <a:spLocks xmlns:a="http://schemas.openxmlformats.org/drawingml/2006/main" noGrp="1"/>
          </p:cNvSpPr>
          <p:nvPr/>
        </p:nvSpPr>
        <p:spPr>
          <a:xfrm xmlns:a="http://schemas.openxmlformats.org/drawingml/2006/main" rot="0" flipH="1" flipV="0">
            <a:off x="1117745" y="2174330"/>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7" name="Connecteur droit 66">
            <a:extLst xmlns:a="http://schemas.openxmlformats.org/drawingml/2006/main">
              <a:ext uri="{FF2B5EF4-FFF2-40B4-BE49-F238E27FC236}">
                <a16:creationId xmlns:a16="http://schemas.microsoft.com/office/drawing/2014/main" id="{FB043358-A521-4C44-8BDC-C30DEE22A054}"/>
              </a:ext>
            </a:extLst>
          </p:cNvPr>
          <p:cNvSpPr>
            <a:spLocks xmlns:a="http://schemas.openxmlformats.org/drawingml/2006/main" noGrp="1"/>
          </p:cNvSpPr>
          <p:nvPr/>
        </p:nvSpPr>
        <p:spPr>
          <a:xfrm xmlns:a="http://schemas.openxmlformats.org/drawingml/2006/main" rot="0" flipH="1" flipV="0">
            <a:off x="1044932" y="2174330"/>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8" name="Connecteur droit 67">
            <a:extLst xmlns:a="http://schemas.openxmlformats.org/drawingml/2006/main">
              <a:ext uri="{FF2B5EF4-FFF2-40B4-BE49-F238E27FC236}">
                <a16:creationId xmlns:a16="http://schemas.microsoft.com/office/drawing/2014/main" id="{D2B6B666-5163-496F-BF18-5E95723EE1BD}"/>
              </a:ext>
            </a:extLst>
          </p:cNvPr>
          <p:cNvSpPr>
            <a:spLocks xmlns:a="http://schemas.openxmlformats.org/drawingml/2006/main" noGrp="1"/>
          </p:cNvSpPr>
          <p:nvPr/>
        </p:nvSpPr>
        <p:spPr>
          <a:xfrm xmlns:a="http://schemas.openxmlformats.org/drawingml/2006/main" rot="0" flipH="1" flipV="0">
            <a:off x="968986" y="2174330"/>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5" name="ZoneTexte 64">
            <a:extLst xmlns:a="http://schemas.openxmlformats.org/drawingml/2006/main">
              <a:ext uri="{FF2B5EF4-FFF2-40B4-BE49-F238E27FC236}">
                <a16:creationId xmlns:a16="http://schemas.microsoft.com/office/drawing/2014/main" id="{D769CAA4-6352-3308-E243-DBE4F19D4710}"/>
              </a:ext>
            </a:extLst>
          </p:cNvPr>
          <p:cNvSpPr>
            <a:spLocks xmlns:a="http://schemas.openxmlformats.org/drawingml/2006/main" noGrp="1"/>
          </p:cNvSpPr>
          <p:nvPr/>
        </p:nvSpPr>
        <p:spPr>
          <a:xfrm xmlns:a="http://schemas.openxmlformats.org/drawingml/2006/main">
            <a:off x="579627" y="1974216"/>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   Lexiques</a:t>
            </a:r>
          </a:p>
          <a:p xmlns:a="http://schemas.openxmlformats.org/drawingml/2006/main">
            <a:r>
              <a:rPr sz="1100">
                <a:solidFill>
                  <a:srgbClr val="111515"/>
                </a:solidFill>
                <a:latin typeface="BNPPSans"/>
                <a:ea typeface="BNPPSans"/>
                <a:cs typeface="BNPPSans"/>
              </a:rPr>
              <a:t>Aucun effet FDR stable sur leadership, soin, compétence, risque, science ou argent.</a:t>
            </a:r>
          </a:p>
        </p:txBody>
      </p:sp>
      <p:sp>
        <p:nvSpPr>
          <p:cNvPr id="78" name="Connecteur droit 77">
            <a:extLst xmlns:a="http://schemas.openxmlformats.org/drawingml/2006/main">
              <a:ext uri="{FF2B5EF4-FFF2-40B4-BE49-F238E27FC236}">
                <a16:creationId xmlns:a16="http://schemas.microsoft.com/office/drawing/2014/main" id="{0A5425FA-D2B4-4C69-8FDC-ECDA543C8D96}"/>
              </a:ext>
            </a:extLst>
          </p:cNvPr>
          <p:cNvSpPr>
            <a:spLocks xmlns:a="http://schemas.openxmlformats.org/drawingml/2006/main" noGrp="1"/>
          </p:cNvSpPr>
          <p:nvPr/>
        </p:nvSpPr>
        <p:spPr>
          <a:xfrm xmlns:a="http://schemas.openxmlformats.org/drawingml/2006/main" rot="0" flipH="1" flipV="0">
            <a:off x="-10724227" y="4354775"/>
            <a:ext cx="111338" cy="0"/>
          </a:xfrm>
          <a:prstGeom xmlns:a="http://schemas.openxmlformats.org/drawingml/2006/main" prst="line">
            <a:avLst/>
          </a:prstGeom>
          <a:ln xmlns:a="http://schemas.openxmlformats.org/drawingml/2006/main" w="219075">
            <a:solidFill>
              <a:schemeClr val="accent4">
                <a:alpha val="16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9" name="Connecteur droit 78">
            <a:extLst xmlns:a="http://schemas.openxmlformats.org/drawingml/2006/main">
              <a:ext uri="{FF2B5EF4-FFF2-40B4-BE49-F238E27FC236}">
                <a16:creationId xmlns:a16="http://schemas.microsoft.com/office/drawing/2014/main" id="{495F0446-964D-415B-8CFE-13E85D676A1F}"/>
              </a:ext>
            </a:extLst>
          </p:cNvPr>
          <p:cNvSpPr>
            <a:spLocks xmlns:a="http://schemas.openxmlformats.org/drawingml/2006/main" noGrp="1"/>
          </p:cNvSpPr>
          <p:nvPr/>
        </p:nvSpPr>
        <p:spPr>
          <a:xfrm xmlns:a="http://schemas.openxmlformats.org/drawingml/2006/main" rot="0" flipH="1" flipV="0">
            <a:off x="-10797040" y="4354775"/>
            <a:ext cx="111338" cy="0"/>
          </a:xfrm>
          <a:prstGeom xmlns:a="http://schemas.openxmlformats.org/drawingml/2006/main" prst="line">
            <a:avLst/>
          </a:prstGeom>
          <a:ln xmlns:a="http://schemas.openxmlformats.org/drawingml/2006/main" w="219075">
            <a:solidFill>
              <a:schemeClr val="accent4">
                <a:alpha val="5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0" name="Connecteur droit 79">
            <a:extLst xmlns:a="http://schemas.openxmlformats.org/drawingml/2006/main">
              <a:ext uri="{FF2B5EF4-FFF2-40B4-BE49-F238E27FC236}">
                <a16:creationId xmlns:a16="http://schemas.microsoft.com/office/drawing/2014/main" id="{7DAF4FDE-6299-41B4-B651-79645BF50288}"/>
              </a:ext>
            </a:extLst>
          </p:cNvPr>
          <p:cNvSpPr>
            <a:spLocks xmlns:a="http://schemas.openxmlformats.org/drawingml/2006/main" noGrp="1"/>
          </p:cNvSpPr>
          <p:nvPr/>
        </p:nvSpPr>
        <p:spPr>
          <a:xfrm xmlns:a="http://schemas.openxmlformats.org/drawingml/2006/main" rot="0" flipH="1" flipV="0">
            <a:off x="-10872986" y="4354775"/>
            <a:ext cx="35392" cy="0"/>
          </a:xfrm>
          <a:prstGeom xmlns:a="http://schemas.openxmlformats.org/drawingml/2006/main" prst="line">
            <a:avLst/>
          </a:prstGeom>
          <a:ln xmlns:a="http://schemas.openxmlformats.org/drawingml/2006/main" w="219075">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7" name="ZoneTexte 76">
            <a:extLst xmlns:a="http://schemas.openxmlformats.org/drawingml/2006/main">
              <a:ext uri="{FF2B5EF4-FFF2-40B4-BE49-F238E27FC236}">
                <a16:creationId xmlns:a16="http://schemas.microsoft.com/office/drawing/2014/main" id="{89BA7E64-F3CC-2590-46CB-558E502F11F8}"/>
              </a:ext>
            </a:extLst>
          </p:cNvPr>
          <p:cNvSpPr>
            <a:spLocks xmlns:a="http://schemas.openxmlformats.org/drawingml/2006/main" noGrp="1"/>
          </p:cNvSpPr>
          <p:nvPr/>
        </p:nvSpPr>
        <p:spPr>
          <a:xfrm xmlns:a="http://schemas.openxmlformats.org/drawingml/2006/main">
            <a:off x="579627" y="4151661"/>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 Qwen 0,5B</a:t>
            </a:r>
          </a:p>
          <a:p xmlns:a="http://schemas.openxmlformats.org/drawingml/2006/main">
            <a:r>
              <a:rPr sz="1100">
                <a:solidFill>
                  <a:srgbClr val="111515"/>
                </a:solidFill>
                <a:latin typeface="BNPPSans"/>
                <a:ea typeface="BNPPSans"/>
                <a:cs typeface="BNPPSans"/>
              </a:rPr>
              <a:t>Incertitude : Δ=0,285 ; IC [0,086;0,484] ; d_z=0,143 ; q=0,023 — effet faible.</a:t>
            </a:r>
          </a:p>
        </p:txBody>
      </p:sp>
      <p:sp>
        <p:nvSpPr>
          <p:cNvPr id="87" name="Arc 86">
            <a:extLst xmlns:a="http://schemas.openxmlformats.org/drawingml/2006/main">
              <a:ext uri="{FF2B5EF4-FFF2-40B4-BE49-F238E27FC236}">
                <a16:creationId xmlns:a16="http://schemas.microsoft.com/office/drawing/2014/main" id="{A11BE037-C8BB-8F72-803A-EDE936851F90}"/>
              </a:ext>
            </a:extLst>
          </p:cNvPr>
          <p:cNvSpPr>
            <a:spLocks xmlns:a="http://schemas.openxmlformats.org/drawingml/2006/main" noGrp="1"/>
          </p:cNvSpPr>
          <p:nvPr/>
        </p:nvSpPr>
        <p:spPr>
          <a:xfrm xmlns:a="http://schemas.openxmlformats.org/drawingml/2006/main">
            <a:off x="4658374" y="2116653"/>
            <a:ext cx="2875252" cy="2875252"/>
          </a:xfrm>
          <a:prstGeom xmlns:a="http://schemas.openxmlformats.org/drawingml/2006/main" prst="arc">
            <a:avLst>
              <a:gd name="adj1" fmla="val 18423969"/>
              <a:gd name="adj2" fmla="val 0"/>
            </a:avLst>
          </a:prstGeom>
          <a:ln xmlns:a="http://schemas.openxmlformats.org/drawingml/2006/main" w="244475"/>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181120159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Qwen 1,5B est le plus stable sémantiquement</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0F7333B-44AC-F7E9-D49D-FE92F45E0477}" type="slidenum">
              <a:t>17</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Changer seulement le genre modifie moins la sortie avec les deux modèles instruction-tuned.</a:t>
            </a:r>
          </a:p>
        </p:txBody>
      </p:sp>
      <p:sp>
        <p:nvSpPr>
          <p:cNvPr id="9" name="Connecteur droit 8">
            <a:extLst xmlns:a="http://schemas.openxmlformats.org/drawingml/2006/main">
              <a:ext uri="{FF2B5EF4-FFF2-40B4-BE49-F238E27FC236}">
                <a16:creationId xmlns:a16="http://schemas.microsoft.com/office/drawing/2014/main" id="{36778D67-31D9-4E30-9444-04FC613582F5}"/>
              </a:ext>
            </a:extLst>
          </p:cNvPr>
          <p:cNvSpPr>
            <a:spLocks xmlns:a="http://schemas.openxmlformats.org/drawingml/2006/main" noGrp="1"/>
          </p:cNvSpPr>
          <p:nvPr/>
        </p:nvSpPr>
        <p:spPr>
          <a:xfrm xmlns:a="http://schemas.openxmlformats.org/drawingml/2006/main" rot="0" flipH="0" flipV="0">
            <a:off x="743884" y="2324945"/>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B0C90C5E-3F72-4E25-9F04-DAE04D3396F1}"/>
              </a:ext>
            </a:extLst>
          </p:cNvPr>
          <p:cNvSpPr>
            <a:spLocks xmlns:a="http://schemas.openxmlformats.org/drawingml/2006/main" noGrp="1"/>
          </p:cNvSpPr>
          <p:nvPr/>
        </p:nvSpPr>
        <p:spPr>
          <a:xfrm xmlns:a="http://schemas.openxmlformats.org/drawingml/2006/main" rot="0" flipH="0" flipV="0">
            <a:off x="816697" y="2324945"/>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737A9113-6474-4BDF-84C2-C550BAAF540F}"/>
              </a:ext>
            </a:extLst>
          </p:cNvPr>
          <p:cNvSpPr>
            <a:spLocks xmlns:a="http://schemas.openxmlformats.org/drawingml/2006/main" noGrp="1"/>
          </p:cNvSpPr>
          <p:nvPr/>
        </p:nvSpPr>
        <p:spPr>
          <a:xfrm xmlns:a="http://schemas.openxmlformats.org/drawingml/2006/main" rot="0" flipH="0" flipV="0">
            <a:off x="892643" y="2324945"/>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ZoneTexte 21">
            <a:extLst xmlns:a="http://schemas.openxmlformats.org/drawingml/2006/main">
              <a:ext uri="{FF2B5EF4-FFF2-40B4-BE49-F238E27FC236}">
                <a16:creationId xmlns:a16="http://schemas.microsoft.com/office/drawing/2014/main" id="{076FA3B4-1254-41B9-259C-C425CA4F8500}"/>
              </a:ext>
            </a:extLst>
          </p:cNvPr>
          <p:cNvSpPr>
            <a:spLocks xmlns:a="http://schemas.openxmlformats.org/drawingml/2006/main" noGrp="1"/>
          </p:cNvSpPr>
          <p:nvPr/>
        </p:nvSpPr>
        <p:spPr>
          <a:xfrm xmlns:a="http://schemas.openxmlformats.org/drawingml/2006/main">
            <a:off x="1220702" y="2123334"/>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Divergence moyenne</a:t>
            </a:r>
          </a:p>
          <a:p xmlns:a="http://schemas.openxmlformats.org/drawingml/2006/main">
            <a:r>
              <a:rPr sz="1100">
                <a:solidFill>
                  <a:srgbClr val="111515"/>
                </a:solidFill>
                <a:latin typeface="BNPPSans"/>
                <a:ea typeface="BNPPSans"/>
                <a:cs typeface="BNPPSans"/>
              </a:rPr>
              <a:t>Qwen 0,5B : 0,366 ; Qwen 1,5B : 0,307 ; Mistral 7B : 0,560.</a:t>
            </a:r>
          </a:p>
        </p:txBody>
      </p:sp>
      <p:sp>
        <p:nvSpPr>
          <p:cNvPr id="7" name="Connecteur droit 6">
            <a:extLst xmlns:a="http://schemas.openxmlformats.org/drawingml/2006/main">
              <a:ext uri="{FF2B5EF4-FFF2-40B4-BE49-F238E27FC236}">
                <a16:creationId xmlns:a16="http://schemas.microsoft.com/office/drawing/2014/main" id="{21AC4B59-3E4D-49C9-9AEC-6B4876FBD48E}"/>
              </a:ext>
            </a:extLst>
          </p:cNvPr>
          <p:cNvSpPr>
            <a:spLocks xmlns:a="http://schemas.openxmlformats.org/drawingml/2006/main" noGrp="1"/>
          </p:cNvSpPr>
          <p:nvPr/>
        </p:nvSpPr>
        <p:spPr>
          <a:xfrm xmlns:a="http://schemas.openxmlformats.org/drawingml/2006/main" rot="0" flipH="0" flipV="0">
            <a:off x="743884" y="3499243"/>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B9C2D3FB-E052-406A-B82E-BFA9893CE371}"/>
              </a:ext>
            </a:extLst>
          </p:cNvPr>
          <p:cNvSpPr>
            <a:spLocks xmlns:a="http://schemas.openxmlformats.org/drawingml/2006/main" noGrp="1"/>
          </p:cNvSpPr>
          <p:nvPr/>
        </p:nvSpPr>
        <p:spPr>
          <a:xfrm xmlns:a="http://schemas.openxmlformats.org/drawingml/2006/main" rot="0" flipH="0" flipV="0">
            <a:off x="816697" y="3499243"/>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BC57A290-4BA6-43DA-84E5-5D524A5780F4}"/>
              </a:ext>
            </a:extLst>
          </p:cNvPr>
          <p:cNvSpPr>
            <a:spLocks xmlns:a="http://schemas.openxmlformats.org/drawingml/2006/main" noGrp="1"/>
          </p:cNvSpPr>
          <p:nvPr/>
        </p:nvSpPr>
        <p:spPr>
          <a:xfrm xmlns:a="http://schemas.openxmlformats.org/drawingml/2006/main" rot="0" flipH="0" flipV="0">
            <a:off x="892643" y="3499243"/>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ZoneTexte 13">
            <a:extLst xmlns:a="http://schemas.openxmlformats.org/drawingml/2006/main">
              <a:ext uri="{FF2B5EF4-FFF2-40B4-BE49-F238E27FC236}">
                <a16:creationId xmlns:a16="http://schemas.microsoft.com/office/drawing/2014/main" id="{F696C473-6556-F541-96C5-1C3560A19AC1}"/>
              </a:ext>
            </a:extLst>
          </p:cNvPr>
          <p:cNvSpPr>
            <a:spLocks xmlns:a="http://schemas.openxmlformats.org/drawingml/2006/main" noGrp="1"/>
          </p:cNvSpPr>
          <p:nvPr/>
        </p:nvSpPr>
        <p:spPr>
          <a:xfrm xmlns:a="http://schemas.openxmlformats.org/drawingml/2006/main">
            <a:off x="1220702" y="3299129"/>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Résultat clé</a:t>
            </a:r>
          </a:p>
          <a:p xmlns:a="http://schemas.openxmlformats.org/drawingml/2006/main">
            <a:r>
              <a:rPr sz="1100">
                <a:solidFill>
                  <a:srgbClr val="111515"/>
                </a:solidFill>
                <a:latin typeface="BNPPSans"/>
                <a:ea typeface="BNPPSans"/>
                <a:cs typeface="BNPPSans"/>
              </a:rPr>
              <a:t>Qwen 1,5B produit les paires contrefactuelles les plus proches.</a:t>
            </a:r>
          </a:p>
        </p:txBody>
      </p:sp>
      <p:sp>
        <p:nvSpPr>
          <p:cNvPr id="23" name="ZoneTexte 22">
            <a:extLst xmlns:a="http://schemas.openxmlformats.org/drawingml/2006/main">
              <a:ext uri="{FF2B5EF4-FFF2-40B4-BE49-F238E27FC236}">
                <a16:creationId xmlns:a16="http://schemas.microsoft.com/office/drawing/2014/main" id="{DBA674A1-D420-8B38-26CC-E3B835E7BB2D}"/>
              </a:ext>
            </a:extLst>
          </p:cNvPr>
          <p:cNvSpPr>
            <a:spLocks xmlns:a="http://schemas.openxmlformats.org/drawingml/2006/main" noGrp="1"/>
          </p:cNvSpPr>
          <p:nvPr/>
        </p:nvSpPr>
        <p:spPr>
          <a:xfrm xmlns:a="http://schemas.openxmlformats.org/drawingml/2006/main">
            <a:off x="1220702" y="4474925"/>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Réserve</a:t>
            </a:r>
          </a:p>
          <a:p xmlns:a="http://schemas.openxmlformats.org/drawingml/2006/main">
            <a:r>
              <a:rPr sz="1100">
                <a:solidFill>
                  <a:srgbClr val="111515"/>
                </a:solidFill>
                <a:latin typeface="BNPPSans"/>
                <a:ea typeface="BNPPSans"/>
                <a:cs typeface="BNPPSans"/>
              </a:rPr>
              <a:t>Le bruit de génération n'est pas isolé sans baseline avec deux sorties du même prompt.</a:t>
            </a:r>
          </a:p>
        </p:txBody>
      </p:sp>
      <p:sp>
        <p:nvSpPr>
          <p:cNvPr id="16" name="Connecteur droit 15">
            <a:extLst xmlns:a="http://schemas.openxmlformats.org/drawingml/2006/main">
              <a:ext uri="{FF2B5EF4-FFF2-40B4-BE49-F238E27FC236}">
                <a16:creationId xmlns:a16="http://schemas.microsoft.com/office/drawing/2014/main" id="{D63B3C24-B3F8-4CF7-8169-197C741BB823}"/>
              </a:ext>
            </a:extLst>
          </p:cNvPr>
          <p:cNvSpPr>
            <a:spLocks xmlns:a="http://schemas.openxmlformats.org/drawingml/2006/main" noGrp="1"/>
          </p:cNvSpPr>
          <p:nvPr/>
        </p:nvSpPr>
        <p:spPr>
          <a:xfrm xmlns:a="http://schemas.openxmlformats.org/drawingml/2006/main" rot="0" flipH="0" flipV="0">
            <a:off x="743884" y="4678039"/>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eur droit 17">
            <a:extLst xmlns:a="http://schemas.openxmlformats.org/drawingml/2006/main">
              <a:ext uri="{FF2B5EF4-FFF2-40B4-BE49-F238E27FC236}">
                <a16:creationId xmlns:a16="http://schemas.microsoft.com/office/drawing/2014/main" id="{AB0F6450-CAB8-4B84-B8BC-AF957D4A2AB4}"/>
              </a:ext>
            </a:extLst>
          </p:cNvPr>
          <p:cNvSpPr>
            <a:spLocks xmlns:a="http://schemas.openxmlformats.org/drawingml/2006/main" noGrp="1"/>
          </p:cNvSpPr>
          <p:nvPr/>
        </p:nvSpPr>
        <p:spPr>
          <a:xfrm xmlns:a="http://schemas.openxmlformats.org/drawingml/2006/main" rot="0" flipH="0" flipV="0">
            <a:off x="816697" y="4678039"/>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70BB676A-D041-4ACA-9CC4-E5C0A8881157}"/>
              </a:ext>
            </a:extLst>
          </p:cNvPr>
          <p:cNvSpPr>
            <a:spLocks xmlns:a="http://schemas.openxmlformats.org/drawingml/2006/main" noGrp="1"/>
          </p:cNvSpPr>
          <p:nvPr/>
        </p:nvSpPr>
        <p:spPr>
          <a:xfrm xmlns:a="http://schemas.openxmlformats.org/drawingml/2006/main" rot="0" flipH="0" flipV="0">
            <a:off x="892643" y="4678039"/>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 coins arrondis 20">
            <a:extLst xmlns:a="http://schemas.openxmlformats.org/drawingml/2006/main">
              <a:ext uri="{FF2B5EF4-FFF2-40B4-BE49-F238E27FC236}">
                <a16:creationId xmlns:a16="http://schemas.microsoft.com/office/drawing/2014/main" id="{FDDD02CD-3C85-17D5-AD37-EF8E971B9536}"/>
              </a:ext>
            </a:extLst>
          </p:cNvPr>
          <p:cNvSpPr>
            <a:spLocks xmlns:a="http://schemas.openxmlformats.org/drawingml/2006/main" noGrp="1"/>
          </p:cNvSpPr>
          <p:nvPr/>
        </p:nvSpPr>
        <p:spPr>
          <a:xfrm xmlns:a="http://schemas.openxmlformats.org/drawingml/2006/main">
            <a:off x="5668484" y="2222500"/>
            <a:ext cx="5891842" cy="3168650"/>
          </a:xfrm>
          <a:prstGeom xmlns:a="http://schemas.openxmlformats.org/drawingml/2006/main" prst="roundRect">
            <a:avLst>
              <a:gd name="adj" fmla="val 0"/>
            </a:avLst>
          </a:prstGeom>
          <a:solidFill xmlns:a="http://schemas.openxmlformats.org/drawingml/2006/main">
            <a:schemeClr val="accent6">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4" name="Image 25"/>
          <p:cNvPicPr>
            <a:picLocks xmlns:a="http://schemas.openxmlformats.org/drawingml/2006/main" noChangeAspect="1"/>
          </p:cNvPicPr>
          <p:nvPr/>
        </p:nvPicPr>
        <p:blipFill>
          <a:blip xmlns:r="http://schemas.openxmlformats.org/officeDocument/2006/relationships" xmlns:a="http://schemas.openxmlformats.org/drawingml/2006/main" r:embed="R13fb43a808364b4b"/>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0bc4aaebc7e495c"/>
          <a:srcRect xmlns:a="http://schemas.openxmlformats.org/drawingml/2006/main" l="14" t="0" r="14" b="0"/>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spTree>
    <p:extLst>
      <p:ext uri="{BB962C8B-B14F-4D97-AF65-F5344CB8AC3E}">
        <p14:creationId xmlns:p14="http://schemas.microsoft.com/office/powerpoint/2010/main" val="79815233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Qwen 0,5B réduit le coût de l'audit</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C6C81E-38B9-7560-621D-5A151A79DF9B}" type="slidenum">
              <a:t>18</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La performance opérationnelle complète le profil scientifique, sans mesurer directement le biais.</a:t>
            </a:r>
          </a:p>
        </p:txBody>
      </p:sp>
      <p:sp>
        <p:nvSpPr>
          <p:cNvPr id="9" name="Connecteur droit 8">
            <a:extLst xmlns:a="http://schemas.openxmlformats.org/drawingml/2006/main">
              <a:ext uri="{FF2B5EF4-FFF2-40B4-BE49-F238E27FC236}">
                <a16:creationId xmlns:a16="http://schemas.microsoft.com/office/drawing/2014/main" id="{36778D67-31D9-4E30-9444-04FC613582F5}"/>
              </a:ext>
            </a:extLst>
          </p:cNvPr>
          <p:cNvSpPr>
            <a:spLocks xmlns:a="http://schemas.openxmlformats.org/drawingml/2006/main" noGrp="1"/>
          </p:cNvSpPr>
          <p:nvPr/>
        </p:nvSpPr>
        <p:spPr>
          <a:xfrm xmlns:a="http://schemas.openxmlformats.org/drawingml/2006/main" rot="0" flipH="0" flipV="0">
            <a:off x="743884" y="2324945"/>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eur droit 9">
            <a:extLst xmlns:a="http://schemas.openxmlformats.org/drawingml/2006/main">
              <a:ext uri="{FF2B5EF4-FFF2-40B4-BE49-F238E27FC236}">
                <a16:creationId xmlns:a16="http://schemas.microsoft.com/office/drawing/2014/main" id="{B0C90C5E-3F72-4E25-9F04-DAE04D3396F1}"/>
              </a:ext>
            </a:extLst>
          </p:cNvPr>
          <p:cNvSpPr>
            <a:spLocks xmlns:a="http://schemas.openxmlformats.org/drawingml/2006/main" noGrp="1"/>
          </p:cNvSpPr>
          <p:nvPr/>
        </p:nvSpPr>
        <p:spPr>
          <a:xfrm xmlns:a="http://schemas.openxmlformats.org/drawingml/2006/main" rot="0" flipH="0" flipV="0">
            <a:off x="816697" y="2324945"/>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737A9113-6474-4BDF-84C2-C550BAAF540F}"/>
              </a:ext>
            </a:extLst>
          </p:cNvPr>
          <p:cNvSpPr>
            <a:spLocks xmlns:a="http://schemas.openxmlformats.org/drawingml/2006/main" noGrp="1"/>
          </p:cNvSpPr>
          <p:nvPr/>
        </p:nvSpPr>
        <p:spPr>
          <a:xfrm xmlns:a="http://schemas.openxmlformats.org/drawingml/2006/main" rot="0" flipH="0" flipV="0">
            <a:off x="892643" y="2324945"/>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ZoneTexte 21">
            <a:extLst xmlns:a="http://schemas.openxmlformats.org/drawingml/2006/main">
              <a:ext uri="{FF2B5EF4-FFF2-40B4-BE49-F238E27FC236}">
                <a16:creationId xmlns:a16="http://schemas.microsoft.com/office/drawing/2014/main" id="{076FA3B4-1254-41B9-259C-C425CA4F8500}"/>
              </a:ext>
            </a:extLst>
          </p:cNvPr>
          <p:cNvSpPr>
            <a:spLocks xmlns:a="http://schemas.openxmlformats.org/drawingml/2006/main" noGrp="1"/>
          </p:cNvSpPr>
          <p:nvPr/>
        </p:nvSpPr>
        <p:spPr>
          <a:xfrm xmlns:a="http://schemas.openxmlformats.org/drawingml/2006/main">
            <a:off x="1220702" y="2123334"/>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Qwen 0,5B</a:t>
            </a:r>
          </a:p>
          <a:p xmlns:a="http://schemas.openxmlformats.org/drawingml/2006/main">
            <a:r>
              <a:rPr sz="1100">
                <a:solidFill>
                  <a:srgbClr val="111515"/>
                </a:solidFill>
                <a:latin typeface="BNPPSans"/>
                <a:ea typeface="BNPPSans"/>
                <a:cs typeface="BNPPSans"/>
              </a:rPr>
              <a:t>235,7 tokens/s ; 0,333 s ; 1,01 GiB — meilleur coût, sorties plus courtes.</a:t>
            </a:r>
          </a:p>
        </p:txBody>
      </p:sp>
      <p:sp>
        <p:nvSpPr>
          <p:cNvPr id="7" name="Connecteur droit 6">
            <a:extLst xmlns:a="http://schemas.openxmlformats.org/drawingml/2006/main">
              <a:ext uri="{FF2B5EF4-FFF2-40B4-BE49-F238E27FC236}">
                <a16:creationId xmlns:a16="http://schemas.microsoft.com/office/drawing/2014/main" id="{21AC4B59-3E4D-49C9-9AEC-6B4876FBD48E}"/>
              </a:ext>
            </a:extLst>
          </p:cNvPr>
          <p:cNvSpPr>
            <a:spLocks xmlns:a="http://schemas.openxmlformats.org/drawingml/2006/main" noGrp="1"/>
          </p:cNvSpPr>
          <p:nvPr/>
        </p:nvSpPr>
        <p:spPr>
          <a:xfrm xmlns:a="http://schemas.openxmlformats.org/drawingml/2006/main" rot="0" flipH="0" flipV="0">
            <a:off x="743884" y="3499243"/>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B9C2D3FB-E052-406A-B82E-BFA9893CE371}"/>
              </a:ext>
            </a:extLst>
          </p:cNvPr>
          <p:cNvSpPr>
            <a:spLocks xmlns:a="http://schemas.openxmlformats.org/drawingml/2006/main" noGrp="1"/>
          </p:cNvSpPr>
          <p:nvPr/>
        </p:nvSpPr>
        <p:spPr>
          <a:xfrm xmlns:a="http://schemas.openxmlformats.org/drawingml/2006/main" rot="0" flipH="0" flipV="0">
            <a:off x="816697" y="3499243"/>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BC57A290-4BA6-43DA-84E5-5D524A5780F4}"/>
              </a:ext>
            </a:extLst>
          </p:cNvPr>
          <p:cNvSpPr>
            <a:spLocks xmlns:a="http://schemas.openxmlformats.org/drawingml/2006/main" noGrp="1"/>
          </p:cNvSpPr>
          <p:nvPr/>
        </p:nvSpPr>
        <p:spPr>
          <a:xfrm xmlns:a="http://schemas.openxmlformats.org/drawingml/2006/main" rot="0" flipH="0" flipV="0">
            <a:off x="892643" y="3499243"/>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ZoneTexte 13">
            <a:extLst xmlns:a="http://schemas.openxmlformats.org/drawingml/2006/main">
              <a:ext uri="{FF2B5EF4-FFF2-40B4-BE49-F238E27FC236}">
                <a16:creationId xmlns:a16="http://schemas.microsoft.com/office/drawing/2014/main" id="{F696C473-6556-F541-96C5-1C3560A19AC1}"/>
              </a:ext>
            </a:extLst>
          </p:cNvPr>
          <p:cNvSpPr>
            <a:spLocks xmlns:a="http://schemas.openxmlformats.org/drawingml/2006/main" noGrp="1"/>
          </p:cNvSpPr>
          <p:nvPr/>
        </p:nvSpPr>
        <p:spPr>
          <a:xfrm xmlns:a="http://schemas.openxmlformats.org/drawingml/2006/main">
            <a:off x="1220702" y="3299129"/>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Qwen 1,5B</a:t>
            </a:r>
          </a:p>
          <a:p xmlns:a="http://schemas.openxmlformats.org/drawingml/2006/main">
            <a:r>
              <a:rPr sz="1100">
                <a:solidFill>
                  <a:srgbClr val="111515"/>
                </a:solidFill>
                <a:latin typeface="BNPPSans"/>
                <a:ea typeface="BNPPSans"/>
                <a:cs typeface="BNPPSans"/>
              </a:rPr>
              <a:t>204,7 tokens/s ; 0,390 s ; 2,99 GiB — meilleure stabilité sémantique.</a:t>
            </a:r>
          </a:p>
        </p:txBody>
      </p:sp>
      <p:sp>
        <p:nvSpPr>
          <p:cNvPr id="23" name="ZoneTexte 22">
            <a:extLst xmlns:a="http://schemas.openxmlformats.org/drawingml/2006/main">
              <a:ext uri="{FF2B5EF4-FFF2-40B4-BE49-F238E27FC236}">
                <a16:creationId xmlns:a16="http://schemas.microsoft.com/office/drawing/2014/main" id="{DBA674A1-D420-8B38-26CC-E3B835E7BB2D}"/>
              </a:ext>
            </a:extLst>
          </p:cNvPr>
          <p:cNvSpPr>
            <a:spLocks xmlns:a="http://schemas.openxmlformats.org/drawingml/2006/main" noGrp="1"/>
          </p:cNvSpPr>
          <p:nvPr/>
        </p:nvSpPr>
        <p:spPr>
          <a:xfrm xmlns:a="http://schemas.openxmlformats.org/drawingml/2006/main">
            <a:off x="1220702" y="4474925"/>
            <a:ext cx="3649908" cy="96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Mistral 7B</a:t>
            </a:r>
          </a:p>
          <a:p xmlns:a="http://schemas.openxmlformats.org/drawingml/2006/main">
            <a:r>
              <a:rPr sz="1100">
                <a:solidFill>
                  <a:srgbClr val="111515"/>
                </a:solidFill>
                <a:latin typeface="BNPPSans"/>
                <a:ea typeface="BNPPSans"/>
                <a:cs typeface="BNPPSans"/>
              </a:rPr>
              <a:t>184,0 tokens/s ; 0,435 s ; 13,63 GiB — atteint en moyenne 80 tokens.</a:t>
            </a:r>
          </a:p>
        </p:txBody>
      </p:sp>
      <p:sp>
        <p:nvSpPr>
          <p:cNvPr id="16" name="Connecteur droit 15">
            <a:extLst xmlns:a="http://schemas.openxmlformats.org/drawingml/2006/main">
              <a:ext uri="{FF2B5EF4-FFF2-40B4-BE49-F238E27FC236}">
                <a16:creationId xmlns:a16="http://schemas.microsoft.com/office/drawing/2014/main" id="{D63B3C24-B3F8-4CF7-8169-197C741BB823}"/>
              </a:ext>
            </a:extLst>
          </p:cNvPr>
          <p:cNvSpPr>
            <a:spLocks xmlns:a="http://schemas.openxmlformats.org/drawingml/2006/main" noGrp="1"/>
          </p:cNvSpPr>
          <p:nvPr/>
        </p:nvSpPr>
        <p:spPr>
          <a:xfrm xmlns:a="http://schemas.openxmlformats.org/drawingml/2006/main" rot="0" flipH="0" flipV="0">
            <a:off x="743884" y="4678039"/>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eur droit 17">
            <a:extLst xmlns:a="http://schemas.openxmlformats.org/drawingml/2006/main">
              <a:ext uri="{FF2B5EF4-FFF2-40B4-BE49-F238E27FC236}">
                <a16:creationId xmlns:a16="http://schemas.microsoft.com/office/drawing/2014/main" id="{AB0F6450-CAB8-4B84-B8BC-AF957D4A2AB4}"/>
              </a:ext>
            </a:extLst>
          </p:cNvPr>
          <p:cNvSpPr>
            <a:spLocks xmlns:a="http://schemas.openxmlformats.org/drawingml/2006/main" noGrp="1"/>
          </p:cNvSpPr>
          <p:nvPr/>
        </p:nvSpPr>
        <p:spPr>
          <a:xfrm xmlns:a="http://schemas.openxmlformats.org/drawingml/2006/main" rot="0" flipH="0" flipV="0">
            <a:off x="816697" y="4678039"/>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70BB676A-D041-4ACA-9CC4-E5C0A8881157}"/>
              </a:ext>
            </a:extLst>
          </p:cNvPr>
          <p:cNvSpPr>
            <a:spLocks xmlns:a="http://schemas.openxmlformats.org/drawingml/2006/main" noGrp="1"/>
          </p:cNvSpPr>
          <p:nvPr/>
        </p:nvSpPr>
        <p:spPr>
          <a:xfrm xmlns:a="http://schemas.openxmlformats.org/drawingml/2006/main" rot="0" flipH="0" flipV="0">
            <a:off x="892643" y="4678039"/>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 coins arrondis 20">
            <a:extLst xmlns:a="http://schemas.openxmlformats.org/drawingml/2006/main">
              <a:ext uri="{FF2B5EF4-FFF2-40B4-BE49-F238E27FC236}">
                <a16:creationId xmlns:a16="http://schemas.microsoft.com/office/drawing/2014/main" id="{FDDD02CD-3C85-17D5-AD37-EF8E971B9536}"/>
              </a:ext>
            </a:extLst>
          </p:cNvPr>
          <p:cNvSpPr>
            <a:spLocks xmlns:a="http://schemas.openxmlformats.org/drawingml/2006/main" noGrp="1"/>
          </p:cNvSpPr>
          <p:nvPr/>
        </p:nvSpPr>
        <p:spPr>
          <a:xfrm xmlns:a="http://schemas.openxmlformats.org/drawingml/2006/main">
            <a:off x="5668484" y="2222500"/>
            <a:ext cx="5891842" cy="3168650"/>
          </a:xfrm>
          <a:prstGeom xmlns:a="http://schemas.openxmlformats.org/drawingml/2006/main" prst="roundRect">
            <a:avLst>
              <a:gd name="adj" fmla="val 0"/>
            </a:avLst>
          </a:prstGeom>
          <a:solidFill xmlns:a="http://schemas.openxmlformats.org/drawingml/2006/main">
            <a:schemeClr val="accent6">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4" name="Image 25"/>
          <p:cNvPicPr>
            <a:picLocks xmlns:a="http://schemas.openxmlformats.org/drawingml/2006/main" noChangeAspect="1"/>
          </p:cNvPicPr>
          <p:nvPr/>
        </p:nvPicPr>
        <p:blipFill>
          <a:blip xmlns:r="http://schemas.openxmlformats.org/officeDocument/2006/relationships" xmlns:a="http://schemas.openxmlformats.org/drawingml/2006/main" r:embed="R74b2d21043e344cc"/>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2219234e7f24106"/>
          <a:srcRect xmlns:a="http://schemas.openxmlformats.org/drawingml/2006/main" l="14" t="0" r="14" b="0"/>
          <a:stretch xmlns:a="http://schemas.openxmlformats.org/drawingml/2006/main">
            <a:fillRect l="0" t="0" r="0" b="0"/>
          </a:stretch>
        </p:blipFill>
        <p:spPr>
          <a:xfrm xmlns:a="http://schemas.openxmlformats.org/drawingml/2006/main">
            <a:off x="5668484" y="1898526"/>
            <a:ext cx="5891842" cy="3528446"/>
          </a:xfrm>
          <a:prstGeom xmlns:a="http://schemas.openxmlformats.org/drawingml/2006/main" prst="rect">
            <a:avLst/>
          </a:prstGeom>
        </p:spPr>
      </p:pic>
    </p:spTree>
    <p:extLst>
      <p:ext uri="{BB962C8B-B14F-4D97-AF65-F5344CB8AC3E}">
        <p14:creationId xmlns:p14="http://schemas.microsoft.com/office/powerpoint/2010/main" val="79815233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Aucune hiérarchie unique ne traverse les trois familles</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CF91274-D221-1BB4-3BF9-836E3AD31EBE}" type="slidenum">
              <a:t>19</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La taille n'ordonne pas le biais ; les métriques décrivent des risques différents.</a:t>
            </a:r>
          </a:p>
        </p:txBody>
      </p:sp>
      <p:sp>
        <p:nvSpPr>
          <p:cNvPr id="67" name="ZoneTexte 66">
            <a:extLst xmlns:a="http://schemas.openxmlformats.org/drawingml/2006/main">
              <a:ext uri="{FF2B5EF4-FFF2-40B4-BE49-F238E27FC236}">
                <a16:creationId xmlns:a16="http://schemas.microsoft.com/office/drawing/2014/main" id="{D84494C2-769C-89F2-1744-9605E4FB2577}"/>
              </a:ext>
            </a:extLst>
          </p:cNvPr>
          <p:cNvSpPr>
            <a:spLocks xmlns:a="http://schemas.openxmlformats.org/drawingml/2006/main" noGrp="1"/>
          </p:cNvSpPr>
          <p:nvPr/>
        </p:nvSpPr>
        <p:spPr>
          <a:xfrm xmlns:a="http://schemas.openxmlformats.org/drawingml/2006/main" rot="0" flipH="0" flipV="0">
            <a:off x="1069679" y="40606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1"/>
                </a:solidFill>
                <a:latin typeface="BNPPSans"/>
                <a:ea typeface="BNPPSans"/>
                <a:cs typeface="BNPPSans"/>
              </a:rPr>
              <a:t>33/36 tests ont q &lt; 0,05. </a:t>
            </a:r>
            <a:r>
              <a:rPr sz="1400">
                <a:solidFill>
                  <a:srgbClr val="111515"/>
                </a:solidFill>
                <a:latin typeface="BNPPSans"/>
                <a:ea typeface="BNPPSans"/>
                <a:cs typeface="BNPPSans"/>
              </a:rPr>
              <a:t>Associations fortes, mais sensibles au gabarit et au pooling.</a:t>
            </a:r>
          </a:p>
        </p:txBody>
      </p:sp>
      <p:sp>
        <p:nvSpPr>
          <p:cNvPr id="68" name="ZoneTexte 67">
            <a:extLst xmlns:a="http://schemas.openxmlformats.org/drawingml/2006/main">
              <a:ext uri="{FF2B5EF4-FFF2-40B4-BE49-F238E27FC236}">
                <a16:creationId xmlns:a16="http://schemas.microsoft.com/office/drawing/2014/main" id="{71A338CD-6AA1-24F8-D823-377F77F27A1F}"/>
              </a:ext>
            </a:extLst>
          </p:cNvPr>
          <p:cNvSpPr>
            <a:spLocks xmlns:a="http://schemas.openxmlformats.org/drawingml/2006/main" noGrp="1"/>
          </p:cNvSpPr>
          <p:nvPr/>
        </p:nvSpPr>
        <p:spPr>
          <a:xfrm xmlns:a="http://schemas.openxmlformats.org/drawingml/2006/main" rot="0" flipH="0" flipV="0">
            <a:off x="4580104" y="40606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4"/>
                </a:solidFill>
                <a:latin typeface="BNPPSans"/>
                <a:ea typeface="BNPPSans"/>
                <a:cs typeface="BNPPSans"/>
              </a:rPr>
              <a:t>mBERT et XLM-R sont robustes. </a:t>
            </a:r>
            <a:r>
              <a:rPr sz="1400">
                <a:solidFill>
                  <a:srgbClr val="111515"/>
                </a:solidFill>
                <a:latin typeface="BNPPSans"/>
                <a:ea typeface="BNPPSans"/>
                <a:cs typeface="BNPPSans"/>
              </a:rPr>
              <a:t>La PLL favorise les formulations féminines testées.</a:t>
            </a:r>
          </a:p>
        </p:txBody>
      </p:sp>
      <p:sp>
        <p:nvSpPr>
          <p:cNvPr id="69" name="ZoneTexte 68">
            <a:extLst xmlns:a="http://schemas.openxmlformats.org/drawingml/2006/main">
              <a:ext uri="{FF2B5EF4-FFF2-40B4-BE49-F238E27FC236}">
                <a16:creationId xmlns:a16="http://schemas.microsoft.com/office/drawing/2014/main" id="{14E2B19D-DC7E-3444-FE14-83C2DB36EB85}"/>
              </a:ext>
            </a:extLst>
          </p:cNvPr>
          <p:cNvSpPr>
            <a:spLocks xmlns:a="http://schemas.openxmlformats.org/drawingml/2006/main" noGrp="1"/>
          </p:cNvSpPr>
          <p:nvPr/>
        </p:nvSpPr>
        <p:spPr>
          <a:xfrm xmlns:a="http://schemas.openxmlformats.org/drawingml/2006/main" rot="0" flipH="0" flipV="0">
            <a:off x="8039238" y="40606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5"/>
                </a:solidFill>
                <a:latin typeface="BNPPSans"/>
                <a:ea typeface="BNPPSans"/>
                <a:cs typeface="BNPPSans"/>
              </a:rPr>
              <a:t>Qwen 1,5B minimise D ; Qwen 0,5B minimise le coût. </a:t>
            </a:r>
            <a:r>
              <a:rPr sz="1400">
                <a:solidFill>
                  <a:srgbClr val="111515"/>
                </a:solidFill>
                <a:latin typeface="BNPPSans"/>
                <a:ea typeface="BNPPSans"/>
                <a:cs typeface="BNPPSans"/>
              </a:rPr>
              <a:t>Les lexiques restent proches de zéro, sauf une faible incertitude.</a:t>
            </a:r>
          </a:p>
        </p:txBody>
      </p:sp>
      <p:sp>
        <p:nvSpPr>
          <p:cNvPr id="81" name="Arc 80">
            <a:extLst xmlns:a="http://schemas.openxmlformats.org/drawingml/2006/main">
              <a:ext uri="{FF2B5EF4-FFF2-40B4-BE49-F238E27FC236}">
                <a16:creationId xmlns:a16="http://schemas.microsoft.com/office/drawing/2014/main" id="{6487BA8F-B1E6-E0E6-B291-0AA60A4BB19A}"/>
              </a:ext>
            </a:extLst>
          </p:cNvPr>
          <p:cNvSpPr>
            <a:spLocks xmlns:a="http://schemas.openxmlformats.org/drawingml/2006/main" noGrp="1"/>
          </p:cNvSpPr>
          <p:nvPr/>
        </p:nvSpPr>
        <p:spPr>
          <a:xfrm xmlns:a="http://schemas.openxmlformats.org/drawingml/2006/main" rot="0" flipH="0" flipV="0">
            <a:off x="208773" y="-1126682"/>
            <a:ext cx="4738654" cy="4738654"/>
          </a:xfrm>
          <a:prstGeom xmlns:a="http://schemas.openxmlformats.org/drawingml/2006/main" prst="arc">
            <a:avLst>
              <a:gd name="adj1" fmla="val 2980135"/>
              <a:gd name="adj2" fmla="val 7853221"/>
            </a:avLst>
          </a:prstGeom>
          <a:ln xmlns:a="http://schemas.openxmlformats.org/drawingml/2006/main" w="209550">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Arc 81">
            <a:extLst xmlns:a="http://schemas.openxmlformats.org/drawingml/2006/main">
              <a:ext uri="{FF2B5EF4-FFF2-40B4-BE49-F238E27FC236}">
                <a16:creationId xmlns:a16="http://schemas.microsoft.com/office/drawing/2014/main" id="{6BA6E26E-E1D8-D78E-2F41-C3219F3B8EC1}"/>
              </a:ext>
            </a:extLst>
          </p:cNvPr>
          <p:cNvSpPr>
            <a:spLocks xmlns:a="http://schemas.openxmlformats.org/drawingml/2006/main" noGrp="1"/>
          </p:cNvSpPr>
          <p:nvPr/>
        </p:nvSpPr>
        <p:spPr>
          <a:xfrm xmlns:a="http://schemas.openxmlformats.org/drawingml/2006/main" rot="0" flipH="0" flipV="0">
            <a:off x="7244573" y="-1101282"/>
            <a:ext cx="4738654" cy="4738654"/>
          </a:xfrm>
          <a:prstGeom xmlns:a="http://schemas.openxmlformats.org/drawingml/2006/main" prst="arc">
            <a:avLst>
              <a:gd name="adj1" fmla="val 2913011"/>
              <a:gd name="adj2" fmla="val 7892968"/>
            </a:avLst>
          </a:prstGeom>
          <a:ln xmlns:a="http://schemas.openxmlformats.org/drawingml/2006/main" w="209550">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Arc 82">
            <a:extLst xmlns:a="http://schemas.openxmlformats.org/drawingml/2006/main">
              <a:ext uri="{FF2B5EF4-FFF2-40B4-BE49-F238E27FC236}">
                <a16:creationId xmlns:a16="http://schemas.microsoft.com/office/drawing/2014/main" id="{06E1EE22-6F1D-E91B-16E0-798E4451881F}"/>
              </a:ext>
            </a:extLst>
          </p:cNvPr>
          <p:cNvSpPr>
            <a:spLocks xmlns:a="http://schemas.openxmlformats.org/drawingml/2006/main" noGrp="1"/>
          </p:cNvSpPr>
          <p:nvPr/>
        </p:nvSpPr>
        <p:spPr>
          <a:xfrm xmlns:a="http://schemas.openxmlformats.org/drawingml/2006/main" rot="10800000" flipH="0" flipV="0">
            <a:off x="3719199" y="2110856"/>
            <a:ext cx="4738654" cy="4738654"/>
          </a:xfrm>
          <a:prstGeom xmlns:a="http://schemas.openxmlformats.org/drawingml/2006/main" prst="arc">
            <a:avLst>
              <a:gd name="adj1" fmla="val 3012063"/>
              <a:gd name="adj2" fmla="val 7792248"/>
            </a:avLst>
          </a:prstGeom>
          <a:ln xmlns:a="http://schemas.openxmlformats.org/drawingml/2006/main" w="209550">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ZoneTexte 87">
            <a:extLst xmlns:a="http://schemas.openxmlformats.org/drawingml/2006/main">
              <a:ext uri="{FF2B5EF4-FFF2-40B4-BE49-F238E27FC236}">
                <a16:creationId xmlns:a16="http://schemas.microsoft.com/office/drawing/2014/main" id="{91F75A7D-2CE8-41FC-7CF6-762102EFCBC2}"/>
              </a:ext>
            </a:extLst>
          </p:cNvPr>
          <p:cNvSpPr>
            <a:spLocks xmlns:a="http://schemas.openxmlformats.org/drawingml/2006/main" noGrp="1"/>
          </p:cNvSpPr>
          <p:nvPr/>
        </p:nvSpPr>
        <p:spPr>
          <a:xfrm xmlns:a="http://schemas.openxmlformats.org/drawingml/2006/main" rot="0" flipH="0" flipV="0">
            <a:off x="1069679" y="2644617"/>
            <a:ext cx="3016842"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pPr>
            <a:r>
              <a:rPr sz="1400" b="1">
                <a:solidFill>
                  <a:schemeClr val="accent1"/>
                </a:solidFill>
                <a:latin typeface="BNPPSans"/>
                <a:ea typeface="BNPPSans"/>
                <a:cs typeface="BNPPSans"/>
              </a:rPr>
              <a:t>EMBEDDINGS</a:t>
            </a:r>
          </a:p>
          <a:p xmlns:a="http://schemas.openxmlformats.org/drawingml/2006/main">
            <a:pPr algn="ctr">
              <a:buNone/>
            </a:pPr>
            <a:r>
              <a:rPr sz="1400" b="1">
                <a:solidFill>
                  <a:schemeClr val="accent1"/>
                </a:solidFill>
                <a:latin typeface="BNPPSans"/>
                <a:ea typeface="BNPPSans"/>
                <a:cs typeface="BNPPSans"/>
              </a:rPr>
              <a:t>SIGNAL INTERNE</a:t>
            </a:r>
          </a:p>
        </p:txBody>
      </p:sp>
      <p:sp>
        <p:nvSpPr>
          <p:cNvPr id="89" name="ZoneTexte 88">
            <a:extLst xmlns:a="http://schemas.openxmlformats.org/drawingml/2006/main">
              <a:ext uri="{FF2B5EF4-FFF2-40B4-BE49-F238E27FC236}">
                <a16:creationId xmlns:a16="http://schemas.microsoft.com/office/drawing/2014/main" id="{379377F0-B61A-D367-5039-479541D52D03}"/>
              </a:ext>
            </a:extLst>
          </p:cNvPr>
          <p:cNvSpPr>
            <a:spLocks xmlns:a="http://schemas.openxmlformats.org/drawingml/2006/main" noGrp="1"/>
          </p:cNvSpPr>
          <p:nvPr/>
        </p:nvSpPr>
        <p:spPr>
          <a:xfrm xmlns:a="http://schemas.openxmlformats.org/drawingml/2006/main" rot="0" flipH="0" flipV="0">
            <a:off x="4580104" y="2644617"/>
            <a:ext cx="3016842"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pPr>
            <a:r>
              <a:rPr sz="1400" b="1">
                <a:solidFill>
                  <a:schemeClr val="accent4"/>
                </a:solidFill>
                <a:latin typeface="BNPPSans"/>
                <a:ea typeface="BNPPSans"/>
                <a:cs typeface="BNPPSans"/>
              </a:rPr>
              <a:t>PROBABILITÉS</a:t>
            </a:r>
          </a:p>
          <a:p xmlns:a="http://schemas.openxmlformats.org/drawingml/2006/main">
            <a:pPr algn="ctr">
              <a:buNone/>
            </a:pPr>
            <a:r>
              <a:rPr sz="1400" b="1">
                <a:solidFill>
                  <a:schemeClr val="accent4"/>
                </a:solidFill>
                <a:latin typeface="BNPPSans"/>
                <a:ea typeface="BNPPSans"/>
                <a:cs typeface="BNPPSans"/>
              </a:rPr>
              <a:t>FORMULATIONS</a:t>
            </a:r>
          </a:p>
        </p:txBody>
      </p:sp>
      <p:sp>
        <p:nvSpPr>
          <p:cNvPr id="90" name="ZoneTexte 89">
            <a:extLst xmlns:a="http://schemas.openxmlformats.org/drawingml/2006/main">
              <a:ext uri="{FF2B5EF4-FFF2-40B4-BE49-F238E27FC236}">
                <a16:creationId xmlns:a16="http://schemas.microsoft.com/office/drawing/2014/main" id="{F2B23B09-014D-95EC-A47F-0DC6718CD377}"/>
              </a:ext>
            </a:extLst>
          </p:cNvPr>
          <p:cNvSpPr>
            <a:spLocks xmlns:a="http://schemas.openxmlformats.org/drawingml/2006/main" noGrp="1"/>
          </p:cNvSpPr>
          <p:nvPr/>
        </p:nvSpPr>
        <p:spPr>
          <a:xfrm xmlns:a="http://schemas.openxmlformats.org/drawingml/2006/main" rot="0" flipH="0" flipV="0">
            <a:off x="7941485" y="2644617"/>
            <a:ext cx="3209891"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pPr>
            <a:r>
              <a:rPr sz="1400" b="1">
                <a:solidFill>
                  <a:schemeClr val="accent5"/>
                </a:solidFill>
                <a:latin typeface="BNPPSans"/>
                <a:ea typeface="BNPPSans"/>
                <a:cs typeface="BNPPSans"/>
              </a:rPr>
              <a:t>GÉNÉRATIONS</a:t>
            </a:r>
          </a:p>
          <a:p xmlns:a="http://schemas.openxmlformats.org/drawingml/2006/main">
            <a:pPr algn="ctr">
              <a:buNone/>
            </a:pPr>
            <a:r>
              <a:rPr sz="1400" b="1">
                <a:solidFill>
                  <a:schemeClr val="accent5"/>
                </a:solidFill>
                <a:latin typeface="BNPPSans"/>
                <a:ea typeface="BNPPSans"/>
                <a:cs typeface="BNPPSans"/>
              </a:rPr>
              <a:t>COMPORTEMENT</a:t>
            </a:r>
          </a:p>
        </p:txBody>
      </p:sp>
      <p:sp>
        <p:nvSpPr>
          <p:cNvPr id="95" name="Arc 94">
            <a:extLst xmlns:a="http://schemas.openxmlformats.org/drawingml/2006/main">
              <a:ext uri="{FF2B5EF4-FFF2-40B4-BE49-F238E27FC236}">
                <a16:creationId xmlns:a16="http://schemas.microsoft.com/office/drawing/2014/main" id="{32635986-1502-05D1-B1A4-712058B46612}"/>
              </a:ext>
            </a:extLst>
          </p:cNvPr>
          <p:cNvSpPr>
            <a:spLocks xmlns:a="http://schemas.openxmlformats.org/drawingml/2006/main" noGrp="1"/>
          </p:cNvSpPr>
          <p:nvPr/>
        </p:nvSpPr>
        <p:spPr>
          <a:xfrm xmlns:a="http://schemas.openxmlformats.org/drawingml/2006/main" rot="0" flipH="0" flipV="0">
            <a:off x="208773" y="-1126682"/>
            <a:ext cx="4738654" cy="4738654"/>
          </a:xfrm>
          <a:prstGeom xmlns:a="http://schemas.openxmlformats.org/drawingml/2006/main" prst="arc">
            <a:avLst>
              <a:gd name="adj1" fmla="val 6038531"/>
              <a:gd name="adj2" fmla="val 7853221"/>
            </a:avLst>
          </a:prstGeom>
          <a:ln xmlns:a="http://schemas.openxmlformats.org/drawingml/2006/main" w="209550">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6" name="Arc 95">
            <a:extLst xmlns:a="http://schemas.openxmlformats.org/drawingml/2006/main">
              <a:ext uri="{FF2B5EF4-FFF2-40B4-BE49-F238E27FC236}">
                <a16:creationId xmlns:a16="http://schemas.microsoft.com/office/drawing/2014/main" id="{A9C02234-2C98-0227-DD47-F665497D8A85}"/>
              </a:ext>
            </a:extLst>
          </p:cNvPr>
          <p:cNvSpPr>
            <a:spLocks xmlns:a="http://schemas.openxmlformats.org/drawingml/2006/main" noGrp="1"/>
          </p:cNvSpPr>
          <p:nvPr/>
        </p:nvSpPr>
        <p:spPr>
          <a:xfrm xmlns:a="http://schemas.openxmlformats.org/drawingml/2006/main" rot="0" flipH="0" flipV="0">
            <a:off x="208773" y="-1126682"/>
            <a:ext cx="4738654" cy="4738654"/>
          </a:xfrm>
          <a:prstGeom xmlns:a="http://schemas.openxmlformats.org/drawingml/2006/main" prst="arc">
            <a:avLst>
              <a:gd name="adj1" fmla="val 7428580"/>
              <a:gd name="adj2" fmla="val 7853221"/>
            </a:avLst>
          </a:prstGeom>
          <a:ln xmlns:a="http://schemas.openxmlformats.org/drawingml/2006/main" w="209550">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Arc 98">
            <a:extLst xmlns:a="http://schemas.openxmlformats.org/drawingml/2006/main">
              <a:ext uri="{FF2B5EF4-FFF2-40B4-BE49-F238E27FC236}">
                <a16:creationId xmlns:a16="http://schemas.microsoft.com/office/drawing/2014/main" id="{CF6E8C31-93F0-EF25-8B43-BE760BBBC2F8}"/>
              </a:ext>
            </a:extLst>
          </p:cNvPr>
          <p:cNvSpPr>
            <a:spLocks xmlns:a="http://schemas.openxmlformats.org/drawingml/2006/main" noGrp="1"/>
          </p:cNvSpPr>
          <p:nvPr/>
        </p:nvSpPr>
        <p:spPr>
          <a:xfrm xmlns:a="http://schemas.openxmlformats.org/drawingml/2006/main" rot="0" flipH="0" flipV="0">
            <a:off x="7244573" y="-1101282"/>
            <a:ext cx="4738654" cy="4738654"/>
          </a:xfrm>
          <a:prstGeom xmlns:a="http://schemas.openxmlformats.org/drawingml/2006/main" prst="arc">
            <a:avLst>
              <a:gd name="adj1" fmla="val 2900238"/>
              <a:gd name="adj2" fmla="val 5149825"/>
            </a:avLst>
          </a:prstGeom>
          <a:ln xmlns:a="http://schemas.openxmlformats.org/drawingml/2006/main" w="209550">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Arc 99">
            <a:extLst xmlns:a="http://schemas.openxmlformats.org/drawingml/2006/main">
              <a:ext uri="{FF2B5EF4-FFF2-40B4-BE49-F238E27FC236}">
                <a16:creationId xmlns:a16="http://schemas.microsoft.com/office/drawing/2014/main" id="{35377320-B4E0-C290-BB56-DE61B198D1F4}"/>
              </a:ext>
            </a:extLst>
          </p:cNvPr>
          <p:cNvSpPr>
            <a:spLocks xmlns:a="http://schemas.openxmlformats.org/drawingml/2006/main" noGrp="1"/>
          </p:cNvSpPr>
          <p:nvPr/>
        </p:nvSpPr>
        <p:spPr>
          <a:xfrm xmlns:a="http://schemas.openxmlformats.org/drawingml/2006/main" rot="0" flipH="0" flipV="0">
            <a:off x="7244573" y="-1101282"/>
            <a:ext cx="4738654" cy="4738654"/>
          </a:xfrm>
          <a:prstGeom xmlns:a="http://schemas.openxmlformats.org/drawingml/2006/main" prst="arc">
            <a:avLst>
              <a:gd name="adj1" fmla="val 2886484"/>
              <a:gd name="adj2" fmla="val 3522934"/>
            </a:avLst>
          </a:prstGeom>
          <a:ln xmlns:a="http://schemas.openxmlformats.org/drawingml/2006/main" w="209550">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Arc 104">
            <a:extLst xmlns:a="http://schemas.openxmlformats.org/drawingml/2006/main">
              <a:ext uri="{FF2B5EF4-FFF2-40B4-BE49-F238E27FC236}">
                <a16:creationId xmlns:a16="http://schemas.microsoft.com/office/drawing/2014/main" id="{D5B955F3-22ED-9691-061B-F5B8EB39609B}"/>
              </a:ext>
            </a:extLst>
          </p:cNvPr>
          <p:cNvSpPr>
            <a:spLocks xmlns:a="http://schemas.openxmlformats.org/drawingml/2006/main" noGrp="1"/>
          </p:cNvSpPr>
          <p:nvPr/>
        </p:nvSpPr>
        <p:spPr>
          <a:xfrm xmlns:a="http://schemas.openxmlformats.org/drawingml/2006/main" rot="10800000" flipH="0" flipV="0">
            <a:off x="3719199" y="2110857"/>
            <a:ext cx="4738654" cy="4738654"/>
          </a:xfrm>
          <a:prstGeom xmlns:a="http://schemas.openxmlformats.org/drawingml/2006/main" prst="arc">
            <a:avLst>
              <a:gd name="adj1" fmla="val 4626300"/>
              <a:gd name="adj2" fmla="val 6163932"/>
            </a:avLst>
          </a:prstGeom>
          <a:ln xmlns:a="http://schemas.openxmlformats.org/drawingml/2006/main" w="209550">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 name="Arc 105">
            <a:extLst xmlns:a="http://schemas.openxmlformats.org/drawingml/2006/main">
              <a:ext uri="{FF2B5EF4-FFF2-40B4-BE49-F238E27FC236}">
                <a16:creationId xmlns:a16="http://schemas.microsoft.com/office/drawing/2014/main" id="{284211A7-9EC6-8BF6-6E62-9C9BB6FA1F6F}"/>
              </a:ext>
            </a:extLst>
          </p:cNvPr>
          <p:cNvSpPr>
            <a:spLocks xmlns:a="http://schemas.openxmlformats.org/drawingml/2006/main" noGrp="1"/>
          </p:cNvSpPr>
          <p:nvPr/>
        </p:nvSpPr>
        <p:spPr>
          <a:xfrm xmlns:a="http://schemas.openxmlformats.org/drawingml/2006/main" rot="10800000" flipH="0" flipV="0">
            <a:off x="3719199" y="2110857"/>
            <a:ext cx="4738654" cy="4738654"/>
          </a:xfrm>
          <a:prstGeom xmlns:a="http://schemas.openxmlformats.org/drawingml/2006/main" prst="arc">
            <a:avLst>
              <a:gd name="adj1" fmla="val 5315167"/>
              <a:gd name="adj2" fmla="val 5463512"/>
            </a:avLst>
          </a:prstGeom>
          <a:ln xmlns:a="http://schemas.openxmlformats.org/drawingml/2006/main" w="209550">
            <a:solidFill>
              <a:srgbClr val="EACAD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216337592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769D38E2-215E-D626-30B1-38B92668C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AE2781D8-0E0C-0FB5-40FD-77C569139C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47E0EA58-DE95-4758-5E65-67AC9634B6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44E025A-983C-6D44-79C6-4612AACD43FC}" type="slidenum">
              <a:t>20</a:t>
            </a:fld>
            <a:endParaRPr/>
          </a:p>
        </p:txBody>
      </p:sp>
      <p:sp>
        <p:nvSpPr>
          <p:cNvPr id="21" name="Espace réservé du texte 20">
            <a:extLst xmlns:a="http://schemas.openxmlformats.org/drawingml/2006/main">
              <a:ext uri="{FF2B5EF4-FFF2-40B4-BE49-F238E27FC236}">
                <a16:creationId xmlns:a16="http://schemas.microsoft.com/office/drawing/2014/main" id="{3CCB0AFB-F816-21AD-FAE7-19FDF6681C15}"/>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3500" b="1" cap="all">
                <a:solidFill>
                  <a:schemeClr val="bg1"/>
                </a:solidFill>
              </a:rPr>
              <a:t>DU BENCHMARK</a:t>
            </a:r>
          </a:p>
          <a:p xmlns:a="http://schemas.openxmlformats.org/drawingml/2006/main">
            <a:r>
              <a:rPr sz="3500" b="1" cap="all">
                <a:solidFill>
                  <a:schemeClr val="bg1"/>
                </a:solidFill>
              </a:rPr>
              <a:t>À LA DÉCISION</a:t>
            </a:r>
          </a:p>
          <a:p xmlns:a="http://schemas.openxmlformats.org/drawingml/2006/main">
            <a:r>
              <a:rPr sz="3500" b="1" cap="all">
                <a:solidFill>
                  <a:schemeClr val="bg1"/>
                </a:solidFill>
              </a:rPr>
              <a:t>D'ENTREPRISE</a:t>
            </a:r>
          </a:p>
        </p:txBody>
      </p:sp>
    </p:spTree>
    <p:extLst>
      <p:ext uri="{BB962C8B-B14F-4D97-AF65-F5344CB8AC3E}">
        <p14:creationId xmlns:p14="http://schemas.microsoft.com/office/powerpoint/2010/main" val="87541055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a:xfrm xmlns:a="http://schemas.openxmlformats.org/drawingml/2006/main">
            <a:off x="634998" y="752475"/>
            <a:ext cx="4028028" cy="984885"/>
          </a:xfrm>
        </p:spPr>
        <p:txBody>
          <a:bodyPr xmlns:a="http://schemas.openxmlformats.org/drawingml/2006/main"/>
          <a:lstStyle xmlns:a="http://schemas.openxmlformats.org/drawingml/2006/main"/>
          <a:p xmlns:a="http://schemas.openxmlformats.org/drawingml/2006/main">
            <a:r>
              <a:rPr sz="3200" b="1">
                <a:solidFill>
                  <a:schemeClr val="accent1"/>
                </a:solidFill>
              </a:rPr>
              <a:t>L'audit informe</a:t>
            </a:r>
          </a:p>
          <a:p xmlns:a="http://schemas.openxmlformats.org/drawingml/2006/main">
            <a:r>
              <a:rPr sz="3200" b="1">
                <a:solidFill>
                  <a:schemeClr val="accent1"/>
                </a:solidFill>
              </a:rPr>
              <a:t>la décision</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DF2BE2-2DFA-1C03-677D-BDC2260D6D92}" type="slidenum">
              <a:t>21</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a:xfrm xmlns:a="http://schemas.openxmlformats.org/drawingml/2006/main">
            <a:off x="635000" y="1845973"/>
            <a:ext cx="4028027" cy="443198"/>
          </a:xfrm>
        </p:spPr>
        <p:txBody>
          <a:bodyPr xmlns:a="http://schemas.openxmlformats.org/drawingml/2006/main"/>
          <a:lstStyle xmlns:a="http://schemas.openxmlformats.org/drawingml/2006/main"/>
          <a:p xmlns:a="http://schemas.openxmlformats.org/drawingml/2006/main">
            <a:r>
              <a:rPr sz="1600"/>
              <a:t>Il ne la remplace pas : un benchmark seul n'autorise pas un usage.</a:t>
            </a:r>
          </a:p>
        </p:txBody>
      </p:sp>
      <p:sp>
        <p:nvSpPr>
          <p:cNvPr id="25" name="Connecteur droit 24">
            <a:extLst xmlns:a="http://schemas.openxmlformats.org/drawingml/2006/main">
              <a:ext uri="{FF2B5EF4-FFF2-40B4-BE49-F238E27FC236}">
                <a16:creationId xmlns:a16="http://schemas.microsoft.com/office/drawing/2014/main" id="{4CE5F687-0C42-43B9-823D-F3952FA54C0E}"/>
              </a:ext>
            </a:extLst>
          </p:cNvPr>
          <p:cNvSpPr>
            <a:spLocks xmlns:a="http://schemas.openxmlformats.org/drawingml/2006/main" noGrp="1"/>
          </p:cNvSpPr>
          <p:nvPr/>
        </p:nvSpPr>
        <p:spPr>
          <a:xfrm xmlns:a="http://schemas.openxmlformats.org/drawingml/2006/main" rot="0" flipH="0" flipV="0">
            <a:off x="743884" y="2755363"/>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eur droit 26">
            <a:extLst xmlns:a="http://schemas.openxmlformats.org/drawingml/2006/main">
              <a:ext uri="{FF2B5EF4-FFF2-40B4-BE49-F238E27FC236}">
                <a16:creationId xmlns:a16="http://schemas.microsoft.com/office/drawing/2014/main" id="{D3968E3A-7ECC-4FCC-B319-8F28E9C8614A}"/>
              </a:ext>
            </a:extLst>
          </p:cNvPr>
          <p:cNvSpPr>
            <a:spLocks xmlns:a="http://schemas.openxmlformats.org/drawingml/2006/main" noGrp="1"/>
          </p:cNvSpPr>
          <p:nvPr/>
        </p:nvSpPr>
        <p:spPr>
          <a:xfrm xmlns:a="http://schemas.openxmlformats.org/drawingml/2006/main" rot="0" flipH="0" flipV="0">
            <a:off x="816697" y="2755363"/>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3" name="Connecteur droit 32">
            <a:extLst xmlns:a="http://schemas.openxmlformats.org/drawingml/2006/main">
              <a:ext uri="{FF2B5EF4-FFF2-40B4-BE49-F238E27FC236}">
                <a16:creationId xmlns:a16="http://schemas.microsoft.com/office/drawing/2014/main" id="{66E3F4EE-5F3E-4CAA-9BF0-6CD40CA8EA6D}"/>
              </a:ext>
            </a:extLst>
          </p:cNvPr>
          <p:cNvSpPr>
            <a:spLocks xmlns:a="http://schemas.openxmlformats.org/drawingml/2006/main" noGrp="1"/>
          </p:cNvSpPr>
          <p:nvPr/>
        </p:nvSpPr>
        <p:spPr>
          <a:xfrm xmlns:a="http://schemas.openxmlformats.org/drawingml/2006/main" rot="0" flipH="0" flipV="0">
            <a:off x="892643" y="2755363"/>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0" name="ZoneTexte 69">
            <a:extLst xmlns:a="http://schemas.openxmlformats.org/drawingml/2006/main">
              <a:ext uri="{FF2B5EF4-FFF2-40B4-BE49-F238E27FC236}">
                <a16:creationId xmlns:a16="http://schemas.microsoft.com/office/drawing/2014/main" id="{CD7E39A0-BFFE-9B6B-5055-36CD42CD16A5}"/>
              </a:ext>
            </a:extLst>
          </p:cNvPr>
          <p:cNvSpPr>
            <a:spLocks xmlns:a="http://schemas.openxmlformats.org/drawingml/2006/main" noGrp="1"/>
          </p:cNvSpPr>
          <p:nvPr/>
        </p:nvSpPr>
        <p:spPr>
          <a:xfrm xmlns:a="http://schemas.openxmlformats.org/drawingml/2006/main">
            <a:off x="1220702" y="2553752"/>
            <a:ext cx="4583595"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Contextualiser</a:t>
            </a:r>
          </a:p>
          <a:p xmlns:a="http://schemas.openxmlformats.org/drawingml/2006/main">
            <a:r>
              <a:rPr sz="1100">
                <a:solidFill>
                  <a:srgbClr val="111515"/>
                </a:solidFill>
                <a:latin typeface="BNPPSans"/>
                <a:ea typeface="BNPPSans"/>
                <a:cs typeface="BNPPSans"/>
              </a:rPr>
              <a:t>Décrire tâche, utilisateurs, personnes affectées, données et moyens de recours.</a:t>
            </a:r>
          </a:p>
        </p:txBody>
      </p:sp>
      <p:sp>
        <p:nvSpPr>
          <p:cNvPr id="59" name="Connecteur droit 58">
            <a:extLst xmlns:a="http://schemas.openxmlformats.org/drawingml/2006/main">
              <a:ext uri="{FF2B5EF4-FFF2-40B4-BE49-F238E27FC236}">
                <a16:creationId xmlns:a16="http://schemas.microsoft.com/office/drawing/2014/main" id="{4416396F-6558-4506-89F3-8050BDB7345F}"/>
              </a:ext>
            </a:extLst>
          </p:cNvPr>
          <p:cNvSpPr>
            <a:spLocks xmlns:a="http://schemas.openxmlformats.org/drawingml/2006/main" noGrp="1"/>
          </p:cNvSpPr>
          <p:nvPr/>
        </p:nvSpPr>
        <p:spPr>
          <a:xfrm xmlns:a="http://schemas.openxmlformats.org/drawingml/2006/main" rot="0" flipH="0" flipV="0">
            <a:off x="743884" y="3849329"/>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0" name="Connecteur droit 59">
            <a:extLst xmlns:a="http://schemas.openxmlformats.org/drawingml/2006/main">
              <a:ext uri="{FF2B5EF4-FFF2-40B4-BE49-F238E27FC236}">
                <a16:creationId xmlns:a16="http://schemas.microsoft.com/office/drawing/2014/main" id="{9F5F005F-9DA7-4958-B653-55550633AD02}"/>
              </a:ext>
            </a:extLst>
          </p:cNvPr>
          <p:cNvSpPr>
            <a:spLocks xmlns:a="http://schemas.openxmlformats.org/drawingml/2006/main" noGrp="1"/>
          </p:cNvSpPr>
          <p:nvPr/>
        </p:nvSpPr>
        <p:spPr>
          <a:xfrm xmlns:a="http://schemas.openxmlformats.org/drawingml/2006/main" rot="0" flipH="0" flipV="0">
            <a:off x="816697" y="3849329"/>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Connecteur droit 60">
            <a:extLst xmlns:a="http://schemas.openxmlformats.org/drawingml/2006/main">
              <a:ext uri="{FF2B5EF4-FFF2-40B4-BE49-F238E27FC236}">
                <a16:creationId xmlns:a16="http://schemas.microsoft.com/office/drawing/2014/main" id="{6BBD43CB-A423-4966-AAB5-0AD22CF98AB3}"/>
              </a:ext>
            </a:extLst>
          </p:cNvPr>
          <p:cNvSpPr>
            <a:spLocks xmlns:a="http://schemas.openxmlformats.org/drawingml/2006/main" noGrp="1"/>
          </p:cNvSpPr>
          <p:nvPr/>
        </p:nvSpPr>
        <p:spPr>
          <a:xfrm xmlns:a="http://schemas.openxmlformats.org/drawingml/2006/main" rot="0" flipH="0" flipV="0">
            <a:off x="892643" y="3849329"/>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1" name="ZoneTexte 70">
            <a:extLst xmlns:a="http://schemas.openxmlformats.org/drawingml/2006/main">
              <a:ext uri="{FF2B5EF4-FFF2-40B4-BE49-F238E27FC236}">
                <a16:creationId xmlns:a16="http://schemas.microsoft.com/office/drawing/2014/main" id="{33187E4B-BC83-41FB-B152-2CA7D9F90FD2}"/>
              </a:ext>
            </a:extLst>
          </p:cNvPr>
          <p:cNvSpPr>
            <a:spLocks xmlns:a="http://schemas.openxmlformats.org/drawingml/2006/main" noGrp="1"/>
          </p:cNvSpPr>
          <p:nvPr/>
        </p:nvSpPr>
        <p:spPr>
          <a:xfrm xmlns:a="http://schemas.openxmlformats.org/drawingml/2006/main">
            <a:off x="1220702" y="3649215"/>
            <a:ext cx="4583595"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Décider</a:t>
            </a:r>
          </a:p>
          <a:p xmlns:a="http://schemas.openxmlformats.org/drawingml/2006/main">
            <a:r>
              <a:rPr sz="1100">
                <a:solidFill>
                  <a:srgbClr val="111515"/>
                </a:solidFill>
                <a:latin typeface="BNPPSans"/>
                <a:ea typeface="BNPPSans"/>
                <a:cs typeface="BNPPSans"/>
              </a:rPr>
              <a:t>Fixer des seuils par cas d'usage, une supervision humaine et des critères d'arrêt.</a:t>
            </a:r>
          </a:p>
        </p:txBody>
      </p:sp>
      <p:sp>
        <p:nvSpPr>
          <p:cNvPr id="66" name="Connecteur droit 65">
            <a:extLst xmlns:a="http://schemas.openxmlformats.org/drawingml/2006/main">
              <a:ext uri="{FF2B5EF4-FFF2-40B4-BE49-F238E27FC236}">
                <a16:creationId xmlns:a16="http://schemas.microsoft.com/office/drawing/2014/main" id="{B6E80D4C-B0EC-42E5-B2C4-319D9D6DA63D}"/>
              </a:ext>
            </a:extLst>
          </p:cNvPr>
          <p:cNvSpPr>
            <a:spLocks xmlns:a="http://schemas.openxmlformats.org/drawingml/2006/main" noGrp="1"/>
          </p:cNvSpPr>
          <p:nvPr/>
        </p:nvSpPr>
        <p:spPr>
          <a:xfrm xmlns:a="http://schemas.openxmlformats.org/drawingml/2006/main" rot="0" flipH="0" flipV="0">
            <a:off x="743884" y="4947793"/>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8" name="Connecteur droit 67">
            <a:extLst xmlns:a="http://schemas.openxmlformats.org/drawingml/2006/main">
              <a:ext uri="{FF2B5EF4-FFF2-40B4-BE49-F238E27FC236}">
                <a16:creationId xmlns:a16="http://schemas.microsoft.com/office/drawing/2014/main" id="{49569B86-8364-4A90-B01D-A245168B8237}"/>
              </a:ext>
            </a:extLst>
          </p:cNvPr>
          <p:cNvSpPr>
            <a:spLocks xmlns:a="http://schemas.openxmlformats.org/drawingml/2006/main" noGrp="1"/>
          </p:cNvSpPr>
          <p:nvPr/>
        </p:nvSpPr>
        <p:spPr>
          <a:xfrm xmlns:a="http://schemas.openxmlformats.org/drawingml/2006/main" rot="0" flipH="0" flipV="0">
            <a:off x="816697" y="4947793"/>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9" name="Connecteur droit 68">
            <a:extLst xmlns:a="http://schemas.openxmlformats.org/drawingml/2006/main">
              <a:ext uri="{FF2B5EF4-FFF2-40B4-BE49-F238E27FC236}">
                <a16:creationId xmlns:a16="http://schemas.microsoft.com/office/drawing/2014/main" id="{60C7CA13-9FFF-4E6B-8288-F8E14271E0B1}"/>
              </a:ext>
            </a:extLst>
          </p:cNvPr>
          <p:cNvSpPr>
            <a:spLocks xmlns:a="http://schemas.openxmlformats.org/drawingml/2006/main" noGrp="1"/>
          </p:cNvSpPr>
          <p:nvPr/>
        </p:nvSpPr>
        <p:spPr>
          <a:xfrm xmlns:a="http://schemas.openxmlformats.org/drawingml/2006/main" rot="0" flipH="0" flipV="0">
            <a:off x="892643" y="4947793"/>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2" name="ZoneTexte 71">
            <a:extLst xmlns:a="http://schemas.openxmlformats.org/drawingml/2006/main">
              <a:ext uri="{FF2B5EF4-FFF2-40B4-BE49-F238E27FC236}">
                <a16:creationId xmlns:a16="http://schemas.microsoft.com/office/drawing/2014/main" id="{1C12B3A3-DC1F-25DC-14FC-23136B5B23A4}"/>
              </a:ext>
            </a:extLst>
          </p:cNvPr>
          <p:cNvSpPr>
            <a:spLocks xmlns:a="http://schemas.openxmlformats.org/drawingml/2006/main" noGrp="1"/>
          </p:cNvSpPr>
          <p:nvPr/>
        </p:nvSpPr>
        <p:spPr>
          <a:xfrm xmlns:a="http://schemas.openxmlformats.org/drawingml/2006/main">
            <a:off x="1220702" y="4744679"/>
            <a:ext cx="4583595" cy="7976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Surveiller</a:t>
            </a:r>
          </a:p>
          <a:p xmlns:a="http://schemas.openxmlformats.org/drawingml/2006/main">
            <a:r>
              <a:rPr sz="1100">
                <a:solidFill>
                  <a:srgbClr val="111515"/>
                </a:solidFill>
                <a:latin typeface="BNPPSans"/>
                <a:ea typeface="BNPPSans"/>
                <a:cs typeface="BNPPSans"/>
              </a:rPr>
              <a:t>Relancer des tests après toute évolution du modèle, du prompt ou des données.</a:t>
            </a:r>
          </a:p>
        </p:txBody>
      </p:sp>
      <p:sp>
        <p:nvSpPr>
          <p:cNvPr id="77" name="Connecteur droit 76">
            <a:extLst xmlns:a="http://schemas.openxmlformats.org/drawingml/2006/main">
              <a:ext uri="{FF2B5EF4-FFF2-40B4-BE49-F238E27FC236}">
                <a16:creationId xmlns:a16="http://schemas.microsoft.com/office/drawing/2014/main" id="{72D12211-7087-4913-9CA1-772FEE328737}"/>
              </a:ext>
            </a:extLst>
          </p:cNvPr>
          <p:cNvSpPr>
            <a:spLocks xmlns:a="http://schemas.openxmlformats.org/drawingml/2006/main" noGrp="1"/>
          </p:cNvSpPr>
          <p:nvPr/>
        </p:nvSpPr>
        <p:spPr>
          <a:xfrm xmlns:a="http://schemas.openxmlformats.org/drawingml/2006/main">
            <a:off x="6096000" y="852055"/>
            <a:ext cx="0" cy="4512561"/>
          </a:xfrm>
          <a:prstGeom xmlns:a="http://schemas.openxmlformats.org/drawingml/2006/main" prst="line">
            <a:avLst/>
          </a:prstGeom>
          <a:ln xmlns:a="http://schemas.openxmlformats.org/drawingml/2006/main" w="3175">
            <a:solidFill>
              <a:schemeClr val="tx2">
                <a:lumMod val="25000"/>
                <a:lumOff val="7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Forme libre : forme 7">
            <a:extLst xmlns:a="http://schemas.openxmlformats.org/drawingml/2006/main">
              <a:ext uri="{FF2B5EF4-FFF2-40B4-BE49-F238E27FC236}">
                <a16:creationId xmlns:a16="http://schemas.microsoft.com/office/drawing/2014/main" id="{BA0747D3-DBCC-277F-D726-DB101B08921C}"/>
              </a:ext>
            </a:extLst>
          </p:cNvPr>
          <p:cNvSpPr>
            <a:spLocks xmlns:a="http://schemas.openxmlformats.org/drawingml/2006/main" noGrp="1"/>
          </p:cNvSpPr>
          <p:nvPr/>
        </p:nvSpPr>
        <p:spPr>
          <a:xfrm xmlns:a="http://schemas.openxmlformats.org/drawingml/2006/main" rot="2700000" flipH="1" flipV="1">
            <a:off x="7866466" y="702031"/>
            <a:ext cx="234011" cy="234012"/>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9" name="Forme libre : forme 8">
            <a:extLst xmlns:a="http://schemas.openxmlformats.org/drawingml/2006/main">
              <a:ext uri="{FF2B5EF4-FFF2-40B4-BE49-F238E27FC236}">
                <a16:creationId xmlns:a16="http://schemas.microsoft.com/office/drawing/2014/main" id="{69A66423-DEF5-83FE-726E-328B0EF4D8B6}"/>
              </a:ext>
            </a:extLst>
          </p:cNvPr>
          <p:cNvSpPr>
            <a:spLocks xmlns:a="http://schemas.openxmlformats.org/drawingml/2006/main" noGrp="1"/>
          </p:cNvSpPr>
          <p:nvPr/>
        </p:nvSpPr>
        <p:spPr>
          <a:xfrm xmlns:a="http://schemas.openxmlformats.org/drawingml/2006/main" rot="2700000" flipH="1" flipV="1">
            <a:off x="7521124" y="544335"/>
            <a:ext cx="610559" cy="234533"/>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0" name="Forme libre : forme 9">
            <a:extLst xmlns:a="http://schemas.openxmlformats.org/drawingml/2006/main">
              <a:ext uri="{FF2B5EF4-FFF2-40B4-BE49-F238E27FC236}">
                <a16:creationId xmlns:a16="http://schemas.microsoft.com/office/drawing/2014/main" id="{7E244DAF-04F9-3C7E-BD48-29953498342C}"/>
              </a:ext>
            </a:extLst>
          </p:cNvPr>
          <p:cNvSpPr>
            <a:spLocks xmlns:a="http://schemas.openxmlformats.org/drawingml/2006/main" noGrp="1"/>
          </p:cNvSpPr>
          <p:nvPr/>
        </p:nvSpPr>
        <p:spPr>
          <a:xfrm xmlns:a="http://schemas.openxmlformats.org/drawingml/2006/main" rot="2700000" flipH="1" flipV="1">
            <a:off x="7709140" y="671189"/>
            <a:ext cx="234532" cy="610565"/>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1" name="Forme libre : forme 10">
            <a:extLst xmlns:a="http://schemas.openxmlformats.org/drawingml/2006/main">
              <a:ext uri="{FF2B5EF4-FFF2-40B4-BE49-F238E27FC236}">
                <a16:creationId xmlns:a16="http://schemas.microsoft.com/office/drawing/2014/main" id="{F593BEFE-6876-9D96-8C34-260FA4043573}"/>
              </a:ext>
            </a:extLst>
          </p:cNvPr>
          <p:cNvSpPr>
            <a:spLocks xmlns:a="http://schemas.openxmlformats.org/drawingml/2006/main" noGrp="1"/>
          </p:cNvSpPr>
          <p:nvPr/>
        </p:nvSpPr>
        <p:spPr>
          <a:xfrm xmlns:a="http://schemas.openxmlformats.org/drawingml/2006/main" rot="2700000" flipH="1" flipV="1">
            <a:off x="7313900" y="702031"/>
            <a:ext cx="234011" cy="234012"/>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3" name="Forme libre : forme 12">
            <a:extLst xmlns:a="http://schemas.openxmlformats.org/drawingml/2006/main">
              <a:ext uri="{FF2B5EF4-FFF2-40B4-BE49-F238E27FC236}">
                <a16:creationId xmlns:a16="http://schemas.microsoft.com/office/drawing/2014/main" id="{1FFA9F04-8A89-7CB7-845C-EA7C0E0A9030}"/>
              </a:ext>
            </a:extLst>
          </p:cNvPr>
          <p:cNvSpPr>
            <a:spLocks xmlns:a="http://schemas.openxmlformats.org/drawingml/2006/main" noGrp="1"/>
          </p:cNvSpPr>
          <p:nvPr/>
        </p:nvSpPr>
        <p:spPr>
          <a:xfrm xmlns:a="http://schemas.openxmlformats.org/drawingml/2006/main" rot="2700000" flipH="1" flipV="1">
            <a:off x="6968558" y="544335"/>
            <a:ext cx="610559" cy="234533"/>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4" name="Forme libre : forme 13">
            <a:extLst xmlns:a="http://schemas.openxmlformats.org/drawingml/2006/main">
              <a:ext uri="{FF2B5EF4-FFF2-40B4-BE49-F238E27FC236}">
                <a16:creationId xmlns:a16="http://schemas.microsoft.com/office/drawing/2014/main" id="{B73DAA95-9A5D-469C-DD74-44696888352C}"/>
              </a:ext>
            </a:extLst>
          </p:cNvPr>
          <p:cNvSpPr>
            <a:spLocks xmlns:a="http://schemas.openxmlformats.org/drawingml/2006/main" noGrp="1"/>
          </p:cNvSpPr>
          <p:nvPr/>
        </p:nvSpPr>
        <p:spPr>
          <a:xfrm xmlns:a="http://schemas.openxmlformats.org/drawingml/2006/main" rot="2700000" flipH="1" flipV="1">
            <a:off x="7156575" y="671189"/>
            <a:ext cx="234532" cy="610565"/>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Forme libre : forme 6">
            <a:extLst xmlns:a="http://schemas.openxmlformats.org/drawingml/2006/main">
              <a:ext uri="{FF2B5EF4-FFF2-40B4-BE49-F238E27FC236}">
                <a16:creationId xmlns:a16="http://schemas.microsoft.com/office/drawing/2014/main" id="{AA447A99-EE46-672A-1834-E0836B90B321}"/>
              </a:ext>
            </a:extLst>
          </p:cNvPr>
          <p:cNvSpPr>
            <a:spLocks xmlns:a="http://schemas.openxmlformats.org/drawingml/2006/main" noGrp="1"/>
          </p:cNvSpPr>
          <p:nvPr/>
        </p:nvSpPr>
        <p:spPr>
          <a:xfrm xmlns:a="http://schemas.openxmlformats.org/drawingml/2006/main" rot="0" flipH="1" flipV="1">
            <a:off x="6681637" y="701771"/>
            <a:ext cx="359759" cy="234533"/>
          </a:xfrm>
          <a:custGeom xmlns:a="http://schemas.openxmlformats.org/drawingml/2006/main">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xmlns:a="http://schemas.openxmlformats.org/drawingml/2006/main">
            <a:srgbClr val="66C0B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3" name="Rectangle : coins arrondis 22">
            <a:extLst xmlns:a="http://schemas.openxmlformats.org/drawingml/2006/main">
              <a:ext uri="{FF2B5EF4-FFF2-40B4-BE49-F238E27FC236}">
                <a16:creationId xmlns:a16="http://schemas.microsoft.com/office/drawing/2014/main" id="{984846C8-ECC1-01B3-3192-C1F016E5CA38}"/>
              </a:ext>
            </a:extLst>
          </p:cNvPr>
          <p:cNvSpPr>
            <a:spLocks xmlns:a="http://schemas.openxmlformats.org/drawingml/2006/main" noGrp="1"/>
          </p:cNvSpPr>
          <p:nvPr/>
        </p:nvSpPr>
        <p:spPr>
          <a:xfrm xmlns:a="http://schemas.openxmlformats.org/drawingml/2006/main" rot="0" flipH="0" flipV="0">
            <a:off x="7052723" y="1767828"/>
            <a:ext cx="4504279" cy="733523"/>
          </a:xfrm>
          <a:prstGeom xmlns:a="http://schemas.openxmlformats.org/drawingml/2006/main" prst="roundRect">
            <a:avLst>
              <a:gd name="adj" fmla="val 50000"/>
            </a:avLst>
          </a:prstGeom>
          <a:solidFill xmlns:a="http://schemas.openxmlformats.org/drawingml/2006/main">
            <a:srgbClr val="BCE3E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Gouverner : rôles, règles</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et escalade</a:t>
            </a:r>
            <a:endParaRPr sz="1200">
              <a:solidFill>
                <a:schemeClr val="tx1"/>
              </a:solidFill>
              <a:latin typeface="BNPPSans"/>
              <a:ea typeface="BNPPSans"/>
              <a:cs typeface="BNPPSans"/>
            </a:endParaRPr>
          </a:p>
        </p:txBody>
      </p:sp>
      <p:sp>
        <p:nvSpPr>
          <p:cNvPr id="22" name="Rectangle : coins arrondis 21">
            <a:extLst xmlns:a="http://schemas.openxmlformats.org/drawingml/2006/main">
              <a:ext uri="{FF2B5EF4-FFF2-40B4-BE49-F238E27FC236}">
                <a16:creationId xmlns:a16="http://schemas.microsoft.com/office/drawing/2014/main" id="{62097434-D77B-8E6D-3B11-A992C555B9A1}"/>
              </a:ext>
            </a:extLst>
          </p:cNvPr>
          <p:cNvSpPr>
            <a:spLocks xmlns:a="http://schemas.openxmlformats.org/drawingml/2006/main" noGrp="1"/>
          </p:cNvSpPr>
          <p:nvPr/>
        </p:nvSpPr>
        <p:spPr>
          <a:xfrm xmlns:a="http://schemas.openxmlformats.org/drawingml/2006/main" rot="0" flipH="0" flipV="0">
            <a:off x="6776392" y="1767828"/>
            <a:ext cx="1072526" cy="733523"/>
          </a:xfrm>
          <a:prstGeom xmlns:a="http://schemas.openxmlformats.org/drawingml/2006/main" prst="roundRect">
            <a:avLst>
              <a:gd name="adj" fmla="val 50000"/>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01</a:t>
            </a:r>
          </a:p>
        </p:txBody>
      </p:sp>
      <p:sp>
        <p:nvSpPr>
          <p:cNvPr id="26" name="Rectangle : coins arrondis 25">
            <a:extLst xmlns:a="http://schemas.openxmlformats.org/drawingml/2006/main">
              <a:ext uri="{FF2B5EF4-FFF2-40B4-BE49-F238E27FC236}">
                <a16:creationId xmlns:a16="http://schemas.microsoft.com/office/drawing/2014/main" id="{FE89238F-180A-A2C0-1601-AB77BC74B89B}"/>
              </a:ext>
            </a:extLst>
          </p:cNvPr>
          <p:cNvSpPr>
            <a:spLocks xmlns:a="http://schemas.openxmlformats.org/drawingml/2006/main" noGrp="1"/>
          </p:cNvSpPr>
          <p:nvPr/>
        </p:nvSpPr>
        <p:spPr>
          <a:xfrm xmlns:a="http://schemas.openxmlformats.org/drawingml/2006/main" rot="0" flipH="0" flipV="0">
            <a:off x="7052723" y="2756721"/>
            <a:ext cx="4504279" cy="733523"/>
          </a:xfrm>
          <a:prstGeom xmlns:a="http://schemas.openxmlformats.org/drawingml/2006/main" prst="roundRect">
            <a:avLst>
              <a:gd name="adj" fmla="val 50000"/>
            </a:avLst>
          </a:prstGeom>
          <a:solidFill xmlns:a="http://schemas.openxmlformats.org/drawingml/2006/main">
            <a:srgbClr val="EACAD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Cartographier : groupes,</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scénarios et préjudices</a:t>
            </a:r>
            <a:endParaRPr sz="1200">
              <a:solidFill>
                <a:schemeClr val="tx1"/>
              </a:solidFill>
              <a:latin typeface="BNPPSans"/>
              <a:ea typeface="BNPPSans"/>
              <a:cs typeface="BNPPSans"/>
            </a:endParaRPr>
          </a:p>
        </p:txBody>
      </p:sp>
      <p:sp>
        <p:nvSpPr>
          <p:cNvPr id="16" name="Rectangle : coins arrondis 15">
            <a:extLst xmlns:a="http://schemas.openxmlformats.org/drawingml/2006/main">
              <a:ext uri="{FF2B5EF4-FFF2-40B4-BE49-F238E27FC236}">
                <a16:creationId xmlns:a16="http://schemas.microsoft.com/office/drawing/2014/main" id="{2859B4DD-DA14-8609-D3A9-D369858DFC96}"/>
              </a:ext>
            </a:extLst>
          </p:cNvPr>
          <p:cNvSpPr>
            <a:spLocks xmlns:a="http://schemas.openxmlformats.org/drawingml/2006/main" noGrp="1"/>
          </p:cNvSpPr>
          <p:nvPr/>
        </p:nvSpPr>
        <p:spPr>
          <a:xfrm xmlns:a="http://schemas.openxmlformats.org/drawingml/2006/main" rot="0" flipH="0" flipV="0">
            <a:off x="6776392" y="2756721"/>
            <a:ext cx="1072526" cy="733523"/>
          </a:xfrm>
          <a:prstGeom xmlns:a="http://schemas.openxmlformats.org/drawingml/2006/main" prst="roundRect">
            <a:avLst>
              <a:gd name="adj" fmla="val 50000"/>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02</a:t>
            </a:r>
          </a:p>
        </p:txBody>
      </p:sp>
      <p:sp>
        <p:nvSpPr>
          <p:cNvPr id="29" name="Rectangle : coins arrondis 28">
            <a:extLst xmlns:a="http://schemas.openxmlformats.org/drawingml/2006/main">
              <a:ext uri="{FF2B5EF4-FFF2-40B4-BE49-F238E27FC236}">
                <a16:creationId xmlns:a16="http://schemas.microsoft.com/office/drawing/2014/main" id="{C45CBE91-E32B-3B98-4D34-F92D334434D0}"/>
              </a:ext>
            </a:extLst>
          </p:cNvPr>
          <p:cNvSpPr>
            <a:spLocks xmlns:a="http://schemas.openxmlformats.org/drawingml/2006/main" noGrp="1"/>
          </p:cNvSpPr>
          <p:nvPr/>
        </p:nvSpPr>
        <p:spPr>
          <a:xfrm xmlns:a="http://schemas.openxmlformats.org/drawingml/2006/main" rot="0" flipH="0" flipV="0">
            <a:off x="7052723" y="3745614"/>
            <a:ext cx="4504279" cy="733523"/>
          </a:xfrm>
          <a:prstGeom xmlns:a="http://schemas.openxmlformats.org/drawingml/2006/main" prst="roundRect">
            <a:avLst>
              <a:gd name="adj" fmla="val 50000"/>
            </a:avLst>
          </a:prstGeom>
          <a:solidFill xmlns:a="http://schemas.openxmlformats.org/drawingml/2006/main">
            <a:srgbClr val="EACAD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Mesurer : biais, qualité</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et annotation humaine</a:t>
            </a:r>
            <a:endParaRPr sz="1200">
              <a:solidFill>
                <a:schemeClr val="tx1"/>
              </a:solidFill>
              <a:latin typeface="BNPPSans"/>
              <a:ea typeface="BNPPSans"/>
              <a:cs typeface="BNPPSans"/>
            </a:endParaRPr>
          </a:p>
        </p:txBody>
      </p:sp>
      <p:sp>
        <p:nvSpPr>
          <p:cNvPr id="30" name="Rectangle : coins arrondis 29">
            <a:extLst xmlns:a="http://schemas.openxmlformats.org/drawingml/2006/main">
              <a:ext uri="{FF2B5EF4-FFF2-40B4-BE49-F238E27FC236}">
                <a16:creationId xmlns:a16="http://schemas.microsoft.com/office/drawing/2014/main" id="{8CF048F7-14DD-6C33-3402-F9F7E72ABB13}"/>
              </a:ext>
            </a:extLst>
          </p:cNvPr>
          <p:cNvSpPr>
            <a:spLocks xmlns:a="http://schemas.openxmlformats.org/drawingml/2006/main" noGrp="1"/>
          </p:cNvSpPr>
          <p:nvPr/>
        </p:nvSpPr>
        <p:spPr>
          <a:xfrm xmlns:a="http://schemas.openxmlformats.org/drawingml/2006/main" rot="0" flipH="0" flipV="0">
            <a:off x="6776392" y="3745614"/>
            <a:ext cx="1072526" cy="733523"/>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03</a:t>
            </a:r>
          </a:p>
        </p:txBody>
      </p:sp>
      <p:sp>
        <p:nvSpPr>
          <p:cNvPr id="32" name="Rectangle : coins arrondis 31">
            <a:extLst xmlns:a="http://schemas.openxmlformats.org/drawingml/2006/main">
              <a:ext uri="{FF2B5EF4-FFF2-40B4-BE49-F238E27FC236}">
                <a16:creationId xmlns:a16="http://schemas.microsoft.com/office/drawing/2014/main" id="{3C184D6F-A6F2-1081-D1C2-059694689C5E}"/>
              </a:ext>
            </a:extLst>
          </p:cNvPr>
          <p:cNvSpPr>
            <a:spLocks xmlns:a="http://schemas.openxmlformats.org/drawingml/2006/main" noGrp="1"/>
          </p:cNvSpPr>
          <p:nvPr/>
        </p:nvSpPr>
        <p:spPr>
          <a:xfrm xmlns:a="http://schemas.openxmlformats.org/drawingml/2006/main" rot="0" flipH="0" flipV="0">
            <a:off x="7052723" y="4734507"/>
            <a:ext cx="4504279" cy="733523"/>
          </a:xfrm>
          <a:prstGeom xmlns:a="http://schemas.openxmlformats.org/drawingml/2006/main" prst="roundRect">
            <a:avLst>
              <a:gd name="adj" fmla="val 50000"/>
            </a:avLst>
          </a:prstGeom>
          <a:solidFill xmlns:a="http://schemas.openxmlformats.org/drawingml/2006/main">
            <a:srgbClr val="FFE3D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marL="893763">
              <a:buNone/>
            </a:pPr>
            <a:r>
              <a:rPr sz="1200">
                <a:solidFill>
                  <a:schemeClr val="tx1"/>
                </a:solidFill>
                <a:latin typeface="BNPPSans"/>
                <a:ea typeface="BNPPSans"/>
                <a:cs typeface="BNPPSans"/>
              </a:rPr>
              <a:t>Gérer : corriger, limiter,</a:t>
            </a:r>
            <a:endParaRPr sz="1200">
              <a:solidFill>
                <a:schemeClr val="tx1"/>
              </a:solidFill>
              <a:latin typeface="BNPPSans"/>
              <a:ea typeface="BNPPSans"/>
              <a:cs typeface="BNPPSans"/>
            </a:endParaRPr>
          </a:p>
          <a:p xmlns:a="http://schemas.openxmlformats.org/drawingml/2006/main">
            <a:pPr marL="893763">
              <a:buNone/>
            </a:pPr>
            <a:r>
              <a:rPr sz="1200">
                <a:solidFill>
                  <a:schemeClr val="tx1"/>
                </a:solidFill>
                <a:latin typeface="BNPPSans"/>
                <a:ea typeface="BNPPSans"/>
                <a:cs typeface="BNPPSans"/>
              </a:rPr>
              <a:t>surveiller ou renoncer</a:t>
            </a:r>
            <a:endParaRPr sz="1200">
              <a:solidFill>
                <a:schemeClr val="tx1"/>
              </a:solidFill>
              <a:latin typeface="BNPPSans"/>
              <a:ea typeface="BNPPSans"/>
              <a:cs typeface="BNPPSans"/>
            </a:endParaRPr>
          </a:p>
        </p:txBody>
      </p:sp>
      <p:sp>
        <p:nvSpPr>
          <p:cNvPr id="34" name="Rectangle : coins arrondis 33">
            <a:extLst xmlns:a="http://schemas.openxmlformats.org/drawingml/2006/main">
              <a:ext uri="{FF2B5EF4-FFF2-40B4-BE49-F238E27FC236}">
                <a16:creationId xmlns:a16="http://schemas.microsoft.com/office/drawing/2014/main" id="{A2B99FF5-6D40-2B23-BC49-CA4180308DBC}"/>
              </a:ext>
            </a:extLst>
          </p:cNvPr>
          <p:cNvSpPr>
            <a:spLocks xmlns:a="http://schemas.openxmlformats.org/drawingml/2006/main" noGrp="1"/>
          </p:cNvSpPr>
          <p:nvPr/>
        </p:nvSpPr>
        <p:spPr>
          <a:xfrm xmlns:a="http://schemas.openxmlformats.org/drawingml/2006/main" rot="0" flipH="0" flipV="0">
            <a:off x="6776392" y="4734507"/>
            <a:ext cx="1072526" cy="733523"/>
          </a:xfrm>
          <a:prstGeom xmlns:a="http://schemas.openxmlformats.org/drawingml/2006/main" prst="roundRect">
            <a:avLst>
              <a:gd name="adj" fmla="val 5000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b="1">
                <a:latin typeface="BNPPSans"/>
                <a:ea typeface="BNPPSans"/>
                <a:cs typeface="BNPPSans"/>
              </a:rPr>
              <a:t>04</a:t>
            </a:r>
          </a:p>
        </p:txBody>
      </p:sp>
    </p:spTree>
    <p:extLst>
      <p:ext uri="{BB962C8B-B14F-4D97-AF65-F5344CB8AC3E}">
        <p14:creationId xmlns:p14="http://schemas.microsoft.com/office/powerpoint/2010/main" val="295348662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Les limites définissent l'expérience suivante</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BB18BA8-60F4-C50D-CD9B-1BB87D3E8506}" type="slidenum">
              <a:t>22</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Le protocole détecte des signaux reproductibles, pas l'absence générale de biais.</a:t>
            </a:r>
          </a:p>
        </p:txBody>
      </p:sp>
      <p:sp>
        <p:nvSpPr>
          <p:cNvPr id="7" name="Connecteur droit 6">
            <a:extLst xmlns:a="http://schemas.openxmlformats.org/drawingml/2006/main">
              <a:ext uri="{FF2B5EF4-FFF2-40B4-BE49-F238E27FC236}">
                <a16:creationId xmlns:a16="http://schemas.microsoft.com/office/drawing/2014/main" id="{B75F2F4C-A701-47ED-9A08-5E4118F2A82E}"/>
              </a:ext>
            </a:extLst>
          </p:cNvPr>
          <p:cNvSpPr>
            <a:spLocks xmlns:a="http://schemas.openxmlformats.org/drawingml/2006/main" noGrp="1"/>
          </p:cNvSpPr>
          <p:nvPr/>
        </p:nvSpPr>
        <p:spPr>
          <a:xfrm xmlns:a="http://schemas.openxmlformats.org/drawingml/2006/main" rot="0" flipH="1" flipV="0">
            <a:off x="-86337045" y="3264745"/>
            <a:ext cx="1634885" cy="0"/>
          </a:xfrm>
          <a:prstGeom xmlns:a="http://schemas.openxmlformats.org/drawingml/2006/main" prst="line">
            <a:avLst/>
          </a:prstGeom>
          <a:ln xmlns:a="http://schemas.openxmlformats.org/drawingml/2006/main" w="146050">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Connecteur droit 7">
            <a:extLst xmlns:a="http://schemas.openxmlformats.org/drawingml/2006/main">
              <a:ext uri="{FF2B5EF4-FFF2-40B4-BE49-F238E27FC236}">
                <a16:creationId xmlns:a16="http://schemas.microsoft.com/office/drawing/2014/main" id="{A4224A03-5BA8-4115-B5A1-F19BCE61F04E}"/>
              </a:ext>
            </a:extLst>
          </p:cNvPr>
          <p:cNvSpPr>
            <a:spLocks xmlns:a="http://schemas.openxmlformats.org/drawingml/2006/main" noGrp="1"/>
          </p:cNvSpPr>
          <p:nvPr/>
        </p:nvSpPr>
        <p:spPr>
          <a:xfrm xmlns:a="http://schemas.openxmlformats.org/drawingml/2006/main" rot="0" flipH="1" flipV="0">
            <a:off x="-87406230" y="3264745"/>
            <a:ext cx="1634885" cy="0"/>
          </a:xfrm>
          <a:prstGeom xmlns:a="http://schemas.openxmlformats.org/drawingml/2006/main" prst="line">
            <a:avLst/>
          </a:prstGeom>
          <a:ln xmlns:a="http://schemas.openxmlformats.org/drawingml/2006/main" w="146050">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Connecteur droit 8">
            <a:extLst xmlns:a="http://schemas.openxmlformats.org/drawingml/2006/main">
              <a:ext uri="{FF2B5EF4-FFF2-40B4-BE49-F238E27FC236}">
                <a16:creationId xmlns:a16="http://schemas.microsoft.com/office/drawing/2014/main" id="{F7F89EC9-87EC-4A7C-A52B-5788B3F731EE}"/>
              </a:ext>
            </a:extLst>
          </p:cNvPr>
          <p:cNvSpPr>
            <a:spLocks xmlns:a="http://schemas.openxmlformats.org/drawingml/2006/main" noGrp="1"/>
          </p:cNvSpPr>
          <p:nvPr/>
        </p:nvSpPr>
        <p:spPr>
          <a:xfrm xmlns:a="http://schemas.openxmlformats.org/drawingml/2006/main" rot="0" flipH="1" flipV="0">
            <a:off x="-88521420" y="3264745"/>
            <a:ext cx="519695" cy="0"/>
          </a:xfrm>
          <a:prstGeom xmlns:a="http://schemas.openxmlformats.org/drawingml/2006/main" prst="line">
            <a:avLst/>
          </a:prstGeom>
          <a:ln xmlns:a="http://schemas.openxmlformats.org/drawingml/2006/main" w="146050">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eur droit 10">
            <a:extLst xmlns:a="http://schemas.openxmlformats.org/drawingml/2006/main">
              <a:ext uri="{FF2B5EF4-FFF2-40B4-BE49-F238E27FC236}">
                <a16:creationId xmlns:a16="http://schemas.microsoft.com/office/drawing/2014/main" id="{D36A6FF8-0826-46DD-916E-8F978715ED8A}"/>
              </a:ext>
            </a:extLst>
          </p:cNvPr>
          <p:cNvSpPr>
            <a:spLocks xmlns:a="http://schemas.openxmlformats.org/drawingml/2006/main" noGrp="1"/>
          </p:cNvSpPr>
          <p:nvPr/>
        </p:nvSpPr>
        <p:spPr>
          <a:xfrm xmlns:a="http://schemas.openxmlformats.org/drawingml/2006/main" rot="0" flipH="1" flipV="0">
            <a:off x="-33202187" y="3264745"/>
            <a:ext cx="1634887" cy="0"/>
          </a:xfrm>
          <a:prstGeom xmlns:a="http://schemas.openxmlformats.org/drawingml/2006/main" prst="line">
            <a:avLst/>
          </a:prstGeom>
          <a:ln xmlns:a="http://schemas.openxmlformats.org/drawingml/2006/main" w="146050">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eur droit 12">
            <a:extLst xmlns:a="http://schemas.openxmlformats.org/drawingml/2006/main">
              <a:ext uri="{FF2B5EF4-FFF2-40B4-BE49-F238E27FC236}">
                <a16:creationId xmlns:a16="http://schemas.microsoft.com/office/drawing/2014/main" id="{11C0542F-AF44-4D22-A893-BB7D92A9DED6}"/>
              </a:ext>
            </a:extLst>
          </p:cNvPr>
          <p:cNvSpPr>
            <a:spLocks xmlns:a="http://schemas.openxmlformats.org/drawingml/2006/main" noGrp="1"/>
          </p:cNvSpPr>
          <p:nvPr/>
        </p:nvSpPr>
        <p:spPr>
          <a:xfrm xmlns:a="http://schemas.openxmlformats.org/drawingml/2006/main" rot="0" flipH="1" flipV="0">
            <a:off x="-34271370" y="3264745"/>
            <a:ext cx="1634887" cy="0"/>
          </a:xfrm>
          <a:prstGeom xmlns:a="http://schemas.openxmlformats.org/drawingml/2006/main" prst="line">
            <a:avLst/>
          </a:prstGeom>
          <a:ln xmlns:a="http://schemas.openxmlformats.org/drawingml/2006/main" w="146050">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eur droit 13">
            <a:extLst xmlns:a="http://schemas.openxmlformats.org/drawingml/2006/main">
              <a:ext uri="{FF2B5EF4-FFF2-40B4-BE49-F238E27FC236}">
                <a16:creationId xmlns:a16="http://schemas.microsoft.com/office/drawing/2014/main" id="{9D055659-1AD7-49B6-933A-524DC79ACD6C}"/>
              </a:ext>
            </a:extLst>
          </p:cNvPr>
          <p:cNvSpPr>
            <a:spLocks xmlns:a="http://schemas.openxmlformats.org/drawingml/2006/main" noGrp="1"/>
          </p:cNvSpPr>
          <p:nvPr/>
        </p:nvSpPr>
        <p:spPr>
          <a:xfrm xmlns:a="http://schemas.openxmlformats.org/drawingml/2006/main" rot="0" flipH="1" flipV="0">
            <a:off x="-35386558" y="3264745"/>
            <a:ext cx="519700" cy="0"/>
          </a:xfrm>
          <a:prstGeom xmlns:a="http://schemas.openxmlformats.org/drawingml/2006/main" prst="line">
            <a:avLst/>
          </a:prstGeom>
          <a:ln xmlns:a="http://schemas.openxmlformats.org/drawingml/2006/main" w="146050">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eur droit 16">
            <a:extLst xmlns:a="http://schemas.openxmlformats.org/drawingml/2006/main">
              <a:ext uri="{FF2B5EF4-FFF2-40B4-BE49-F238E27FC236}">
                <a16:creationId xmlns:a16="http://schemas.microsoft.com/office/drawing/2014/main" id="{E03B4140-50AC-4FBD-93FC-69BCA0E6DD7C}"/>
              </a:ext>
            </a:extLst>
          </p:cNvPr>
          <p:cNvSpPr>
            <a:spLocks xmlns:a="http://schemas.openxmlformats.org/drawingml/2006/main" noGrp="1"/>
          </p:cNvSpPr>
          <p:nvPr/>
        </p:nvSpPr>
        <p:spPr>
          <a:xfrm xmlns:a="http://schemas.openxmlformats.org/drawingml/2006/main" rot="0" flipH="1" flipV="0">
            <a:off x="-203120367" y="3264745"/>
            <a:ext cx="1634885" cy="0"/>
          </a:xfrm>
          <a:prstGeom xmlns:a="http://schemas.openxmlformats.org/drawingml/2006/main" prst="line">
            <a:avLst/>
          </a:prstGeom>
          <a:ln xmlns:a="http://schemas.openxmlformats.org/drawingml/2006/main" w="146050">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eur droit 17">
            <a:extLst xmlns:a="http://schemas.openxmlformats.org/drawingml/2006/main">
              <a:ext uri="{FF2B5EF4-FFF2-40B4-BE49-F238E27FC236}">
                <a16:creationId xmlns:a16="http://schemas.microsoft.com/office/drawing/2014/main" id="{7DB90116-1D6E-45BA-BCF0-56E879E60A18}"/>
              </a:ext>
            </a:extLst>
          </p:cNvPr>
          <p:cNvSpPr>
            <a:spLocks xmlns:a="http://schemas.openxmlformats.org/drawingml/2006/main" noGrp="1"/>
          </p:cNvSpPr>
          <p:nvPr/>
        </p:nvSpPr>
        <p:spPr>
          <a:xfrm xmlns:a="http://schemas.openxmlformats.org/drawingml/2006/main" rot="0" flipH="1" flipV="0">
            <a:off x="-204189552" y="3264745"/>
            <a:ext cx="1634885" cy="0"/>
          </a:xfrm>
          <a:prstGeom xmlns:a="http://schemas.openxmlformats.org/drawingml/2006/main" prst="line">
            <a:avLst/>
          </a:prstGeom>
          <a:ln xmlns:a="http://schemas.openxmlformats.org/drawingml/2006/main" w="146050">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eur droit 18">
            <a:extLst xmlns:a="http://schemas.openxmlformats.org/drawingml/2006/main">
              <a:ext uri="{FF2B5EF4-FFF2-40B4-BE49-F238E27FC236}">
                <a16:creationId xmlns:a16="http://schemas.microsoft.com/office/drawing/2014/main" id="{866F6D48-1387-4979-A695-2BA268ACD786}"/>
              </a:ext>
            </a:extLst>
          </p:cNvPr>
          <p:cNvSpPr>
            <a:spLocks xmlns:a="http://schemas.openxmlformats.org/drawingml/2006/main" noGrp="1"/>
          </p:cNvSpPr>
          <p:nvPr/>
        </p:nvSpPr>
        <p:spPr>
          <a:xfrm xmlns:a="http://schemas.openxmlformats.org/drawingml/2006/main" rot="0" flipH="1" flipV="0">
            <a:off x="-205304742" y="3264745"/>
            <a:ext cx="519695" cy="0"/>
          </a:xfrm>
          <a:prstGeom xmlns:a="http://schemas.openxmlformats.org/drawingml/2006/main" prst="line">
            <a:avLst/>
          </a:prstGeom>
          <a:ln xmlns:a="http://schemas.openxmlformats.org/drawingml/2006/main" w="146050">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ZoneTexte 20">
            <a:extLst xmlns:a="http://schemas.openxmlformats.org/drawingml/2006/main">
              <a:ext uri="{FF2B5EF4-FFF2-40B4-BE49-F238E27FC236}">
                <a16:creationId xmlns:a16="http://schemas.microsoft.com/office/drawing/2014/main" id="{23A30D60-DB6C-557E-F4FC-4443DF79CF3A}"/>
              </a:ext>
            </a:extLst>
          </p:cNvPr>
          <p:cNvSpPr>
            <a:spLocks xmlns:a="http://schemas.openxmlformats.org/drawingml/2006/main" noGrp="1"/>
          </p:cNvSpPr>
          <p:nvPr/>
        </p:nvSpPr>
        <p:spPr>
          <a:xfrm xmlns:a="http://schemas.openxmlformats.org/drawingml/2006/main">
            <a:off x="674688" y="36288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1"/>
                </a:solidFill>
                <a:latin typeface="BNPPSans"/>
                <a:ea typeface="BNPPSans"/>
                <a:cs typeface="BNPPSans"/>
              </a:rPr>
              <a:t>120 paires françaises à relire. </a:t>
            </a:r>
            <a:r>
              <a:rPr sz="1400">
                <a:solidFill>
                  <a:srgbClr val="111515"/>
                </a:solidFill>
                <a:latin typeface="BNPPSans"/>
                <a:ea typeface="BNPPSans"/>
                <a:cs typeface="BNPPSans"/>
              </a:rPr>
              <a:t>Valider naturalité, accords, tokenisation et négation.</a:t>
            </a:r>
          </a:p>
        </p:txBody>
      </p:sp>
      <p:sp>
        <p:nvSpPr>
          <p:cNvPr id="22" name="ZoneTexte 21">
            <a:extLst xmlns:a="http://schemas.openxmlformats.org/drawingml/2006/main">
              <a:ext uri="{FF2B5EF4-FFF2-40B4-BE49-F238E27FC236}">
                <a16:creationId xmlns:a16="http://schemas.microsoft.com/office/drawing/2014/main" id="{D4388353-693E-73D7-3FC3-2C2EBFBC6A84}"/>
              </a:ext>
            </a:extLst>
          </p:cNvPr>
          <p:cNvSpPr>
            <a:spLocks xmlns:a="http://schemas.openxmlformats.org/drawingml/2006/main" noGrp="1"/>
          </p:cNvSpPr>
          <p:nvPr/>
        </p:nvSpPr>
        <p:spPr>
          <a:xfrm xmlns:a="http://schemas.openxmlformats.org/drawingml/2006/main">
            <a:off x="4633661" y="36288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4"/>
                </a:solidFill>
                <a:latin typeface="BNPPSans"/>
                <a:ea typeface="BNPPSans"/>
                <a:cs typeface="BNPPSans"/>
              </a:rPr>
              <a:t>Quatre graines et des lexiques limités. </a:t>
            </a:r>
            <a:r>
              <a:rPr sz="1400">
                <a:solidFill>
                  <a:srgbClr val="111515"/>
                </a:solidFill>
                <a:latin typeface="BNPPSans"/>
                <a:ea typeface="BNPPSans"/>
                <a:cs typeface="BNPPSans"/>
              </a:rPr>
              <a:t>Passer à au moins dix graines et annoter en aveugle.</a:t>
            </a:r>
          </a:p>
        </p:txBody>
      </p:sp>
      <p:sp>
        <p:nvSpPr>
          <p:cNvPr id="23" name="ZoneTexte 22">
            <a:extLst xmlns:a="http://schemas.openxmlformats.org/drawingml/2006/main">
              <a:ext uri="{FF2B5EF4-FFF2-40B4-BE49-F238E27FC236}">
                <a16:creationId xmlns:a16="http://schemas.microsoft.com/office/drawing/2014/main" id="{6FAE7E9C-013D-EF5A-BA5F-00209B10A420}"/>
              </a:ext>
            </a:extLst>
          </p:cNvPr>
          <p:cNvSpPr>
            <a:spLocks xmlns:a="http://schemas.openxmlformats.org/drawingml/2006/main" noGrp="1"/>
          </p:cNvSpPr>
          <p:nvPr/>
        </p:nvSpPr>
        <p:spPr>
          <a:xfrm xmlns:a="http://schemas.openxmlformats.org/drawingml/2006/main">
            <a:off x="8592633" y="3628867"/>
            <a:ext cx="3016842" cy="150810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5"/>
                </a:solidFill>
                <a:latin typeface="BNPPSans"/>
                <a:ea typeface="BNPPSans"/>
                <a:cs typeface="BNPPSans"/>
              </a:rPr>
              <a:t>Taille, lignée et alignement sont confondus. </a:t>
            </a:r>
            <a:r>
              <a:rPr sz="1400">
                <a:solidFill>
                  <a:srgbClr val="111515"/>
                </a:solidFill>
                <a:latin typeface="BNPPSans"/>
                <a:ea typeface="BNPPSans"/>
                <a:cs typeface="BNPPSans"/>
              </a:rPr>
              <a:t>Ajouter baseline même-prompt et couverture non binaire.</a:t>
            </a:r>
          </a:p>
        </p:txBody>
      </p:sp>
      <p:sp>
        <p:nvSpPr>
          <p:cNvPr id="26" name="ZoneTexte 25">
            <a:extLst xmlns:a="http://schemas.openxmlformats.org/drawingml/2006/main">
              <a:ext uri="{FF2B5EF4-FFF2-40B4-BE49-F238E27FC236}">
                <a16:creationId xmlns:a16="http://schemas.microsoft.com/office/drawing/2014/main" id="{5B895868-8D2F-7C85-AAD4-8594B5E73864}"/>
              </a:ext>
            </a:extLst>
          </p:cNvPr>
          <p:cNvSpPr>
            <a:spLocks xmlns:a="http://schemas.openxmlformats.org/drawingml/2006/main" noGrp="1"/>
          </p:cNvSpPr>
          <p:nvPr/>
        </p:nvSpPr>
        <p:spPr>
          <a:xfrm xmlns:a="http://schemas.openxmlformats.org/drawingml/2006/main">
            <a:off x="674688" y="2396967"/>
            <a:ext cx="3016842"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1"/>
                </a:solidFill>
                <a:latin typeface="BNPPSans"/>
                <a:ea typeface="BNPPSans"/>
                <a:cs typeface="BNPPSans"/>
              </a:rPr>
              <a:t>VALIDITÉ</a:t>
            </a:r>
          </a:p>
          <a:p xmlns:a="http://schemas.openxmlformats.org/drawingml/2006/main">
            <a:r>
              <a:rPr sz="1400" b="1">
                <a:solidFill>
                  <a:schemeClr val="accent1"/>
                </a:solidFill>
                <a:latin typeface="BNPPSans"/>
                <a:ea typeface="BNPPSans"/>
                <a:cs typeface="BNPPSans"/>
              </a:rPr>
              <a:t>LINGUISTIQUE</a:t>
            </a:r>
          </a:p>
        </p:txBody>
      </p:sp>
      <p:sp>
        <p:nvSpPr>
          <p:cNvPr id="27" name="ZoneTexte 26">
            <a:extLst xmlns:a="http://schemas.openxmlformats.org/drawingml/2006/main">
              <a:ext uri="{FF2B5EF4-FFF2-40B4-BE49-F238E27FC236}">
                <a16:creationId xmlns:a16="http://schemas.microsoft.com/office/drawing/2014/main" id="{82A470C8-DEFB-ECA2-AD74-C35E7E0A6381}"/>
              </a:ext>
            </a:extLst>
          </p:cNvPr>
          <p:cNvSpPr>
            <a:spLocks xmlns:a="http://schemas.openxmlformats.org/drawingml/2006/main" noGrp="1"/>
          </p:cNvSpPr>
          <p:nvPr/>
        </p:nvSpPr>
        <p:spPr>
          <a:xfrm xmlns:a="http://schemas.openxmlformats.org/drawingml/2006/main">
            <a:off x="4633661" y="2396967"/>
            <a:ext cx="3016842"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4"/>
                </a:solidFill>
                <a:latin typeface="BNPPSans"/>
                <a:ea typeface="BNPPSans"/>
                <a:cs typeface="BNPPSans"/>
              </a:rPr>
              <a:t>VARIANCE</a:t>
            </a:r>
          </a:p>
          <a:p xmlns:a="http://schemas.openxmlformats.org/drawingml/2006/main">
            <a:r>
              <a:rPr sz="1400" b="1">
                <a:solidFill>
                  <a:schemeClr val="accent4"/>
                </a:solidFill>
                <a:latin typeface="BNPPSans"/>
                <a:ea typeface="BNPPSans"/>
                <a:cs typeface="BNPPSans"/>
              </a:rPr>
              <a:t>&amp; JUGES</a:t>
            </a:r>
          </a:p>
        </p:txBody>
      </p:sp>
      <p:sp>
        <p:nvSpPr>
          <p:cNvPr id="28" name="ZoneTexte 27">
            <a:extLst xmlns:a="http://schemas.openxmlformats.org/drawingml/2006/main">
              <a:ext uri="{FF2B5EF4-FFF2-40B4-BE49-F238E27FC236}">
                <a16:creationId xmlns:a16="http://schemas.microsoft.com/office/drawing/2014/main" id="{FCDB8256-3622-86F6-04E6-A31D555EE32F}"/>
              </a:ext>
            </a:extLst>
          </p:cNvPr>
          <p:cNvSpPr>
            <a:spLocks xmlns:a="http://schemas.openxmlformats.org/drawingml/2006/main" noGrp="1"/>
          </p:cNvSpPr>
          <p:nvPr/>
        </p:nvSpPr>
        <p:spPr>
          <a:xfrm xmlns:a="http://schemas.openxmlformats.org/drawingml/2006/main">
            <a:off x="8592633" y="2396967"/>
            <a:ext cx="3209891" cy="4308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400" b="1">
                <a:solidFill>
                  <a:schemeClr val="accent5"/>
                </a:solidFill>
                <a:latin typeface="BNPPSans"/>
                <a:ea typeface="BNPPSans"/>
                <a:cs typeface="BNPPSans"/>
              </a:rPr>
              <a:t>CAUSALITÉ</a:t>
            </a:r>
          </a:p>
          <a:p xmlns:a="http://schemas.openxmlformats.org/drawingml/2006/main">
            <a:r>
              <a:rPr sz="1400" b="1">
                <a:solidFill>
                  <a:schemeClr val="accent5"/>
                </a:solidFill>
                <a:latin typeface="BNPPSans"/>
                <a:ea typeface="BNPPSans"/>
                <a:cs typeface="BNPPSans"/>
              </a:rPr>
              <a:t>&amp; INCLUSION</a:t>
            </a:r>
          </a:p>
        </p:txBody>
      </p:sp>
    </p:spTree>
    <p:extLst>
      <p:ext uri="{BB962C8B-B14F-4D97-AF65-F5344CB8AC3E}">
        <p14:creationId xmlns:p14="http://schemas.microsoft.com/office/powerpoint/2010/main" val="161441283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Titre 4">
            <a:extLst xmlns:a="http://schemas.openxmlformats.org/drawingml/2006/main">
              <a:ext uri="{FF2B5EF4-FFF2-40B4-BE49-F238E27FC236}">
                <a16:creationId xmlns:a16="http://schemas.microsoft.com/office/drawing/2014/main" id="{4E68BC89-7D5A-D7E8-3B2F-403F5B0311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b="1">
                <a:solidFill>
                  <a:schemeClr val="accent1"/>
                </a:solidFill>
              </a:rPr>
              <a:t>Un audit fiable combine preuves et gouvernance</a:t>
            </a:r>
          </a:p>
        </p:txBody>
      </p:sp>
      <p:sp>
        <p:nvSpPr>
          <p:cNvPr id="2" name="Espace réservé de la date 1">
            <a:extLst xmlns:a="http://schemas.openxmlformats.org/drawingml/2006/main">
              <a:ext uri="{FF2B5EF4-FFF2-40B4-BE49-F238E27FC236}">
                <a16:creationId xmlns:a16="http://schemas.microsoft.com/office/drawing/2014/main" id="{E99D09E5-F658-F619-B4B4-8208C0E2AA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3" name="Espace réservé du pied de page 2">
            <a:extLst xmlns:a="http://schemas.openxmlformats.org/drawingml/2006/main">
              <a:ext uri="{FF2B5EF4-FFF2-40B4-BE49-F238E27FC236}">
                <a16:creationId xmlns:a16="http://schemas.microsoft.com/office/drawing/2014/main" id="{1E974364-7AFB-1F24-858A-3369AA0A6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4" name="Espace réservé du numéro de diapositive 3">
            <a:extLst xmlns:a="http://schemas.openxmlformats.org/drawingml/2006/main">
              <a:ext uri="{FF2B5EF4-FFF2-40B4-BE49-F238E27FC236}">
                <a16:creationId xmlns:a16="http://schemas.microsoft.com/office/drawing/2014/main" id="{6EB9C685-D775-CEE5-A744-874DFE614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4E99CEF-AF55-BA3C-ADF8-4E52E186DD8F}" type="slidenum">
              <a:t>23</a:t>
            </a:fld>
            <a:endParaRPr/>
          </a:p>
        </p:txBody>
      </p:sp>
      <p:sp>
        <p:nvSpPr>
          <p:cNvPr id="12" name="Espace réservé du texte 11">
            <a:extLst xmlns:a="http://schemas.openxmlformats.org/drawingml/2006/main">
              <a:ext uri="{FF2B5EF4-FFF2-40B4-BE49-F238E27FC236}">
                <a16:creationId xmlns:a16="http://schemas.microsoft.com/office/drawing/2014/main" id="{84396DEC-FBD2-92C4-B073-D9FB60A8B78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rPr sz="1600"/>
              <a:t>Statistique, sens et validation humaine doivent converger.</a:t>
            </a:r>
          </a:p>
        </p:txBody>
      </p:sp>
      <p:sp>
        <p:nvSpPr>
          <p:cNvPr id="7" name="Forme libre : forme 6">
            <a:extLst xmlns:a="http://schemas.openxmlformats.org/drawingml/2006/main">
              <a:ext uri="{FF2B5EF4-FFF2-40B4-BE49-F238E27FC236}">
                <a16:creationId xmlns:a16="http://schemas.microsoft.com/office/drawing/2014/main" id="{CA3111C8-F88F-AB4F-F816-9901826D0024}"/>
              </a:ext>
            </a:extLst>
          </p:cNvPr>
          <p:cNvSpPr>
            <a:spLocks xmlns:a="http://schemas.openxmlformats.org/drawingml/2006/main" noGrp="1"/>
          </p:cNvSpPr>
          <p:nvPr/>
        </p:nvSpPr>
        <p:spPr>
          <a:xfrm xmlns:a="http://schemas.openxmlformats.org/drawingml/2006/main" rot="0" flipH="0" flipV="0">
            <a:off x="5394962" y="3137987"/>
            <a:ext cx="316893" cy="80571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 name="Forme libre : forme 7">
            <a:extLst xmlns:a="http://schemas.openxmlformats.org/drawingml/2006/main">
              <a:ext uri="{FF2B5EF4-FFF2-40B4-BE49-F238E27FC236}">
                <a16:creationId xmlns:a16="http://schemas.microsoft.com/office/drawing/2014/main" id="{5AAD52E4-0BF9-7C81-8C5A-1D00B2919A8C}"/>
              </a:ext>
            </a:extLst>
          </p:cNvPr>
          <p:cNvSpPr>
            <a:spLocks xmlns:a="http://schemas.openxmlformats.org/drawingml/2006/main" noGrp="1"/>
          </p:cNvSpPr>
          <p:nvPr/>
        </p:nvSpPr>
        <p:spPr>
          <a:xfrm xmlns:a="http://schemas.openxmlformats.org/drawingml/2006/main" rot="0" flipH="0" flipV="0">
            <a:off x="5845739" y="3144647"/>
            <a:ext cx="83516" cy="14122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orme libre : forme 8">
            <a:extLst xmlns:a="http://schemas.openxmlformats.org/drawingml/2006/main">
              <a:ext uri="{FF2B5EF4-FFF2-40B4-BE49-F238E27FC236}">
                <a16:creationId xmlns:a16="http://schemas.microsoft.com/office/drawing/2014/main" id="{607CDDA3-DA97-CFA6-93D1-BB1537E39B42}"/>
              </a:ext>
            </a:extLst>
          </p:cNvPr>
          <p:cNvSpPr>
            <a:spLocks xmlns:a="http://schemas.openxmlformats.org/drawingml/2006/main" noGrp="1"/>
          </p:cNvSpPr>
          <p:nvPr/>
        </p:nvSpPr>
        <p:spPr>
          <a:xfrm xmlns:a="http://schemas.openxmlformats.org/drawingml/2006/main" rot="0" flipH="0" flipV="0">
            <a:off x="5845739" y="3415955"/>
            <a:ext cx="83516" cy="52243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 forme 9">
            <a:extLst xmlns:a="http://schemas.openxmlformats.org/drawingml/2006/main">
              <a:ext uri="{FF2B5EF4-FFF2-40B4-BE49-F238E27FC236}">
                <a16:creationId xmlns:a16="http://schemas.microsoft.com/office/drawing/2014/main" id="{B2357596-4DB4-E7CE-A257-3D4799FB250D}"/>
              </a:ext>
            </a:extLst>
          </p:cNvPr>
          <p:cNvSpPr>
            <a:spLocks xmlns:a="http://schemas.openxmlformats.org/drawingml/2006/main" noGrp="1"/>
          </p:cNvSpPr>
          <p:nvPr/>
        </p:nvSpPr>
        <p:spPr>
          <a:xfrm xmlns:a="http://schemas.openxmlformats.org/drawingml/2006/main" rot="0" flipH="0" flipV="0">
            <a:off x="6131673" y="3235548"/>
            <a:ext cx="269095" cy="704163"/>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 forme 10">
            <a:extLst xmlns:a="http://schemas.openxmlformats.org/drawingml/2006/main">
              <a:ext uri="{FF2B5EF4-FFF2-40B4-BE49-F238E27FC236}">
                <a16:creationId xmlns:a16="http://schemas.microsoft.com/office/drawing/2014/main" id="{E7343BD1-F878-1344-C2F9-BDCC3214BAB9}"/>
              </a:ext>
            </a:extLst>
          </p:cNvPr>
          <p:cNvSpPr>
            <a:spLocks xmlns:a="http://schemas.openxmlformats.org/drawingml/2006/main" noGrp="1"/>
          </p:cNvSpPr>
          <p:nvPr/>
        </p:nvSpPr>
        <p:spPr>
          <a:xfrm xmlns:a="http://schemas.openxmlformats.org/drawingml/2006/main" rot="0" flipH="0" flipV="0">
            <a:off x="6526622" y="3235572"/>
            <a:ext cx="270418" cy="694830"/>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 forme 12">
            <a:extLst xmlns:a="http://schemas.openxmlformats.org/drawingml/2006/main">
              <a:ext uri="{FF2B5EF4-FFF2-40B4-BE49-F238E27FC236}">
                <a16:creationId xmlns:a16="http://schemas.microsoft.com/office/drawing/2014/main" id="{F161671C-6CEF-97CD-9F65-789D90E65108}"/>
              </a:ext>
            </a:extLst>
          </p:cNvPr>
          <p:cNvSpPr>
            <a:spLocks xmlns:a="http://schemas.openxmlformats.org/drawingml/2006/main" noGrp="1"/>
          </p:cNvSpPr>
          <p:nvPr/>
        </p:nvSpPr>
        <p:spPr>
          <a:xfrm xmlns:a="http://schemas.openxmlformats.org/drawingml/2006/main" rot="0" flipH="0" flipV="0">
            <a:off x="5467197" y="2745708"/>
            <a:ext cx="1252697" cy="377795"/>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 forme 13">
            <a:extLst xmlns:a="http://schemas.openxmlformats.org/drawingml/2006/main">
              <a:ext uri="{FF2B5EF4-FFF2-40B4-BE49-F238E27FC236}">
                <a16:creationId xmlns:a16="http://schemas.microsoft.com/office/drawing/2014/main" id="{27DF455A-C431-4AEE-1900-78CC0BCAAAE1}"/>
              </a:ext>
            </a:extLst>
          </p:cNvPr>
          <p:cNvSpPr>
            <a:spLocks xmlns:a="http://schemas.openxmlformats.org/drawingml/2006/main" noGrp="1"/>
          </p:cNvSpPr>
          <p:nvPr/>
        </p:nvSpPr>
        <p:spPr>
          <a:xfrm xmlns:a="http://schemas.openxmlformats.org/drawingml/2006/main" rot="0" flipH="0" flipV="0">
            <a:off x="5503488" y="4049396"/>
            <a:ext cx="137959" cy="143291"/>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Forme libre : forme 16">
            <a:extLst xmlns:a="http://schemas.openxmlformats.org/drawingml/2006/main">
              <a:ext uri="{FF2B5EF4-FFF2-40B4-BE49-F238E27FC236}">
                <a16:creationId xmlns:a16="http://schemas.microsoft.com/office/drawing/2014/main" id="{E78BF7B1-4D57-FBD0-B172-62B26EE6D11E}"/>
              </a:ext>
            </a:extLst>
          </p:cNvPr>
          <p:cNvSpPr>
            <a:spLocks xmlns:a="http://schemas.openxmlformats.org/drawingml/2006/main" noGrp="1"/>
          </p:cNvSpPr>
          <p:nvPr/>
        </p:nvSpPr>
        <p:spPr>
          <a:xfrm xmlns:a="http://schemas.openxmlformats.org/drawingml/2006/main" rot="0" flipH="0" flipV="0">
            <a:off x="5658254" y="4147911"/>
            <a:ext cx="100833" cy="118036"/>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1" name="Forme libre : forme 20">
            <a:extLst xmlns:a="http://schemas.openxmlformats.org/drawingml/2006/main">
              <a:ext uri="{FF2B5EF4-FFF2-40B4-BE49-F238E27FC236}">
                <a16:creationId xmlns:a16="http://schemas.microsoft.com/office/drawing/2014/main" id="{61CE9A48-0C4E-84D7-2D2E-B7390F116510}"/>
              </a:ext>
            </a:extLst>
          </p:cNvPr>
          <p:cNvSpPr>
            <a:spLocks xmlns:a="http://schemas.openxmlformats.org/drawingml/2006/main" noGrp="1"/>
          </p:cNvSpPr>
          <p:nvPr/>
        </p:nvSpPr>
        <p:spPr>
          <a:xfrm xmlns:a="http://schemas.openxmlformats.org/drawingml/2006/main" rot="0" flipH="0" flipV="0">
            <a:off x="5759105" y="4192363"/>
            <a:ext cx="114200" cy="132007"/>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2" name="Forme libre : forme 21">
            <a:extLst xmlns:a="http://schemas.openxmlformats.org/drawingml/2006/main">
              <a:ext uri="{FF2B5EF4-FFF2-40B4-BE49-F238E27FC236}">
                <a16:creationId xmlns:a16="http://schemas.microsoft.com/office/drawing/2014/main" id="{D8128EDD-DECF-F5E2-4FF6-969D265DE7D8}"/>
              </a:ext>
            </a:extLst>
          </p:cNvPr>
          <p:cNvSpPr>
            <a:spLocks xmlns:a="http://schemas.openxmlformats.org/drawingml/2006/main" noGrp="1"/>
          </p:cNvSpPr>
          <p:nvPr/>
        </p:nvSpPr>
        <p:spPr>
          <a:xfrm xmlns:a="http://schemas.openxmlformats.org/drawingml/2006/main" rot="0" flipH="0" flipV="0">
            <a:off x="5885528" y="4230171"/>
            <a:ext cx="83385" cy="111430"/>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FDA119EE-B85E-3045-B4CF-56A926E5638B}"/>
              </a:ext>
            </a:extLst>
          </p:cNvPr>
          <p:cNvSpPr>
            <a:spLocks xmlns:a="http://schemas.openxmlformats.org/drawingml/2006/main" noGrp="1"/>
          </p:cNvSpPr>
          <p:nvPr/>
        </p:nvSpPr>
        <p:spPr>
          <a:xfrm xmlns:a="http://schemas.openxmlformats.org/drawingml/2006/main" rot="0" flipH="0" flipV="0">
            <a:off x="6055614" y="4249502"/>
            <a:ext cx="69255" cy="113347"/>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Forme libre : forme 23">
            <a:extLst xmlns:a="http://schemas.openxmlformats.org/drawingml/2006/main">
              <a:ext uri="{FF2B5EF4-FFF2-40B4-BE49-F238E27FC236}">
                <a16:creationId xmlns:a16="http://schemas.microsoft.com/office/drawing/2014/main" id="{2F07C2E5-2DD5-4789-74F7-AFB5D5830293}"/>
              </a:ext>
            </a:extLst>
          </p:cNvPr>
          <p:cNvSpPr>
            <a:spLocks xmlns:a="http://schemas.openxmlformats.org/drawingml/2006/main" noGrp="1"/>
          </p:cNvSpPr>
          <p:nvPr/>
        </p:nvSpPr>
        <p:spPr>
          <a:xfrm xmlns:a="http://schemas.openxmlformats.org/drawingml/2006/main" rot="0" flipH="0" flipV="0">
            <a:off x="6146807" y="4242674"/>
            <a:ext cx="84720" cy="117560"/>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 forme 14">
            <a:extLst xmlns:a="http://schemas.openxmlformats.org/drawingml/2006/main">
              <a:ext uri="{FF2B5EF4-FFF2-40B4-BE49-F238E27FC236}">
                <a16:creationId xmlns:a16="http://schemas.microsoft.com/office/drawing/2014/main" id="{81220174-5E23-EF7D-7D3D-F49A6872C6A0}"/>
              </a:ext>
            </a:extLst>
          </p:cNvPr>
          <p:cNvSpPr>
            <a:spLocks xmlns:a="http://schemas.openxmlformats.org/drawingml/2006/main" noGrp="1"/>
          </p:cNvSpPr>
          <p:nvPr/>
        </p:nvSpPr>
        <p:spPr>
          <a:xfrm xmlns:a="http://schemas.openxmlformats.org/drawingml/2006/main" rot="0" flipH="0" flipV="0">
            <a:off x="6241107" y="4221096"/>
            <a:ext cx="94442" cy="11829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6" name="Forme libre : forme 25">
            <a:extLst xmlns:a="http://schemas.openxmlformats.org/drawingml/2006/main">
              <a:ext uri="{FF2B5EF4-FFF2-40B4-BE49-F238E27FC236}">
                <a16:creationId xmlns:a16="http://schemas.microsoft.com/office/drawing/2014/main" id="{ECEDA95C-FBC4-42C2-6064-079BA4823F2D}"/>
              </a:ext>
            </a:extLst>
          </p:cNvPr>
          <p:cNvSpPr>
            <a:spLocks xmlns:a="http://schemas.openxmlformats.org/drawingml/2006/main" noGrp="1"/>
          </p:cNvSpPr>
          <p:nvPr/>
        </p:nvSpPr>
        <p:spPr>
          <a:xfrm xmlns:a="http://schemas.openxmlformats.org/drawingml/2006/main" rot="0" flipH="0" flipV="0">
            <a:off x="6337182" y="4196683"/>
            <a:ext cx="54716" cy="10781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 forme 15">
            <a:extLst xmlns:a="http://schemas.openxmlformats.org/drawingml/2006/main">
              <a:ext uri="{FF2B5EF4-FFF2-40B4-BE49-F238E27FC236}">
                <a16:creationId xmlns:a16="http://schemas.microsoft.com/office/drawing/2014/main" id="{CD84283C-355B-4042-AF0A-FF3FE25DCA54}"/>
              </a:ext>
            </a:extLst>
          </p:cNvPr>
          <p:cNvSpPr>
            <a:spLocks xmlns:a="http://schemas.openxmlformats.org/drawingml/2006/main" noGrp="1"/>
          </p:cNvSpPr>
          <p:nvPr/>
        </p:nvSpPr>
        <p:spPr>
          <a:xfrm xmlns:a="http://schemas.openxmlformats.org/drawingml/2006/main" rot="0" flipH="0" flipV="0">
            <a:off x="6387360" y="4159597"/>
            <a:ext cx="101543" cy="117624"/>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8" name="Forme libre : forme 17">
            <a:extLst xmlns:a="http://schemas.openxmlformats.org/drawingml/2006/main">
              <a:ext uri="{FF2B5EF4-FFF2-40B4-BE49-F238E27FC236}">
                <a16:creationId xmlns:a16="http://schemas.microsoft.com/office/drawing/2014/main" id="{2BCC0339-133D-22D8-0FD3-4A13FC51C558}"/>
              </a:ext>
            </a:extLst>
          </p:cNvPr>
          <p:cNvSpPr>
            <a:spLocks xmlns:a="http://schemas.openxmlformats.org/drawingml/2006/main" noGrp="1"/>
          </p:cNvSpPr>
          <p:nvPr/>
        </p:nvSpPr>
        <p:spPr>
          <a:xfrm xmlns:a="http://schemas.openxmlformats.org/drawingml/2006/main" rot="0" flipH="0" flipV="0">
            <a:off x="6486674" y="4111595"/>
            <a:ext cx="105357" cy="118028"/>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4E155273-E1F9-9138-5F86-9C3146025A1F}"/>
              </a:ext>
            </a:extLst>
          </p:cNvPr>
          <p:cNvSpPr>
            <a:spLocks xmlns:a="http://schemas.openxmlformats.org/drawingml/2006/main" noGrp="1"/>
          </p:cNvSpPr>
          <p:nvPr/>
        </p:nvSpPr>
        <p:spPr>
          <a:xfrm xmlns:a="http://schemas.openxmlformats.org/drawingml/2006/main" rot="0" flipH="0" flipV="0">
            <a:off x="6552064" y="4042315"/>
            <a:ext cx="104802" cy="109837"/>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Arc 29">
            <a:extLst xmlns:a="http://schemas.openxmlformats.org/drawingml/2006/main">
              <a:ext uri="{FF2B5EF4-FFF2-40B4-BE49-F238E27FC236}">
                <a16:creationId xmlns:a16="http://schemas.microsoft.com/office/drawing/2014/main" id="{014F7662-26F9-CA3F-2FFC-B1E499EC1113}"/>
              </a:ext>
            </a:extLst>
          </p:cNvPr>
          <p:cNvSpPr>
            <a:spLocks xmlns:a="http://schemas.openxmlformats.org/drawingml/2006/main" noGrp="1"/>
          </p:cNvSpPr>
          <p:nvPr/>
        </p:nvSpPr>
        <p:spPr>
          <a:xfrm xmlns:a="http://schemas.openxmlformats.org/drawingml/2006/main">
            <a:off x="4658374" y="2116653"/>
            <a:ext cx="2875252" cy="2875252"/>
          </a:xfrm>
          <a:prstGeom xmlns:a="http://schemas.openxmlformats.org/drawingml/2006/main" prst="arc">
            <a:avLst/>
          </a:prstGeom>
          <a:ln xmlns:a="http://schemas.openxmlformats.org/drawingml/2006/main" w="244475"/>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Arc 30">
            <a:extLst xmlns:a="http://schemas.openxmlformats.org/drawingml/2006/main">
              <a:ext uri="{FF2B5EF4-FFF2-40B4-BE49-F238E27FC236}">
                <a16:creationId xmlns:a16="http://schemas.microsoft.com/office/drawing/2014/main" id="{F44F83E7-13DC-AAC2-9886-ACACA0B0E136}"/>
              </a:ext>
            </a:extLst>
          </p:cNvPr>
          <p:cNvSpPr>
            <a:spLocks xmlns:a="http://schemas.openxmlformats.org/drawingml/2006/main" noGrp="1"/>
          </p:cNvSpPr>
          <p:nvPr/>
        </p:nvSpPr>
        <p:spPr>
          <a:xfrm xmlns:a="http://schemas.openxmlformats.org/drawingml/2006/main" flipH="1">
            <a:off x="4658374" y="2116653"/>
            <a:ext cx="2875252" cy="2875252"/>
          </a:xfrm>
          <a:prstGeom xmlns:a="http://schemas.openxmlformats.org/drawingml/2006/main" prst="arc">
            <a:avLst/>
          </a:prstGeom>
          <a:ln xmlns:a="http://schemas.openxmlformats.org/drawingml/2006/main" w="2444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Arc 31">
            <a:extLst xmlns:a="http://schemas.openxmlformats.org/drawingml/2006/main">
              <a:ext uri="{FF2B5EF4-FFF2-40B4-BE49-F238E27FC236}">
                <a16:creationId xmlns:a16="http://schemas.microsoft.com/office/drawing/2014/main" id="{3DAC6C91-1D9B-08CF-3232-E0D52A2A8712}"/>
              </a:ext>
            </a:extLst>
          </p:cNvPr>
          <p:cNvSpPr>
            <a:spLocks xmlns:a="http://schemas.openxmlformats.org/drawingml/2006/main" noGrp="1"/>
          </p:cNvSpPr>
          <p:nvPr/>
        </p:nvSpPr>
        <p:spPr>
          <a:xfrm xmlns:a="http://schemas.openxmlformats.org/drawingml/2006/main" flipH="1" flipV="1">
            <a:off x="4658374" y="2116653"/>
            <a:ext cx="2875252" cy="2875252"/>
          </a:xfrm>
          <a:prstGeom xmlns:a="http://schemas.openxmlformats.org/drawingml/2006/main" prst="arc">
            <a:avLst/>
          </a:prstGeom>
          <a:ln xmlns:a="http://schemas.openxmlformats.org/drawingml/2006/main" w="244475">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Arc 32">
            <a:extLst xmlns:a="http://schemas.openxmlformats.org/drawingml/2006/main">
              <a:ext uri="{FF2B5EF4-FFF2-40B4-BE49-F238E27FC236}">
                <a16:creationId xmlns:a16="http://schemas.microsoft.com/office/drawing/2014/main" id="{DFC0AF48-718D-E2C9-4E3E-5BC484B86D97}"/>
              </a:ext>
            </a:extLst>
          </p:cNvPr>
          <p:cNvSpPr>
            <a:spLocks xmlns:a="http://schemas.openxmlformats.org/drawingml/2006/main" noGrp="1"/>
          </p:cNvSpPr>
          <p:nvPr/>
        </p:nvSpPr>
        <p:spPr>
          <a:xfrm xmlns:a="http://schemas.openxmlformats.org/drawingml/2006/main" flipV="1">
            <a:off x="4658374" y="2116653"/>
            <a:ext cx="2875252" cy="2875252"/>
          </a:xfrm>
          <a:prstGeom xmlns:a="http://schemas.openxmlformats.org/drawingml/2006/main" prst="arc">
            <a:avLst/>
          </a:prstGeom>
          <a:ln xmlns:a="http://schemas.openxmlformats.org/drawingml/2006/main" w="244475">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Connecteur droit 59">
            <a:extLst xmlns:a="http://schemas.openxmlformats.org/drawingml/2006/main">
              <a:ext uri="{FF2B5EF4-FFF2-40B4-BE49-F238E27FC236}">
                <a16:creationId xmlns:a16="http://schemas.microsoft.com/office/drawing/2014/main" id="{D8300818-E084-4C69-8E2D-19583C8309F9}"/>
              </a:ext>
            </a:extLst>
          </p:cNvPr>
          <p:cNvSpPr>
            <a:spLocks xmlns:a="http://schemas.openxmlformats.org/drawingml/2006/main" noGrp="1"/>
          </p:cNvSpPr>
          <p:nvPr/>
        </p:nvSpPr>
        <p:spPr>
          <a:xfrm xmlns:a="http://schemas.openxmlformats.org/drawingml/2006/main" rot="0" flipH="0" flipV="0">
            <a:off x="8346507" y="2175827"/>
            <a:ext cx="111338" cy="0"/>
          </a:xfrm>
          <a:prstGeom xmlns:a="http://schemas.openxmlformats.org/drawingml/2006/main" prst="line">
            <a:avLst/>
          </a:prstGeom>
          <a:ln xmlns:a="http://schemas.openxmlformats.org/drawingml/2006/main" w="219075">
            <a:solidFill>
              <a:srgbClr val="BCE3E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Connecteur droit 60">
            <a:extLst xmlns:a="http://schemas.openxmlformats.org/drawingml/2006/main">
              <a:ext uri="{FF2B5EF4-FFF2-40B4-BE49-F238E27FC236}">
                <a16:creationId xmlns:a16="http://schemas.microsoft.com/office/drawing/2014/main" id="{3DB3BA7D-9162-454A-8557-732149B29280}"/>
              </a:ext>
            </a:extLst>
          </p:cNvPr>
          <p:cNvSpPr>
            <a:spLocks xmlns:a="http://schemas.openxmlformats.org/drawingml/2006/main" noGrp="1"/>
          </p:cNvSpPr>
          <p:nvPr/>
        </p:nvSpPr>
        <p:spPr>
          <a:xfrm xmlns:a="http://schemas.openxmlformats.org/drawingml/2006/main" rot="0" flipH="0" flipV="0">
            <a:off x="8419320" y="2175827"/>
            <a:ext cx="111338" cy="0"/>
          </a:xfrm>
          <a:prstGeom xmlns:a="http://schemas.openxmlformats.org/drawingml/2006/main" prst="line">
            <a:avLst/>
          </a:prstGeom>
          <a:ln xmlns:a="http://schemas.openxmlformats.org/drawingml/2006/main" w="219075">
            <a:solidFill>
              <a:srgbClr val="66C0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2" name="Connecteur droit 61">
            <a:extLst xmlns:a="http://schemas.openxmlformats.org/drawingml/2006/main">
              <a:ext uri="{FF2B5EF4-FFF2-40B4-BE49-F238E27FC236}">
                <a16:creationId xmlns:a16="http://schemas.microsoft.com/office/drawing/2014/main" id="{3B69598C-E6C8-4BC5-BF0A-A7B858A152E1}"/>
              </a:ext>
            </a:extLst>
          </p:cNvPr>
          <p:cNvSpPr>
            <a:spLocks xmlns:a="http://schemas.openxmlformats.org/drawingml/2006/main" noGrp="1"/>
          </p:cNvSpPr>
          <p:nvPr/>
        </p:nvSpPr>
        <p:spPr>
          <a:xfrm xmlns:a="http://schemas.openxmlformats.org/drawingml/2006/main" rot="0" flipH="0" flipV="0">
            <a:off x="8495266" y="2175827"/>
            <a:ext cx="35392" cy="0"/>
          </a:xfrm>
          <a:prstGeom xmlns:a="http://schemas.openxmlformats.org/drawingml/2006/main" prst="line">
            <a:avLst/>
          </a:prstGeom>
          <a:ln xmlns:a="http://schemas.openxmlformats.org/drawingml/2006/main" w="219075">
            <a:solidFill>
              <a:schemeClr val="accent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9" name="ZoneTexte 58">
            <a:extLst xmlns:a="http://schemas.openxmlformats.org/drawingml/2006/main">
              <a:ext uri="{FF2B5EF4-FFF2-40B4-BE49-F238E27FC236}">
                <a16:creationId xmlns:a16="http://schemas.microsoft.com/office/drawing/2014/main" id="{6D7CD7DD-1889-99F6-6963-C46D4D2FA23A}"/>
              </a:ext>
            </a:extLst>
          </p:cNvPr>
          <p:cNvSpPr>
            <a:spLocks xmlns:a="http://schemas.openxmlformats.org/drawingml/2006/main" noGrp="1"/>
          </p:cNvSpPr>
          <p:nvPr/>
        </p:nvSpPr>
        <p:spPr>
          <a:xfrm xmlns:a="http://schemas.openxmlformats.org/drawingml/2006/main">
            <a:off x="8823325" y="1974216"/>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1"/>
                </a:solidFill>
                <a:latin typeface="BNPPSans"/>
                <a:ea typeface="BNPPSans"/>
                <a:cs typeface="BNPPSans"/>
              </a:rPr>
              <a:t> Nouveaux Qwen</a:t>
            </a:r>
          </a:p>
          <a:p xmlns:a="http://schemas.openxmlformats.org/drawingml/2006/main">
            <a:r>
              <a:rPr sz="1100">
                <a:solidFill>
                  <a:srgbClr val="111515"/>
                </a:solidFill>
                <a:latin typeface="BNPPSans"/>
                <a:ea typeface="BNPPSans"/>
                <a:cs typeface="BNPPSans"/>
              </a:rPr>
              <a:t>0,5B optimise le coût ; 1,5B minimise la divergence ; aucun n'est globalement « meilleur ».</a:t>
            </a:r>
          </a:p>
        </p:txBody>
      </p:sp>
      <p:sp>
        <p:nvSpPr>
          <p:cNvPr id="70" name="ZoneTexte 69">
            <a:extLst xmlns:a="http://schemas.openxmlformats.org/drawingml/2006/main">
              <a:ext uri="{FF2B5EF4-FFF2-40B4-BE49-F238E27FC236}">
                <a16:creationId xmlns:a16="http://schemas.microsoft.com/office/drawing/2014/main" id="{9BEBD1B0-95B4-C401-A1BB-8312211AA098}"/>
              </a:ext>
            </a:extLst>
          </p:cNvPr>
          <p:cNvSpPr>
            <a:spLocks xmlns:a="http://schemas.openxmlformats.org/drawingml/2006/main" noGrp="1"/>
          </p:cNvSpPr>
          <p:nvPr/>
        </p:nvSpPr>
        <p:spPr>
          <a:xfrm xmlns:a="http://schemas.openxmlformats.org/drawingml/2006/main">
            <a:off x="8823325" y="4151661"/>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5"/>
                </a:solidFill>
                <a:latin typeface="BNPPSans"/>
                <a:ea typeface="BNPPSans"/>
                <a:cs typeface="BNPPSans"/>
              </a:rPr>
              <a:t> Décision</a:t>
            </a:r>
          </a:p>
          <a:p xmlns:a="http://schemas.openxmlformats.org/drawingml/2006/main">
            <a:r>
              <a:rPr sz="1100">
                <a:solidFill>
                  <a:srgbClr val="111515"/>
                </a:solidFill>
                <a:latin typeface="BNPPSans"/>
                <a:ea typeface="BNPPSans"/>
                <a:cs typeface="BNPPSans"/>
              </a:rPr>
              <a:t>Seuils contextualisés, validation humaine et surveillance continue restent indispensables.</a:t>
            </a:r>
          </a:p>
        </p:txBody>
      </p:sp>
      <p:sp>
        <p:nvSpPr>
          <p:cNvPr id="72" name="Connecteur droit 71">
            <a:extLst xmlns:a="http://schemas.openxmlformats.org/drawingml/2006/main">
              <a:ext uri="{FF2B5EF4-FFF2-40B4-BE49-F238E27FC236}">
                <a16:creationId xmlns:a16="http://schemas.microsoft.com/office/drawing/2014/main" id="{A22EE2B0-5DBF-45A4-97E7-E87F63DB0AB2}"/>
              </a:ext>
            </a:extLst>
          </p:cNvPr>
          <p:cNvSpPr>
            <a:spLocks xmlns:a="http://schemas.openxmlformats.org/drawingml/2006/main" noGrp="1"/>
          </p:cNvSpPr>
          <p:nvPr/>
        </p:nvSpPr>
        <p:spPr>
          <a:xfrm xmlns:a="http://schemas.openxmlformats.org/drawingml/2006/main" rot="0" flipH="0" flipV="0">
            <a:off x="8346507" y="4354775"/>
            <a:ext cx="111338" cy="0"/>
          </a:xfrm>
          <a:prstGeom xmlns:a="http://schemas.openxmlformats.org/drawingml/2006/main" prst="line">
            <a:avLst/>
          </a:prstGeom>
          <a:ln xmlns:a="http://schemas.openxmlformats.org/drawingml/2006/main" w="219075">
            <a:solidFill>
              <a:srgbClr val="FFE3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3" name="Connecteur droit 72">
            <a:extLst xmlns:a="http://schemas.openxmlformats.org/drawingml/2006/main">
              <a:ext uri="{FF2B5EF4-FFF2-40B4-BE49-F238E27FC236}">
                <a16:creationId xmlns:a16="http://schemas.microsoft.com/office/drawing/2014/main" id="{246424D2-C206-4B2F-8BD7-E1E512A5D20D}"/>
              </a:ext>
            </a:extLst>
          </p:cNvPr>
          <p:cNvSpPr>
            <a:spLocks xmlns:a="http://schemas.openxmlformats.org/drawingml/2006/main" noGrp="1"/>
          </p:cNvSpPr>
          <p:nvPr/>
        </p:nvSpPr>
        <p:spPr>
          <a:xfrm xmlns:a="http://schemas.openxmlformats.org/drawingml/2006/main" rot="0" flipH="0" flipV="0">
            <a:off x="8419320" y="4354775"/>
            <a:ext cx="111338" cy="0"/>
          </a:xfrm>
          <a:prstGeom xmlns:a="http://schemas.openxmlformats.org/drawingml/2006/main" prst="line">
            <a:avLst/>
          </a:prstGeom>
          <a:ln xmlns:a="http://schemas.openxmlformats.org/drawingml/2006/main" w="219075">
            <a:solidFill>
              <a:srgbClr val="FEB98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4" name="Connecteur droit 73">
            <a:extLst xmlns:a="http://schemas.openxmlformats.org/drawingml/2006/main">
              <a:ext uri="{FF2B5EF4-FFF2-40B4-BE49-F238E27FC236}">
                <a16:creationId xmlns:a16="http://schemas.microsoft.com/office/drawing/2014/main" id="{976EA2A0-E396-4401-AE17-A3BEB76EF9C2}"/>
              </a:ext>
            </a:extLst>
          </p:cNvPr>
          <p:cNvSpPr>
            <a:spLocks xmlns:a="http://schemas.openxmlformats.org/drawingml/2006/main" noGrp="1"/>
          </p:cNvSpPr>
          <p:nvPr/>
        </p:nvSpPr>
        <p:spPr>
          <a:xfrm xmlns:a="http://schemas.openxmlformats.org/drawingml/2006/main" rot="0" flipH="0" flipV="0">
            <a:off x="8495266" y="4354775"/>
            <a:ext cx="35392" cy="0"/>
          </a:xfrm>
          <a:prstGeom xmlns:a="http://schemas.openxmlformats.org/drawingml/2006/main" prst="line">
            <a:avLst/>
          </a:prstGeom>
          <a:ln xmlns:a="http://schemas.openxmlformats.org/drawingml/2006/main" w="219075">
            <a:solidFill>
              <a:srgbClr val="F9620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6" name="Connecteur droit 65">
            <a:extLst xmlns:a="http://schemas.openxmlformats.org/drawingml/2006/main">
              <a:ext uri="{FF2B5EF4-FFF2-40B4-BE49-F238E27FC236}">
                <a16:creationId xmlns:a16="http://schemas.microsoft.com/office/drawing/2014/main" id="{51C87843-26CF-4AFF-88F4-AF3F235C405A}"/>
              </a:ext>
            </a:extLst>
          </p:cNvPr>
          <p:cNvSpPr>
            <a:spLocks xmlns:a="http://schemas.openxmlformats.org/drawingml/2006/main" noGrp="1"/>
          </p:cNvSpPr>
          <p:nvPr/>
        </p:nvSpPr>
        <p:spPr>
          <a:xfrm xmlns:a="http://schemas.openxmlformats.org/drawingml/2006/main" rot="0" flipH="1" flipV="0">
            <a:off x="1117745" y="2174330"/>
            <a:ext cx="111338" cy="0"/>
          </a:xfrm>
          <a:prstGeom xmlns:a="http://schemas.openxmlformats.org/drawingml/2006/main" prst="line">
            <a:avLst/>
          </a:prstGeom>
          <a:ln xmlns:a="http://schemas.openxmlformats.org/drawingml/2006/main" w="219075">
            <a:solidFill>
              <a:srgbClr val="D28FBB">
                <a:alpha val="47000"/>
              </a:srgb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7" name="Connecteur droit 66">
            <a:extLst xmlns:a="http://schemas.openxmlformats.org/drawingml/2006/main">
              <a:ext uri="{FF2B5EF4-FFF2-40B4-BE49-F238E27FC236}">
                <a16:creationId xmlns:a16="http://schemas.microsoft.com/office/drawing/2014/main" id="{FB043358-A521-4C44-8BDC-C30DEE22A054}"/>
              </a:ext>
            </a:extLst>
          </p:cNvPr>
          <p:cNvSpPr>
            <a:spLocks xmlns:a="http://schemas.openxmlformats.org/drawingml/2006/main" noGrp="1"/>
          </p:cNvSpPr>
          <p:nvPr/>
        </p:nvSpPr>
        <p:spPr>
          <a:xfrm xmlns:a="http://schemas.openxmlformats.org/drawingml/2006/main" rot="0" flipH="1" flipV="0">
            <a:off x="1044932" y="2174330"/>
            <a:ext cx="111338" cy="0"/>
          </a:xfrm>
          <a:prstGeom xmlns:a="http://schemas.openxmlformats.org/drawingml/2006/main" prst="line">
            <a:avLst/>
          </a:prstGeom>
          <a:ln xmlns:a="http://schemas.openxmlformats.org/drawingml/2006/main" w="219075">
            <a:solidFill>
              <a:srgbClr val="D28FB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8" name="Connecteur droit 67">
            <a:extLst xmlns:a="http://schemas.openxmlformats.org/drawingml/2006/main">
              <a:ext uri="{FF2B5EF4-FFF2-40B4-BE49-F238E27FC236}">
                <a16:creationId xmlns:a16="http://schemas.microsoft.com/office/drawing/2014/main" id="{D2B6B666-5163-496F-BF18-5E95723EE1BD}"/>
              </a:ext>
            </a:extLst>
          </p:cNvPr>
          <p:cNvSpPr>
            <a:spLocks xmlns:a="http://schemas.openxmlformats.org/drawingml/2006/main" noGrp="1"/>
          </p:cNvSpPr>
          <p:nvPr/>
        </p:nvSpPr>
        <p:spPr>
          <a:xfrm xmlns:a="http://schemas.openxmlformats.org/drawingml/2006/main" rot="0" flipH="1" flipV="0">
            <a:off x="968986" y="2174330"/>
            <a:ext cx="35392" cy="0"/>
          </a:xfrm>
          <a:prstGeom xmlns:a="http://schemas.openxmlformats.org/drawingml/2006/main" prst="line">
            <a:avLst/>
          </a:prstGeom>
          <a:ln xmlns:a="http://schemas.openxmlformats.org/drawingml/2006/main" w="219075">
            <a:solidFill>
              <a:schemeClr val="accent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5" name="ZoneTexte 64">
            <a:extLst xmlns:a="http://schemas.openxmlformats.org/drawingml/2006/main">
              <a:ext uri="{FF2B5EF4-FFF2-40B4-BE49-F238E27FC236}">
                <a16:creationId xmlns:a16="http://schemas.microsoft.com/office/drawing/2014/main" id="{D769CAA4-6352-3308-E243-DBE4F19D4710}"/>
              </a:ext>
            </a:extLst>
          </p:cNvPr>
          <p:cNvSpPr>
            <a:spLocks xmlns:a="http://schemas.openxmlformats.org/drawingml/2006/main" noGrp="1"/>
          </p:cNvSpPr>
          <p:nvPr/>
        </p:nvSpPr>
        <p:spPr>
          <a:xfrm xmlns:a="http://schemas.openxmlformats.org/drawingml/2006/main">
            <a:off x="579627" y="1974216"/>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    Contribution</a:t>
            </a:r>
          </a:p>
          <a:p xmlns:a="http://schemas.openxmlformats.org/drawingml/2006/main">
            <a:r>
              <a:rPr sz="1100">
                <a:solidFill>
                  <a:srgbClr val="111515"/>
                </a:solidFill>
                <a:latin typeface="BNPPSans"/>
                <a:ea typeface="BNPPSans"/>
                <a:cs typeface="BNPPSans"/>
              </a:rPr>
              <a:t>Un protocole 3 × 3 reproductible reliant embeddings, probabilités et générations.</a:t>
            </a:r>
          </a:p>
        </p:txBody>
      </p:sp>
      <p:sp>
        <p:nvSpPr>
          <p:cNvPr id="78" name="Connecteur droit 77">
            <a:extLst xmlns:a="http://schemas.openxmlformats.org/drawingml/2006/main">
              <a:ext uri="{FF2B5EF4-FFF2-40B4-BE49-F238E27FC236}">
                <a16:creationId xmlns:a16="http://schemas.microsoft.com/office/drawing/2014/main" id="{0A5425FA-D2B4-4C69-8FDC-ECDA543C8D96}"/>
              </a:ext>
            </a:extLst>
          </p:cNvPr>
          <p:cNvSpPr>
            <a:spLocks xmlns:a="http://schemas.openxmlformats.org/drawingml/2006/main" noGrp="1"/>
          </p:cNvSpPr>
          <p:nvPr/>
        </p:nvSpPr>
        <p:spPr>
          <a:xfrm xmlns:a="http://schemas.openxmlformats.org/drawingml/2006/main" rot="0" flipH="1" flipV="0">
            <a:off x="-10724227" y="4354775"/>
            <a:ext cx="111338" cy="0"/>
          </a:xfrm>
          <a:prstGeom xmlns:a="http://schemas.openxmlformats.org/drawingml/2006/main" prst="line">
            <a:avLst/>
          </a:prstGeom>
          <a:ln xmlns:a="http://schemas.openxmlformats.org/drawingml/2006/main" w="219075">
            <a:solidFill>
              <a:schemeClr val="accent4">
                <a:alpha val="16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9" name="Connecteur droit 78">
            <a:extLst xmlns:a="http://schemas.openxmlformats.org/drawingml/2006/main">
              <a:ext uri="{FF2B5EF4-FFF2-40B4-BE49-F238E27FC236}">
                <a16:creationId xmlns:a16="http://schemas.microsoft.com/office/drawing/2014/main" id="{495F0446-964D-415B-8CFE-13E85D676A1F}"/>
              </a:ext>
            </a:extLst>
          </p:cNvPr>
          <p:cNvSpPr>
            <a:spLocks xmlns:a="http://schemas.openxmlformats.org/drawingml/2006/main" noGrp="1"/>
          </p:cNvSpPr>
          <p:nvPr/>
        </p:nvSpPr>
        <p:spPr>
          <a:xfrm xmlns:a="http://schemas.openxmlformats.org/drawingml/2006/main" rot="0" flipH="1" flipV="0">
            <a:off x="-10797040" y="4354775"/>
            <a:ext cx="111338" cy="0"/>
          </a:xfrm>
          <a:prstGeom xmlns:a="http://schemas.openxmlformats.org/drawingml/2006/main" prst="line">
            <a:avLst/>
          </a:prstGeom>
          <a:ln xmlns:a="http://schemas.openxmlformats.org/drawingml/2006/main" w="219075">
            <a:solidFill>
              <a:schemeClr val="accent4">
                <a:alpha val="55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0" name="Connecteur droit 79">
            <a:extLst xmlns:a="http://schemas.openxmlformats.org/drawingml/2006/main">
              <a:ext uri="{FF2B5EF4-FFF2-40B4-BE49-F238E27FC236}">
                <a16:creationId xmlns:a16="http://schemas.microsoft.com/office/drawing/2014/main" id="{7DAF4FDE-6299-41B4-B651-79645BF50288}"/>
              </a:ext>
            </a:extLst>
          </p:cNvPr>
          <p:cNvSpPr>
            <a:spLocks xmlns:a="http://schemas.openxmlformats.org/drawingml/2006/main" noGrp="1"/>
          </p:cNvSpPr>
          <p:nvPr/>
        </p:nvSpPr>
        <p:spPr>
          <a:xfrm xmlns:a="http://schemas.openxmlformats.org/drawingml/2006/main" rot="0" flipH="1" flipV="0">
            <a:off x="-10872986" y="4354775"/>
            <a:ext cx="35392" cy="0"/>
          </a:xfrm>
          <a:prstGeom xmlns:a="http://schemas.openxmlformats.org/drawingml/2006/main" prst="line">
            <a:avLst/>
          </a:prstGeom>
          <a:ln xmlns:a="http://schemas.openxmlformats.org/drawingml/2006/main" w="219075">
            <a:solidFill>
              <a:schemeClr val="accent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7" name="ZoneTexte 76">
            <a:extLst xmlns:a="http://schemas.openxmlformats.org/drawingml/2006/main">
              <a:ext uri="{FF2B5EF4-FFF2-40B4-BE49-F238E27FC236}">
                <a16:creationId xmlns:a16="http://schemas.microsoft.com/office/drawing/2014/main" id="{89BA7E64-F3CC-2590-46CB-558E502F11F8}"/>
              </a:ext>
            </a:extLst>
          </p:cNvPr>
          <p:cNvSpPr>
            <a:spLocks xmlns:a="http://schemas.openxmlformats.org/drawingml/2006/main" noGrp="1"/>
          </p:cNvSpPr>
          <p:nvPr/>
        </p:nvSpPr>
        <p:spPr>
          <a:xfrm xmlns:a="http://schemas.openxmlformats.org/drawingml/2006/main">
            <a:off x="579627" y="4151661"/>
            <a:ext cx="2789049" cy="11362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5"/>
              </a:spcAft>
            </a:pPr>
            <a:r>
              <a:rPr sz="1800" b="1">
                <a:solidFill>
                  <a:schemeClr val="accent3"/>
                </a:solidFill>
                <a:latin typeface="BNPPSans"/>
                <a:ea typeface="BNPPSans"/>
                <a:cs typeface="BNPPSans"/>
              </a:rPr>
              <a:t> Résultats</a:t>
            </a:r>
          </a:p>
          <a:p xmlns:a="http://schemas.openxmlformats.org/drawingml/2006/main">
            <a:r>
              <a:rPr sz="1100">
                <a:solidFill>
                  <a:srgbClr val="111515"/>
                </a:solidFill>
                <a:latin typeface="BNPPSans"/>
                <a:ea typeface="BNPPSans"/>
                <a:cs typeface="BNPPSans"/>
              </a:rPr>
              <a:t>Associations fortes, préférences probabilistes féminines et effets génératifs surtout grammaticaux.</a:t>
            </a:r>
          </a:p>
        </p:txBody>
      </p:sp>
      <p:sp>
        <p:nvSpPr>
          <p:cNvPr id="87" name="Arc 86">
            <a:extLst xmlns:a="http://schemas.openxmlformats.org/drawingml/2006/main">
              <a:ext uri="{FF2B5EF4-FFF2-40B4-BE49-F238E27FC236}">
                <a16:creationId xmlns:a16="http://schemas.microsoft.com/office/drawing/2014/main" id="{A11BE037-C8BB-8F72-803A-EDE936851F90}"/>
              </a:ext>
            </a:extLst>
          </p:cNvPr>
          <p:cNvSpPr>
            <a:spLocks xmlns:a="http://schemas.openxmlformats.org/drawingml/2006/main" noGrp="1"/>
          </p:cNvSpPr>
          <p:nvPr/>
        </p:nvSpPr>
        <p:spPr>
          <a:xfrm xmlns:a="http://schemas.openxmlformats.org/drawingml/2006/main">
            <a:off x="4658374" y="2116653"/>
            <a:ext cx="2875252" cy="2875252"/>
          </a:xfrm>
          <a:prstGeom xmlns:a="http://schemas.openxmlformats.org/drawingml/2006/main" prst="arc">
            <a:avLst>
              <a:gd name="adj1" fmla="val 18423969"/>
              <a:gd name="adj2" fmla="val 0"/>
            </a:avLst>
          </a:prstGeom>
          <a:ln xmlns:a="http://schemas.openxmlformats.org/drawingml/2006/main" w="244475"/>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1811201597"/>
      </p:ext>
    </p:extLst>
  </p:cSld>
</p:sld>
</file>

<file path=ppt/slides/slide2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66" name="Forme libre : forme 565">
            <a:extLst xmlns:a="http://schemas.openxmlformats.org/drawingml/2006/main">
              <a:ext uri="{FF2B5EF4-FFF2-40B4-BE49-F238E27FC236}">
                <a16:creationId xmlns:a16="http://schemas.microsoft.com/office/drawing/2014/main" id="{40BD4EFC-F66B-3780-1EED-DDFFCB546FD0}"/>
              </a:ext>
            </a:extLst>
          </p:cNvPr>
          <p:cNvSpPr>
            <a:spLocks xmlns:a="http://schemas.openxmlformats.org/drawingml/2006/main" noGrp="1"/>
          </p:cNvSpPr>
          <p:nvPr/>
        </p:nvSpPr>
        <p:spPr>
          <a:xfrm xmlns:a="http://schemas.openxmlformats.org/drawingml/2006/main" rot="0" flipH="0" flipV="0">
            <a:off x="11259577" y="6344630"/>
            <a:ext cx="67974" cy="17282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7" name="Forme libre : forme 566">
            <a:extLst xmlns:a="http://schemas.openxmlformats.org/drawingml/2006/main">
              <a:ext uri="{FF2B5EF4-FFF2-40B4-BE49-F238E27FC236}">
                <a16:creationId xmlns:a16="http://schemas.microsoft.com/office/drawing/2014/main" id="{D812B59D-883E-524E-C5E9-2B92464E5374}"/>
              </a:ext>
            </a:extLst>
          </p:cNvPr>
          <p:cNvSpPr>
            <a:spLocks xmlns:a="http://schemas.openxmlformats.org/drawingml/2006/main" noGrp="1"/>
          </p:cNvSpPr>
          <p:nvPr/>
        </p:nvSpPr>
        <p:spPr>
          <a:xfrm xmlns:a="http://schemas.openxmlformats.org/drawingml/2006/main" rot="0" flipH="0" flipV="0">
            <a:off x="11356269" y="6346059"/>
            <a:ext cx="17914" cy="30292"/>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8" name="Forme libre : forme 567">
            <a:extLst xmlns:a="http://schemas.openxmlformats.org/drawingml/2006/main">
              <a:ext uri="{FF2B5EF4-FFF2-40B4-BE49-F238E27FC236}">
                <a16:creationId xmlns:a16="http://schemas.microsoft.com/office/drawing/2014/main" id="{FBB60F63-E3DB-4D3C-0DD3-AF43227ED7CA}"/>
              </a:ext>
            </a:extLst>
          </p:cNvPr>
          <p:cNvSpPr>
            <a:spLocks xmlns:a="http://schemas.openxmlformats.org/drawingml/2006/main" noGrp="1"/>
          </p:cNvSpPr>
          <p:nvPr/>
        </p:nvSpPr>
        <p:spPr>
          <a:xfrm xmlns:a="http://schemas.openxmlformats.org/drawingml/2006/main" rot="0" flipH="0" flipV="0">
            <a:off x="11356269" y="6404255"/>
            <a:ext cx="17914" cy="11206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9" name="Forme libre : forme 568">
            <a:extLst xmlns:a="http://schemas.openxmlformats.org/drawingml/2006/main">
              <a:ext uri="{FF2B5EF4-FFF2-40B4-BE49-F238E27FC236}">
                <a16:creationId xmlns:a16="http://schemas.microsoft.com/office/drawing/2014/main" id="{CACA6B6D-CC52-3184-563E-B1AB496DAB31}"/>
              </a:ext>
            </a:extLst>
          </p:cNvPr>
          <p:cNvSpPr>
            <a:spLocks xmlns:a="http://schemas.openxmlformats.org/drawingml/2006/main" noGrp="1"/>
          </p:cNvSpPr>
          <p:nvPr/>
        </p:nvSpPr>
        <p:spPr>
          <a:xfrm xmlns:a="http://schemas.openxmlformats.org/drawingml/2006/main" rot="0" flipH="0" flipV="0">
            <a:off x="11417603" y="6365557"/>
            <a:ext cx="57721" cy="151045"/>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0" name="Forme libre : forme 569">
            <a:extLst xmlns:a="http://schemas.openxmlformats.org/drawingml/2006/main">
              <a:ext uri="{FF2B5EF4-FFF2-40B4-BE49-F238E27FC236}">
                <a16:creationId xmlns:a16="http://schemas.microsoft.com/office/drawing/2014/main" id="{1D8844C8-C6AD-D7A7-A18D-004CA1627F5D}"/>
              </a:ext>
            </a:extLst>
          </p:cNvPr>
          <p:cNvSpPr>
            <a:spLocks xmlns:a="http://schemas.openxmlformats.org/drawingml/2006/main" noGrp="1"/>
          </p:cNvSpPr>
          <p:nvPr/>
        </p:nvSpPr>
        <p:spPr>
          <a:xfrm xmlns:a="http://schemas.openxmlformats.org/drawingml/2006/main" rot="0" flipH="0" flipV="0">
            <a:off x="11502320" y="6365562"/>
            <a:ext cx="58005" cy="149043"/>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1" name="Forme libre : forme 570">
            <a:extLst xmlns:a="http://schemas.openxmlformats.org/drawingml/2006/main">
              <a:ext uri="{FF2B5EF4-FFF2-40B4-BE49-F238E27FC236}">
                <a16:creationId xmlns:a16="http://schemas.microsoft.com/office/drawing/2014/main" id="{3EE0736F-D691-DE5B-0D45-9B2C9F29E31A}"/>
              </a:ext>
            </a:extLst>
          </p:cNvPr>
          <p:cNvSpPr>
            <a:spLocks xmlns:a="http://schemas.openxmlformats.org/drawingml/2006/main" noGrp="1"/>
          </p:cNvSpPr>
          <p:nvPr/>
        </p:nvSpPr>
        <p:spPr>
          <a:xfrm xmlns:a="http://schemas.openxmlformats.org/drawingml/2006/main" rot="0" flipH="0" flipV="0">
            <a:off x="11275071" y="6260485"/>
            <a:ext cx="268706" cy="81038"/>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2" name="Forme libre : forme 571">
            <a:extLst xmlns:a="http://schemas.openxmlformats.org/drawingml/2006/main">
              <a:ext uri="{FF2B5EF4-FFF2-40B4-BE49-F238E27FC236}">
                <a16:creationId xmlns:a16="http://schemas.microsoft.com/office/drawing/2014/main" id="{B5183CEE-A365-961A-F883-6A8B5FC80EE8}"/>
              </a:ext>
            </a:extLst>
          </p:cNvPr>
          <p:cNvSpPr>
            <a:spLocks xmlns:a="http://schemas.openxmlformats.org/drawingml/2006/main" noGrp="1"/>
          </p:cNvSpPr>
          <p:nvPr/>
        </p:nvSpPr>
        <p:spPr>
          <a:xfrm xmlns:a="http://schemas.openxmlformats.org/drawingml/2006/main" rot="0" flipH="0" flipV="0">
            <a:off x="11282856" y="6540130"/>
            <a:ext cx="29592" cy="30736"/>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3" name="Forme libre : forme 572">
            <a:extLst xmlns:a="http://schemas.openxmlformats.org/drawingml/2006/main">
              <a:ext uri="{FF2B5EF4-FFF2-40B4-BE49-F238E27FC236}">
                <a16:creationId xmlns:a16="http://schemas.microsoft.com/office/drawing/2014/main" id="{72C4B3B4-FCAC-2B6F-4E77-A15558C1F4E0}"/>
              </a:ext>
            </a:extLst>
          </p:cNvPr>
          <p:cNvSpPr>
            <a:spLocks xmlns:a="http://schemas.openxmlformats.org/drawingml/2006/main" noGrp="1"/>
          </p:cNvSpPr>
          <p:nvPr/>
        </p:nvSpPr>
        <p:spPr>
          <a:xfrm xmlns:a="http://schemas.openxmlformats.org/drawingml/2006/main" rot="0" flipH="0" flipV="0">
            <a:off x="11316053" y="6561262"/>
            <a:ext cx="21628" cy="25319"/>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4" name="Forme libre : forme 573">
            <a:extLst xmlns:a="http://schemas.openxmlformats.org/drawingml/2006/main">
              <a:ext uri="{FF2B5EF4-FFF2-40B4-BE49-F238E27FC236}">
                <a16:creationId xmlns:a16="http://schemas.microsoft.com/office/drawing/2014/main" id="{39B18F47-5532-7A1D-C525-F8B584F384D7}"/>
              </a:ext>
            </a:extLst>
          </p:cNvPr>
          <p:cNvSpPr>
            <a:spLocks xmlns:a="http://schemas.openxmlformats.org/drawingml/2006/main" noGrp="1"/>
          </p:cNvSpPr>
          <p:nvPr/>
        </p:nvSpPr>
        <p:spPr>
          <a:xfrm xmlns:a="http://schemas.openxmlformats.org/drawingml/2006/main" rot="0" flipH="0" flipV="0">
            <a:off x="11337686" y="6570797"/>
            <a:ext cx="24496" cy="28315"/>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5" name="Forme libre : forme 574">
            <a:extLst xmlns:a="http://schemas.openxmlformats.org/drawingml/2006/main">
              <a:ext uri="{FF2B5EF4-FFF2-40B4-BE49-F238E27FC236}">
                <a16:creationId xmlns:a16="http://schemas.microsoft.com/office/drawing/2014/main" id="{3DAD7543-E743-D408-5D7F-0D7209D170E3}"/>
              </a:ext>
            </a:extLst>
          </p:cNvPr>
          <p:cNvSpPr>
            <a:spLocks xmlns:a="http://schemas.openxmlformats.org/drawingml/2006/main" noGrp="1"/>
          </p:cNvSpPr>
          <p:nvPr/>
        </p:nvSpPr>
        <p:spPr>
          <a:xfrm xmlns:a="http://schemas.openxmlformats.org/drawingml/2006/main" rot="0" flipH="0" flipV="0">
            <a:off x="11364804" y="6578907"/>
            <a:ext cx="17886" cy="239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6" name="Forme libre : forme 575">
            <a:extLst xmlns:a="http://schemas.openxmlformats.org/drawingml/2006/main">
              <a:ext uri="{FF2B5EF4-FFF2-40B4-BE49-F238E27FC236}">
                <a16:creationId xmlns:a16="http://schemas.microsoft.com/office/drawing/2014/main" id="{3678E8E0-CDEA-1AC8-3E1E-2217FC41FAAA}"/>
              </a:ext>
            </a:extLst>
          </p:cNvPr>
          <p:cNvSpPr>
            <a:spLocks xmlns:a="http://schemas.openxmlformats.org/drawingml/2006/main" noGrp="1"/>
          </p:cNvSpPr>
          <p:nvPr/>
        </p:nvSpPr>
        <p:spPr>
          <a:xfrm xmlns:a="http://schemas.openxmlformats.org/drawingml/2006/main" rot="0" flipH="0" flipV="0">
            <a:off x="11401288" y="6583053"/>
            <a:ext cx="14855" cy="2431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7" name="Forme libre : forme 576">
            <a:extLst xmlns:a="http://schemas.openxmlformats.org/drawingml/2006/main">
              <a:ext uri="{FF2B5EF4-FFF2-40B4-BE49-F238E27FC236}">
                <a16:creationId xmlns:a16="http://schemas.microsoft.com/office/drawing/2014/main" id="{CF728232-C8CA-8C07-9CBC-02403CFE387C}"/>
              </a:ext>
            </a:extLst>
          </p:cNvPr>
          <p:cNvSpPr>
            <a:spLocks xmlns:a="http://schemas.openxmlformats.org/drawingml/2006/main" noGrp="1"/>
          </p:cNvSpPr>
          <p:nvPr/>
        </p:nvSpPr>
        <p:spPr>
          <a:xfrm xmlns:a="http://schemas.openxmlformats.org/drawingml/2006/main" rot="0" flipH="0" flipV="0">
            <a:off x="11420849" y="6581589"/>
            <a:ext cx="18172" cy="25217"/>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8" name="Forme libre : forme 577">
            <a:extLst xmlns:a="http://schemas.openxmlformats.org/drawingml/2006/main">
              <a:ext uri="{FF2B5EF4-FFF2-40B4-BE49-F238E27FC236}">
                <a16:creationId xmlns:a16="http://schemas.microsoft.com/office/drawing/2014/main" id="{1DF9F6DC-91C4-CFE2-6BC9-E1584F8A33BB}"/>
              </a:ext>
            </a:extLst>
          </p:cNvPr>
          <p:cNvSpPr>
            <a:spLocks xmlns:a="http://schemas.openxmlformats.org/drawingml/2006/main" noGrp="1"/>
          </p:cNvSpPr>
          <p:nvPr/>
        </p:nvSpPr>
        <p:spPr>
          <a:xfrm xmlns:a="http://schemas.openxmlformats.org/drawingml/2006/main" rot="0" flipH="0" flipV="0">
            <a:off x="11441077" y="6576960"/>
            <a:ext cx="20258" cy="25375"/>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9" name="Forme libre : forme 578">
            <a:extLst xmlns:a="http://schemas.openxmlformats.org/drawingml/2006/main">
              <a:ext uri="{FF2B5EF4-FFF2-40B4-BE49-F238E27FC236}">
                <a16:creationId xmlns:a16="http://schemas.microsoft.com/office/drawing/2014/main" id="{ECB6B75E-725A-30F4-23A7-7F46C621993B}"/>
              </a:ext>
            </a:extLst>
          </p:cNvPr>
          <p:cNvSpPr>
            <a:spLocks xmlns:a="http://schemas.openxmlformats.org/drawingml/2006/main" noGrp="1"/>
          </p:cNvSpPr>
          <p:nvPr/>
        </p:nvSpPr>
        <p:spPr>
          <a:xfrm xmlns:a="http://schemas.openxmlformats.org/drawingml/2006/main" rot="0" flipH="0" flipV="0">
            <a:off x="11461685" y="6571724"/>
            <a:ext cx="11736" cy="23127"/>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0" name="Forme libre : forme 579">
            <a:extLst xmlns:a="http://schemas.openxmlformats.org/drawingml/2006/main">
              <a:ext uri="{FF2B5EF4-FFF2-40B4-BE49-F238E27FC236}">
                <a16:creationId xmlns:a16="http://schemas.microsoft.com/office/drawing/2014/main" id="{28886D7A-9B4E-D1AC-8A2A-12CB6C04BCEF}"/>
              </a:ext>
            </a:extLst>
          </p:cNvPr>
          <p:cNvSpPr>
            <a:spLocks xmlns:a="http://schemas.openxmlformats.org/drawingml/2006/main" noGrp="1"/>
          </p:cNvSpPr>
          <p:nvPr/>
        </p:nvSpPr>
        <p:spPr>
          <a:xfrm xmlns:a="http://schemas.openxmlformats.org/drawingml/2006/main" rot="0" flipH="0" flipV="0">
            <a:off x="11472448" y="6563768"/>
            <a:ext cx="21781" cy="2523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1" name="Forme libre : forme 580">
            <a:extLst xmlns:a="http://schemas.openxmlformats.org/drawingml/2006/main">
              <a:ext uri="{FF2B5EF4-FFF2-40B4-BE49-F238E27FC236}">
                <a16:creationId xmlns:a16="http://schemas.microsoft.com/office/drawing/2014/main" id="{8F95747A-2A6D-B421-C656-8F85E156940F}"/>
              </a:ext>
            </a:extLst>
          </p:cNvPr>
          <p:cNvSpPr>
            <a:spLocks xmlns:a="http://schemas.openxmlformats.org/drawingml/2006/main" noGrp="1"/>
          </p:cNvSpPr>
          <p:nvPr/>
        </p:nvSpPr>
        <p:spPr>
          <a:xfrm xmlns:a="http://schemas.openxmlformats.org/drawingml/2006/main" rot="0" flipH="0" flipV="0">
            <a:off x="11493751" y="6553472"/>
            <a:ext cx="22599" cy="25317"/>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2" name="Forme libre : forme 581">
            <a:extLst xmlns:a="http://schemas.openxmlformats.org/drawingml/2006/main">
              <a:ext uri="{FF2B5EF4-FFF2-40B4-BE49-F238E27FC236}">
                <a16:creationId xmlns:a16="http://schemas.microsoft.com/office/drawing/2014/main" id="{AA5DCF51-59C3-0884-CEC7-B0CDF7089731}"/>
              </a:ext>
            </a:extLst>
          </p:cNvPr>
          <p:cNvSpPr>
            <a:spLocks xmlns:a="http://schemas.openxmlformats.org/drawingml/2006/main" noGrp="1"/>
          </p:cNvSpPr>
          <p:nvPr/>
        </p:nvSpPr>
        <p:spPr>
          <a:xfrm xmlns:a="http://schemas.openxmlformats.org/drawingml/2006/main" rot="0" flipH="0" flipV="0">
            <a:off x="11507778" y="6538611"/>
            <a:ext cx="22480" cy="23560"/>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610" name="Image 582"/>
          <p:cNvPicPr>
            <a:picLocks xmlns:a="http://schemas.openxmlformats.org/drawingml/2006/main" noChangeAspect="1"/>
          </p:cNvPicPr>
          <p:nvPr/>
        </p:nvPicPr>
        <p:blipFill>
          <a:blip xmlns:r="http://schemas.openxmlformats.org/officeDocument/2006/relationships" xmlns:a="http://schemas.openxmlformats.org/drawingml/2006/main" r:embed="R77252dd6c0fb4cbf"/>
          <a:stretch xmlns:a="http://schemas.openxmlformats.org/drawingml/2006/main">
            <a:fillRect l="0" t="0" r="0" b="0"/>
          </a:stretch>
        </p:blipFill>
        <p:spPr>
          <a:xfrm xmlns:a="http://schemas.openxmlformats.org/drawingml/2006/main">
            <a:off x="634998" y="6254748"/>
            <a:ext cx="1707867" cy="353841"/>
          </a:xfrm>
          <a:prstGeom xmlns:a="http://schemas.openxmlformats.org/drawingml/2006/main" prst="rect">
            <a:avLst/>
          </a:prstGeom>
        </p:spPr>
      </p:pic>
      <p:sp>
        <p:nvSpPr>
          <p:cNvPr id="584" name="ZoneTexte 583">
            <a:extLst xmlns:a="http://schemas.openxmlformats.org/drawingml/2006/main">
              <a:ext uri="{FF2B5EF4-FFF2-40B4-BE49-F238E27FC236}">
                <a16:creationId xmlns:a16="http://schemas.microsoft.com/office/drawing/2014/main" id="{02F3D752-49D8-D50E-5625-09150BE49BEC}"/>
              </a:ext>
            </a:extLst>
          </p:cNvPr>
          <p:cNvSpPr>
            <a:spLocks xmlns:a="http://schemas.openxmlformats.org/drawingml/2006/main" noGrp="1"/>
          </p:cNvSpPr>
          <p:nvPr/>
        </p:nvSpPr>
        <p:spPr>
          <a:xfrm xmlns:a="http://schemas.openxmlformats.org/drawingml/2006/main">
            <a:off x="10585376" y="6383351"/>
            <a:ext cx="452047" cy="107722"/>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lgn="r">
              <a:buNone/>
            </a:pPr>
            <a:r>
              <a:rPr sz="700"/>
              <a:t/>
            </a:r>
          </a:p>
        </p:txBody>
      </p:sp>
      <p:sp>
        <p:nvSpPr>
          <p:cNvPr id="585" name="ZoneTexte 584">
            <a:extLst xmlns:a="http://schemas.openxmlformats.org/drawingml/2006/main">
              <a:ext uri="{FF2B5EF4-FFF2-40B4-BE49-F238E27FC236}">
                <a16:creationId xmlns:a16="http://schemas.microsoft.com/office/drawing/2014/main" id="{69FB15D0-A073-CC89-E4CE-A3CC6FE55C49}"/>
              </a:ext>
            </a:extLst>
          </p:cNvPr>
          <p:cNvSpPr>
            <a:spLocks xmlns:a="http://schemas.openxmlformats.org/drawingml/2006/main" noGrp="1"/>
          </p:cNvSpPr>
          <p:nvPr/>
        </p:nvSpPr>
        <p:spPr>
          <a:xfrm xmlns:a="http://schemas.openxmlformats.org/drawingml/2006/main">
            <a:off x="9186319" y="6383351"/>
            <a:ext cx="1261563" cy="107722"/>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lgn="ctr">
              <a:buNone/>
            </a:pPr>
            <a:r>
              <a:rPr sz="700"/>
              <a:t/>
            </a:r>
          </a:p>
        </p:txBody>
      </p:sp>
      <p:sp>
        <p:nvSpPr>
          <p:cNvPr id="586" name="ZoneTexte 585">
            <a:extLst xmlns:a="http://schemas.openxmlformats.org/drawingml/2006/main">
              <a:ext uri="{FF2B5EF4-FFF2-40B4-BE49-F238E27FC236}">
                <a16:creationId xmlns:a16="http://schemas.microsoft.com/office/drawing/2014/main" id="{E12DBC17-B77E-3098-71E7-629DFB0A097F}"/>
              </a:ext>
            </a:extLst>
          </p:cNvPr>
          <p:cNvSpPr>
            <a:spLocks xmlns:a="http://schemas.openxmlformats.org/drawingml/2006/main" noGrp="1"/>
          </p:cNvSpPr>
          <p:nvPr/>
        </p:nvSpPr>
        <p:spPr>
          <a:xfrm xmlns:a="http://schemas.openxmlformats.org/drawingml/2006/main">
            <a:off x="6046307" y="6383351"/>
            <a:ext cx="99387" cy="107722"/>
          </a:xfrm>
          <a:prstGeom xmlns:a="http://schemas.openxmlformats.org/drawingml/2006/main" prst="rect">
            <a:avLst/>
          </a:prstGeom>
          <a:noFill xmlns:a="http://schemas.openxmlformats.org/drawingml/2006/main"/>
        </p:spPr>
        <p:txBody>
          <a:bodyPr xmlns:a="http://schemas.openxmlformats.org/drawingml/2006/main" wrap="none" lIns="0" tIns="0" rIns="0" bIns="0" anchor="ctr">
            <a:spAutoFit/>
          </a:bodyPr>
          <a:lstStyle xmlns:a="http://schemas.openxmlformats.org/drawingml/2006/main"/>
          <a:p xmlns:a="http://schemas.openxmlformats.org/drawingml/2006/main">
            <a:pPr algn="ctr">
              <a:buNone/>
            </a:pPr>
            <a:r>
              <a:rPr sz="700"/>
              <a:t/>
            </a:r>
          </a:p>
        </p:txBody>
      </p:sp>
      <p:sp>
        <p:nvSpPr>
          <p:cNvPr id="587" name="Espace réservé de la date 586">
            <a:extLst xmlns:a="http://schemas.openxmlformats.org/drawingml/2006/main">
              <a:ext uri="{FF2B5EF4-FFF2-40B4-BE49-F238E27FC236}">
                <a16:creationId xmlns:a16="http://schemas.microsoft.com/office/drawing/2014/main" id="{9E5CC38C-63FD-2DBB-424A-729A3E6AC6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90AD05-ABA1-A636-9061-1F5B5E83D3C9}" type="datetime1">
              <a:t>30/08/2026</a:t>
            </a:fld>
            <a:endParaRPr/>
          </a:p>
        </p:txBody>
      </p:sp>
      <p:sp>
        <p:nvSpPr>
          <p:cNvPr id="588" name="Espace réservé du pied de page 587">
            <a:extLst xmlns:a="http://schemas.openxmlformats.org/drawingml/2006/main">
              <a:ext uri="{FF2B5EF4-FFF2-40B4-BE49-F238E27FC236}">
                <a16:creationId xmlns:a16="http://schemas.microsoft.com/office/drawing/2014/main" id="{6F0E50ED-0487-6FBA-DB8B-60B955145B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a:t>
            </a:r>
          </a:p>
        </p:txBody>
      </p:sp>
      <p:sp>
        <p:nvSpPr>
          <p:cNvPr id="589" name="Espace réservé du numéro de diapositive 588">
            <a:extLst xmlns:a="http://schemas.openxmlformats.org/drawingml/2006/main">
              <a:ext uri="{FF2B5EF4-FFF2-40B4-BE49-F238E27FC236}">
                <a16:creationId xmlns:a16="http://schemas.microsoft.com/office/drawing/2014/main" id="{770D3798-3346-8C0C-FA50-C3E0DC3EE7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A59AF09-D197-0193-A7DE-FAAF0B691058}" type="slidenum">
              <a:t>24</a:t>
            </a:fld>
            <a:endParaRPr/>
          </a:p>
        </p:txBody>
      </p:sp>
      <p:pic>
        <p:nvPicPr>
          <p:cNvPr id="617" name="Graphique 11"/>
          <p:cNvPicPr>
            <a:picLocks xmlns:a="http://schemas.openxmlformats.org/drawingml/2006/main" noChangeAspect="1"/>
          </p:cNvPicPr>
          <p:nvPr/>
        </p:nvPicPr>
        <p:blipFill>
          <a:blip xmlns:r="http://schemas.openxmlformats.org/officeDocument/2006/relationships" xmlns:a="http://schemas.openxmlformats.org/drawingml/2006/main" r:embed="Rc73cbd12efa04e95">
            <a:extLst>
              <a:ext uri="{96DAC541-7B7A-43D3-8B79-37D633B846F1}">
                <asvg:svgBlip xmlns:asvg="http://schemas.microsoft.com/office/drawing/2016/SVG/main" r:embed="Ref730c78ce8845b5"/>
              </a:ext>
            </a:extLst>
          </a:blip>
          <a:stretch xmlns:a="http://schemas.openxmlformats.org/drawingml/2006/main">
            <a:fillRect l="0" t="0" r="0" b="0"/>
          </a:stretch>
        </p:blipFill>
        <p:spPr>
          <a:xfrm xmlns:a="http://schemas.openxmlformats.org/drawingml/2006/main" rot="16200000" flipH="0" flipV="0">
            <a:off x="4443254" y="2694292"/>
            <a:ext cx="3201569" cy="962878"/>
          </a:xfrm>
          <a:prstGeom xmlns:a="http://schemas.openxmlformats.org/drawingml/2006/main" prst="rect">
            <a:avLst/>
          </a:prstGeom>
        </p:spPr>
      </p:pic>
      <p:pic>
        <p:nvPicPr>
          <p:cNvPr id="618" name="Graphique 12"/>
          <p:cNvPicPr>
            <a:picLocks xmlns:a="http://schemas.openxmlformats.org/drawingml/2006/main" noChangeAspect="1"/>
          </p:cNvPicPr>
          <p:nvPr/>
        </p:nvPicPr>
        <p:blipFill>
          <a:blip xmlns:r="http://schemas.openxmlformats.org/officeDocument/2006/relationships" xmlns:a="http://schemas.openxmlformats.org/drawingml/2006/main" r:embed="Rc73cbd12efa04e95">
            <a:extLst>
              <a:ext uri="{96DAC541-7B7A-43D3-8B79-37D633B846F1}">
                <asvg:svgBlip xmlns:asvg="http://schemas.microsoft.com/office/drawing/2016/SVG/main" r:embed="Ref730c78ce8845b5"/>
              </a:ext>
            </a:extLst>
          </a:blip>
          <a:stretch xmlns:a="http://schemas.openxmlformats.org/drawingml/2006/main">
            <a:fillRect l="0" t="0" r="0" b="0"/>
          </a:stretch>
        </p:blipFill>
        <p:spPr>
          <a:xfrm xmlns:a="http://schemas.openxmlformats.org/drawingml/2006/main" rot="5400000" flipH="1" flipV="0">
            <a:off x="9106474" y="2694293"/>
            <a:ext cx="3201569" cy="962878"/>
          </a:xfrm>
          <a:prstGeom xmlns:a="http://schemas.openxmlformats.org/drawingml/2006/main" prst="rect">
            <a:avLst/>
          </a:prstGeom>
        </p:spPr>
      </p:pic>
      <p:sp>
        <p:nvSpPr>
          <p:cNvPr id="14" name="ZoneTexte 13">
            <a:extLst xmlns:a="http://schemas.openxmlformats.org/drawingml/2006/main">
              <a:ext uri="{FF2B5EF4-FFF2-40B4-BE49-F238E27FC236}">
                <a16:creationId xmlns:a16="http://schemas.microsoft.com/office/drawing/2014/main" id="{EE1BFE88-D091-9958-56B8-45BE018B327B}"/>
              </a:ext>
            </a:extLst>
          </p:cNvPr>
          <p:cNvSpPr>
            <a:spLocks xmlns:a="http://schemas.openxmlformats.org/drawingml/2006/main" noGrp="1"/>
          </p:cNvSpPr>
          <p:nvPr/>
        </p:nvSpPr>
        <p:spPr>
          <a:xfrm xmlns:a="http://schemas.openxmlformats.org/drawingml/2006/main" rot="0" flipH="0" flipV="0">
            <a:off x="6613272" y="2504778"/>
            <a:ext cx="3524756" cy="134190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lnSpc>
                <a:spcPct val="90000"/>
              </a:lnSpc>
              <a:buNone/>
            </a:pPr>
            <a:r>
              <a:rPr sz="3200" b="1">
                <a:latin typeface="BNPPSans"/>
                <a:ea typeface="BNPPSans"/>
                <a:cs typeface="BNPPSans"/>
              </a:rPr>
              <a:t>MERCI</a:t>
            </a:r>
            <a:endParaRPr sz="3200">
              <a:latin typeface="BNPPSans"/>
              <a:ea typeface="BNPPSans"/>
              <a:cs typeface="BNPPSans"/>
            </a:endParaRPr>
          </a:p>
          <a:p xmlns:a="http://schemas.openxmlformats.org/drawingml/2006/main">
            <a:pPr algn="ctr">
              <a:lnSpc>
                <a:spcPct val="90000"/>
              </a:lnSpc>
              <a:buNone/>
            </a:pPr>
            <a:r>
              <a:rPr sz="3200" b="1">
                <a:latin typeface="BNPPSans"/>
                <a:ea typeface="BNPPSans"/>
                <a:cs typeface="BNPPSans"/>
              </a:rPr>
              <a:t>QUESTIONS &amp; ÉCHANGES</a:t>
            </a:r>
            <a:endParaRPr sz="3200">
              <a:latin typeface="BNPPSans"/>
              <a:ea typeface="BNPPSans"/>
              <a:cs typeface="BNPPSans"/>
            </a:endParaRPr>
          </a:p>
        </p:txBody>
      </p:sp>
      <p:sp>
        <p:nvSpPr>
          <p:cNvPr id="22" name="Forme libre : forme 21">
            <a:extLst xmlns:a="http://schemas.openxmlformats.org/drawingml/2006/main">
              <a:ext uri="{FF2B5EF4-FFF2-40B4-BE49-F238E27FC236}">
                <a16:creationId xmlns:a16="http://schemas.microsoft.com/office/drawing/2014/main" id="{3229790B-4CD8-3DA4-4B86-7DB102EAF410}"/>
              </a:ext>
            </a:extLst>
          </p:cNvPr>
          <p:cNvSpPr>
            <a:spLocks xmlns:a="http://schemas.openxmlformats.org/drawingml/2006/main" noGrp="1"/>
          </p:cNvSpPr>
          <p:nvPr/>
        </p:nvSpPr>
        <p:spPr>
          <a:xfrm xmlns:a="http://schemas.openxmlformats.org/drawingml/2006/main" rot="0" flipH="0" flipV="0">
            <a:off x="1091720" y="2410027"/>
            <a:ext cx="469529" cy="1193809"/>
          </a:xfrm>
          <a:custGeom xmlns:a="http://schemas.openxmlformats.org/drawingml/2006/main">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3" name="Forme libre : forme 22">
            <a:extLst xmlns:a="http://schemas.openxmlformats.org/drawingml/2006/main">
              <a:ext uri="{FF2B5EF4-FFF2-40B4-BE49-F238E27FC236}">
                <a16:creationId xmlns:a16="http://schemas.microsoft.com/office/drawing/2014/main" id="{6D757BBF-892B-BD0E-0389-8F707DBEC7B9}"/>
              </a:ext>
            </a:extLst>
          </p:cNvPr>
          <p:cNvSpPr>
            <a:spLocks xmlns:a="http://schemas.openxmlformats.org/drawingml/2006/main" noGrp="1"/>
          </p:cNvSpPr>
          <p:nvPr/>
        </p:nvSpPr>
        <p:spPr>
          <a:xfrm xmlns:a="http://schemas.openxmlformats.org/drawingml/2006/main" rot="0" flipH="0" flipV="0">
            <a:off x="1759621" y="2419895"/>
            <a:ext cx="123743" cy="209244"/>
          </a:xfrm>
          <a:custGeom xmlns:a="http://schemas.openxmlformats.org/drawingml/2006/main">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4" name="Forme libre : forme 23">
            <a:extLst xmlns:a="http://schemas.openxmlformats.org/drawingml/2006/main">
              <a:ext uri="{FF2B5EF4-FFF2-40B4-BE49-F238E27FC236}">
                <a16:creationId xmlns:a16="http://schemas.microsoft.com/office/drawing/2014/main" id="{2187BD1A-1099-02C6-67AF-54FCF53D57D0}"/>
              </a:ext>
            </a:extLst>
          </p:cNvPr>
          <p:cNvSpPr>
            <a:spLocks xmlns:a="http://schemas.openxmlformats.org/drawingml/2006/main" noGrp="1"/>
          </p:cNvSpPr>
          <p:nvPr/>
        </p:nvSpPr>
        <p:spPr>
          <a:xfrm xmlns:a="http://schemas.openxmlformats.org/drawingml/2006/main" rot="0" flipH="0" flipV="0">
            <a:off x="1759621" y="2821883"/>
            <a:ext cx="123743" cy="774073"/>
          </a:xfrm>
          <a:custGeom xmlns:a="http://schemas.openxmlformats.org/drawingml/2006/main">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5" name="Forme libre : forme 24">
            <a:extLst xmlns:a="http://schemas.openxmlformats.org/drawingml/2006/main">
              <a:ext uri="{FF2B5EF4-FFF2-40B4-BE49-F238E27FC236}">
                <a16:creationId xmlns:a16="http://schemas.microsoft.com/office/drawing/2014/main" id="{7F6EA081-819E-32DD-4E28-70BB01DC0ADC}"/>
              </a:ext>
            </a:extLst>
          </p:cNvPr>
          <p:cNvSpPr>
            <a:spLocks xmlns:a="http://schemas.openxmlformats.org/drawingml/2006/main" noGrp="1"/>
          </p:cNvSpPr>
          <p:nvPr/>
        </p:nvSpPr>
        <p:spPr>
          <a:xfrm xmlns:a="http://schemas.openxmlformats.org/drawingml/2006/main" rot="0" flipH="0" flipV="0">
            <a:off x="2183279" y="2554579"/>
            <a:ext cx="398709" cy="1043336"/>
          </a:xfrm>
          <a:custGeom xmlns:a="http://schemas.openxmlformats.org/drawingml/2006/main">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6" name="Forme libre : forme 25">
            <a:extLst xmlns:a="http://schemas.openxmlformats.org/drawingml/2006/main">
              <a:ext uri="{FF2B5EF4-FFF2-40B4-BE49-F238E27FC236}">
                <a16:creationId xmlns:a16="http://schemas.microsoft.com/office/drawing/2014/main" id="{4C2F574A-455B-8121-39D1-AFA6B24AEA64}"/>
              </a:ext>
            </a:extLst>
          </p:cNvPr>
          <p:cNvSpPr>
            <a:spLocks xmlns:a="http://schemas.openxmlformats.org/drawingml/2006/main" noGrp="1"/>
          </p:cNvSpPr>
          <p:nvPr/>
        </p:nvSpPr>
        <p:spPr>
          <a:xfrm xmlns:a="http://schemas.openxmlformats.org/drawingml/2006/main" rot="0" flipH="0" flipV="0">
            <a:off x="2768461" y="2554615"/>
            <a:ext cx="400670" cy="1029507"/>
          </a:xfrm>
          <a:custGeom xmlns:a="http://schemas.openxmlformats.org/drawingml/2006/main">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7" name="Forme libre : forme 26">
            <a:extLst xmlns:a="http://schemas.openxmlformats.org/drawingml/2006/main">
              <a:ext uri="{FF2B5EF4-FFF2-40B4-BE49-F238E27FC236}">
                <a16:creationId xmlns:a16="http://schemas.microsoft.com/office/drawing/2014/main" id="{FD138621-F6E6-6134-66B6-D0118A44AF21}"/>
              </a:ext>
            </a:extLst>
          </p:cNvPr>
          <p:cNvSpPr>
            <a:spLocks xmlns:a="http://schemas.openxmlformats.org/drawingml/2006/main" noGrp="1"/>
          </p:cNvSpPr>
          <p:nvPr/>
        </p:nvSpPr>
        <p:spPr>
          <a:xfrm xmlns:a="http://schemas.openxmlformats.org/drawingml/2006/main" rot="0" flipH="0" flipV="0">
            <a:off x="1198748" y="1828799"/>
            <a:ext cx="1856079" cy="559767"/>
          </a:xfrm>
          <a:custGeom xmlns:a="http://schemas.openxmlformats.org/drawingml/2006/main">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8" name="Forme libre : forme 27">
            <a:extLst xmlns:a="http://schemas.openxmlformats.org/drawingml/2006/main">
              <a:ext uri="{FF2B5EF4-FFF2-40B4-BE49-F238E27FC236}">
                <a16:creationId xmlns:a16="http://schemas.microsoft.com/office/drawing/2014/main" id="{4235C1F8-6541-0656-2626-1670CED03810}"/>
              </a:ext>
            </a:extLst>
          </p:cNvPr>
          <p:cNvSpPr>
            <a:spLocks xmlns:a="http://schemas.openxmlformats.org/drawingml/2006/main" noGrp="1"/>
          </p:cNvSpPr>
          <p:nvPr/>
        </p:nvSpPr>
        <p:spPr>
          <a:xfrm xmlns:a="http://schemas.openxmlformats.org/drawingml/2006/main" rot="0" flipH="0" flipV="0">
            <a:off x="1252519" y="3760431"/>
            <a:ext cx="204409" cy="212310"/>
          </a:xfrm>
          <a:custGeom xmlns:a="http://schemas.openxmlformats.org/drawingml/2006/main">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9" name="Forme libre : forme 28">
            <a:extLst xmlns:a="http://schemas.openxmlformats.org/drawingml/2006/main">
              <a:ext uri="{FF2B5EF4-FFF2-40B4-BE49-F238E27FC236}">
                <a16:creationId xmlns:a16="http://schemas.microsoft.com/office/drawing/2014/main" id="{4764F804-7627-AC61-1A54-9B2EB70BEBEE}"/>
              </a:ext>
            </a:extLst>
          </p:cNvPr>
          <p:cNvSpPr>
            <a:spLocks xmlns:a="http://schemas.openxmlformats.org/drawingml/2006/main" noGrp="1"/>
          </p:cNvSpPr>
          <p:nvPr/>
        </p:nvSpPr>
        <p:spPr>
          <a:xfrm xmlns:a="http://schemas.openxmlformats.org/drawingml/2006/main" rot="0" flipH="0" flipV="0">
            <a:off x="1481831" y="3906397"/>
            <a:ext cx="149401" cy="174891"/>
          </a:xfrm>
          <a:custGeom xmlns:a="http://schemas.openxmlformats.org/drawingml/2006/main">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0" name="Forme libre : forme 29">
            <a:extLst xmlns:a="http://schemas.openxmlformats.org/drawingml/2006/main">
              <a:ext uri="{FF2B5EF4-FFF2-40B4-BE49-F238E27FC236}">
                <a16:creationId xmlns:a16="http://schemas.microsoft.com/office/drawing/2014/main" id="{2D1DC76B-3ED0-343D-65A2-E8C07065D63E}"/>
              </a:ext>
            </a:extLst>
          </p:cNvPr>
          <p:cNvSpPr>
            <a:spLocks xmlns:a="http://schemas.openxmlformats.org/drawingml/2006/main" noGrp="1"/>
          </p:cNvSpPr>
          <p:nvPr/>
        </p:nvSpPr>
        <p:spPr>
          <a:xfrm xmlns:a="http://schemas.openxmlformats.org/drawingml/2006/main" rot="0" flipH="0" flipV="0">
            <a:off x="1631258" y="3972260"/>
            <a:ext cx="169207" cy="195590"/>
          </a:xfrm>
          <a:custGeom xmlns:a="http://schemas.openxmlformats.org/drawingml/2006/main">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1" name="Forme libre : forme 30">
            <a:extLst xmlns:a="http://schemas.openxmlformats.org/drawingml/2006/main">
              <a:ext uri="{FF2B5EF4-FFF2-40B4-BE49-F238E27FC236}">
                <a16:creationId xmlns:a16="http://schemas.microsoft.com/office/drawing/2014/main" id="{9CCE5870-E050-D65C-89A4-BBCB45E3005E}"/>
              </a:ext>
            </a:extLst>
          </p:cNvPr>
          <p:cNvSpPr>
            <a:spLocks xmlns:a="http://schemas.openxmlformats.org/drawingml/2006/main" noGrp="1"/>
          </p:cNvSpPr>
          <p:nvPr/>
        </p:nvSpPr>
        <p:spPr>
          <a:xfrm xmlns:a="http://schemas.openxmlformats.org/drawingml/2006/main" rot="0" flipH="0" flipV="0">
            <a:off x="1818573" y="4028279"/>
            <a:ext cx="123549" cy="165102"/>
          </a:xfrm>
          <a:custGeom xmlns:a="http://schemas.openxmlformats.org/drawingml/2006/main">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2" name="Forme libre : forme 31">
            <a:extLst xmlns:a="http://schemas.openxmlformats.org/drawingml/2006/main">
              <a:ext uri="{FF2B5EF4-FFF2-40B4-BE49-F238E27FC236}">
                <a16:creationId xmlns:a16="http://schemas.microsoft.com/office/drawing/2014/main" id="{7489570F-0C10-E73C-A6A1-A2480A4A24AC}"/>
              </a:ext>
            </a:extLst>
          </p:cNvPr>
          <p:cNvSpPr>
            <a:spLocks xmlns:a="http://schemas.openxmlformats.org/drawingml/2006/main" noGrp="1"/>
          </p:cNvSpPr>
          <p:nvPr/>
        </p:nvSpPr>
        <p:spPr>
          <a:xfrm xmlns:a="http://schemas.openxmlformats.org/drawingml/2006/main" rot="0" flipH="0" flipV="0">
            <a:off x="2070584" y="4056923"/>
            <a:ext cx="102612" cy="167943"/>
          </a:xfrm>
          <a:custGeom xmlns:a="http://schemas.openxmlformats.org/drawingml/2006/main">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orme libre : forme 32">
            <a:extLst xmlns:a="http://schemas.openxmlformats.org/drawingml/2006/main">
              <a:ext uri="{FF2B5EF4-FFF2-40B4-BE49-F238E27FC236}">
                <a16:creationId xmlns:a16="http://schemas.microsoft.com/office/drawing/2014/main" id="{51855CBD-9C8C-BD97-BF25-4CDEC17EA61B}"/>
              </a:ext>
            </a:extLst>
          </p:cNvPr>
          <p:cNvSpPr>
            <a:spLocks xmlns:a="http://schemas.openxmlformats.org/drawingml/2006/main" noGrp="1"/>
          </p:cNvSpPr>
          <p:nvPr/>
        </p:nvSpPr>
        <p:spPr>
          <a:xfrm xmlns:a="http://schemas.openxmlformats.org/drawingml/2006/main" rot="0" flipH="0" flipV="0">
            <a:off x="2205702" y="4046807"/>
            <a:ext cx="125526" cy="174184"/>
          </a:xfrm>
          <a:custGeom xmlns:a="http://schemas.openxmlformats.org/drawingml/2006/main">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Forme libre : forme 33">
            <a:extLst xmlns:a="http://schemas.openxmlformats.org/drawingml/2006/main">
              <a:ext uri="{FF2B5EF4-FFF2-40B4-BE49-F238E27FC236}">
                <a16:creationId xmlns:a16="http://schemas.microsoft.com/office/drawing/2014/main" id="{B23A9DFA-9599-A6E5-F50B-A83925F3DFDF}"/>
              </a:ext>
            </a:extLst>
          </p:cNvPr>
          <p:cNvSpPr>
            <a:spLocks xmlns:a="http://schemas.openxmlformats.org/drawingml/2006/main" noGrp="1"/>
          </p:cNvSpPr>
          <p:nvPr/>
        </p:nvSpPr>
        <p:spPr>
          <a:xfrm xmlns:a="http://schemas.openxmlformats.org/drawingml/2006/main" rot="0" flipH="0" flipV="0">
            <a:off x="2345423" y="4014835"/>
            <a:ext cx="139931" cy="175278"/>
          </a:xfrm>
          <a:custGeom xmlns:a="http://schemas.openxmlformats.org/drawingml/2006/main">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orme libre : forme 34">
            <a:extLst xmlns:a="http://schemas.openxmlformats.org/drawingml/2006/main">
              <a:ext uri="{FF2B5EF4-FFF2-40B4-BE49-F238E27FC236}">
                <a16:creationId xmlns:a16="http://schemas.microsoft.com/office/drawing/2014/main" id="{9D78E828-3E42-12AB-A2E1-18E34403CB8E}"/>
              </a:ext>
            </a:extLst>
          </p:cNvPr>
          <p:cNvSpPr>
            <a:spLocks xmlns:a="http://schemas.openxmlformats.org/drawingml/2006/main" noGrp="1"/>
          </p:cNvSpPr>
          <p:nvPr/>
        </p:nvSpPr>
        <p:spPr>
          <a:xfrm xmlns:a="http://schemas.openxmlformats.org/drawingml/2006/main" rot="0" flipH="0" flipV="0">
            <a:off x="2487775" y="3978665"/>
            <a:ext cx="81070" cy="159749"/>
          </a:xfrm>
          <a:custGeom xmlns:a="http://schemas.openxmlformats.org/drawingml/2006/main">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orme libre : forme 35">
            <a:extLst xmlns:a="http://schemas.openxmlformats.org/drawingml/2006/main">
              <a:ext uri="{FF2B5EF4-FFF2-40B4-BE49-F238E27FC236}">
                <a16:creationId xmlns:a16="http://schemas.microsoft.com/office/drawing/2014/main" id="{A5818556-96E3-C6C8-3389-61E5845FA1A8}"/>
              </a:ext>
            </a:extLst>
          </p:cNvPr>
          <p:cNvSpPr>
            <a:spLocks xmlns:a="http://schemas.openxmlformats.org/drawingml/2006/main" noGrp="1"/>
          </p:cNvSpPr>
          <p:nvPr/>
        </p:nvSpPr>
        <p:spPr>
          <a:xfrm xmlns:a="http://schemas.openxmlformats.org/drawingml/2006/main" rot="0" flipH="0" flipV="0">
            <a:off x="2562123" y="3923715"/>
            <a:ext cx="150453" cy="174280"/>
          </a:xfrm>
          <a:custGeom xmlns:a="http://schemas.openxmlformats.org/drawingml/2006/main">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orme libre : forme 36">
            <a:extLst xmlns:a="http://schemas.openxmlformats.org/drawingml/2006/main">
              <a:ext uri="{FF2B5EF4-FFF2-40B4-BE49-F238E27FC236}">
                <a16:creationId xmlns:a16="http://schemas.microsoft.com/office/drawing/2014/main" id="{A0B51D5A-21DD-44BB-D992-59E34AE60459}"/>
              </a:ext>
            </a:extLst>
          </p:cNvPr>
          <p:cNvSpPr>
            <a:spLocks xmlns:a="http://schemas.openxmlformats.org/drawingml/2006/main" noGrp="1"/>
          </p:cNvSpPr>
          <p:nvPr/>
        </p:nvSpPr>
        <p:spPr>
          <a:xfrm xmlns:a="http://schemas.openxmlformats.org/drawingml/2006/main" rot="0" flipH="0" flipV="0">
            <a:off x="2709273" y="3852593"/>
            <a:ext cx="156104" cy="174879"/>
          </a:xfrm>
          <a:custGeom xmlns:a="http://schemas.openxmlformats.org/drawingml/2006/main">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orme libre : forme 37">
            <a:extLst xmlns:a="http://schemas.openxmlformats.org/drawingml/2006/main">
              <a:ext uri="{FF2B5EF4-FFF2-40B4-BE49-F238E27FC236}">
                <a16:creationId xmlns:a16="http://schemas.microsoft.com/office/drawing/2014/main" id="{480477F4-0629-29BD-1023-E3E52AE403E5}"/>
              </a:ext>
            </a:extLst>
          </p:cNvPr>
          <p:cNvSpPr>
            <a:spLocks xmlns:a="http://schemas.openxmlformats.org/drawingml/2006/main" noGrp="1"/>
          </p:cNvSpPr>
          <p:nvPr/>
        </p:nvSpPr>
        <p:spPr>
          <a:xfrm xmlns:a="http://schemas.openxmlformats.org/drawingml/2006/main" rot="0" flipH="0" flipV="0">
            <a:off x="2806157" y="3749940"/>
            <a:ext cx="155282" cy="162742"/>
          </a:xfrm>
          <a:custGeom xmlns:a="http://schemas.openxmlformats.org/drawingml/2006/main">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solidFill xmlns:a="http://schemas.openxmlformats.org/drawingml/2006/main">
            <a:schemeClr val="accent1"/>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orme libre : forme 46">
            <a:extLst xmlns:a="http://schemas.openxmlformats.org/drawingml/2006/main">
              <a:ext uri="{FF2B5EF4-FFF2-40B4-BE49-F238E27FC236}">
                <a16:creationId xmlns:a16="http://schemas.microsoft.com/office/drawing/2014/main" id="{975E59B2-7025-1DBA-DEE7-814D7D9EA8C4}"/>
              </a:ext>
            </a:extLst>
          </p:cNvPr>
          <p:cNvSpPr>
            <a:spLocks xmlns:a="http://schemas.openxmlformats.org/drawingml/2006/main" noGrp="1"/>
          </p:cNvSpPr>
          <p:nvPr/>
        </p:nvSpPr>
        <p:spPr>
          <a:xfrm xmlns:a="http://schemas.openxmlformats.org/drawingml/2006/main" rot="18900000" flipH="1" flipV="1">
            <a:off x="910674" y="2954891"/>
            <a:ext cx="195613" cy="195614"/>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5">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8" name="Forme libre : forme 47">
            <a:extLst xmlns:a="http://schemas.openxmlformats.org/drawingml/2006/main">
              <a:ext uri="{FF2B5EF4-FFF2-40B4-BE49-F238E27FC236}">
                <a16:creationId xmlns:a16="http://schemas.microsoft.com/office/drawing/2014/main" id="{79C30536-1966-D252-1F08-91D04ECE7D8A}"/>
              </a:ext>
            </a:extLst>
          </p:cNvPr>
          <p:cNvSpPr>
            <a:spLocks xmlns:a="http://schemas.openxmlformats.org/drawingml/2006/main" noGrp="1"/>
          </p:cNvSpPr>
          <p:nvPr/>
        </p:nvSpPr>
        <p:spPr>
          <a:xfrm xmlns:a="http://schemas.openxmlformats.org/drawingml/2006/main" rot="18900000" flipH="1" flipV="1">
            <a:off x="936760" y="2823071"/>
            <a:ext cx="510376" cy="196048"/>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9" name="Forme libre : forme 48">
            <a:extLst xmlns:a="http://schemas.openxmlformats.org/drawingml/2006/main">
              <a:ext uri="{FF2B5EF4-FFF2-40B4-BE49-F238E27FC236}">
                <a16:creationId xmlns:a16="http://schemas.microsoft.com/office/drawing/2014/main" id="{956FBF10-6BCD-5EAB-75F2-3738E98B36A4}"/>
              </a:ext>
            </a:extLst>
          </p:cNvPr>
          <p:cNvSpPr>
            <a:spLocks xmlns:a="http://schemas.openxmlformats.org/drawingml/2006/main" noGrp="1"/>
          </p:cNvSpPr>
          <p:nvPr/>
        </p:nvSpPr>
        <p:spPr>
          <a:xfrm xmlns:a="http://schemas.openxmlformats.org/drawingml/2006/main" rot="18900000" flipH="1" flipV="1">
            <a:off x="779598" y="2929110"/>
            <a:ext cx="196049" cy="510379"/>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50" name="Forme libre : forme 49">
            <a:extLst xmlns:a="http://schemas.openxmlformats.org/drawingml/2006/main">
              <a:ext uri="{FF2B5EF4-FFF2-40B4-BE49-F238E27FC236}">
                <a16:creationId xmlns:a16="http://schemas.microsoft.com/office/drawing/2014/main" id="{A1C8CAF4-E68C-D937-4C2D-870DF7EFC067}"/>
              </a:ext>
            </a:extLst>
          </p:cNvPr>
          <p:cNvSpPr>
            <a:spLocks xmlns:a="http://schemas.openxmlformats.org/drawingml/2006/main" noGrp="1"/>
          </p:cNvSpPr>
          <p:nvPr/>
        </p:nvSpPr>
        <p:spPr>
          <a:xfrm xmlns:a="http://schemas.openxmlformats.org/drawingml/2006/main" rot="18900000" flipH="1" flipV="1">
            <a:off x="448776" y="2954891"/>
            <a:ext cx="195613" cy="195614"/>
          </a:xfrm>
          <a:custGeom xmlns:a="http://schemas.openxmlformats.org/drawingml/2006/main">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xmlns:a="http://schemas.openxmlformats.org/drawingml/2006/main">
            <a:schemeClr val="accent5">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51" name="Forme libre : forme 50">
            <a:extLst xmlns:a="http://schemas.openxmlformats.org/drawingml/2006/main">
              <a:ext uri="{FF2B5EF4-FFF2-40B4-BE49-F238E27FC236}">
                <a16:creationId xmlns:a16="http://schemas.microsoft.com/office/drawing/2014/main" id="{C654D384-2EBD-C7A2-13D2-CA43FC14EFF4}"/>
              </a:ext>
            </a:extLst>
          </p:cNvPr>
          <p:cNvSpPr>
            <a:spLocks xmlns:a="http://schemas.openxmlformats.org/drawingml/2006/main" noGrp="1"/>
          </p:cNvSpPr>
          <p:nvPr/>
        </p:nvSpPr>
        <p:spPr>
          <a:xfrm xmlns:a="http://schemas.openxmlformats.org/drawingml/2006/main" rot="18900000" flipH="1" flipV="1">
            <a:off x="474862" y="2823071"/>
            <a:ext cx="510376" cy="196048"/>
          </a:xfrm>
          <a:custGeom xmlns:a="http://schemas.openxmlformats.org/drawingml/2006/main">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52" name="Forme libre : forme 51">
            <a:extLst xmlns:a="http://schemas.openxmlformats.org/drawingml/2006/main">
              <a:ext uri="{FF2B5EF4-FFF2-40B4-BE49-F238E27FC236}">
                <a16:creationId xmlns:a16="http://schemas.microsoft.com/office/drawing/2014/main" id="{B1FB705F-C6CF-E353-A6D8-9166961E866D}"/>
              </a:ext>
            </a:extLst>
          </p:cNvPr>
          <p:cNvSpPr>
            <a:spLocks xmlns:a="http://schemas.openxmlformats.org/drawingml/2006/main" noGrp="1"/>
          </p:cNvSpPr>
          <p:nvPr/>
        </p:nvSpPr>
        <p:spPr>
          <a:xfrm xmlns:a="http://schemas.openxmlformats.org/drawingml/2006/main" rot="18900000" flipH="1" flipV="1">
            <a:off x="317701" y="2929110"/>
            <a:ext cx="196049" cy="510379"/>
          </a:xfrm>
          <a:custGeom xmlns:a="http://schemas.openxmlformats.org/drawingml/2006/main">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xmlns:a="http://schemas.openxmlformats.org/drawingml/2006/main">
            <a:srgbClr val="FEB98E"/>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757144075"/>
      </p:ext>
    </p:extLst>
  </p:cSld>
</p:sld>
</file>

<file path=ppt/theme/theme1.xml><?xml version="1.0" encoding="utf-8"?>
<a:theme xmlns:a="http://schemas.openxmlformats.org/drawingml/2006/main" name="Thème Office">
  <a:themeElements>
    <a:clrScheme name="Personnalisé 259">
      <a:dk1>
        <a:srgbClr val="111515"/>
      </a:dk1>
      <a:lt1>
        <a:sysClr val="window" lastClr="FFFFFF"/>
      </a:lt1>
      <a:dk2>
        <a:srgbClr val="111515"/>
      </a:dk2>
      <a:lt2>
        <a:srgbClr val="F9F7EC"/>
      </a:lt2>
      <a:accent1>
        <a:srgbClr val="009691"/>
      </a:accent1>
      <a:accent2>
        <a:srgbClr val="00DA88"/>
      </a:accent2>
      <a:accent3>
        <a:srgbClr val="B1478C"/>
      </a:accent3>
      <a:accent4>
        <a:srgbClr val="950663"/>
      </a:accent4>
      <a:accent5>
        <a:srgbClr val="FD9553"/>
      </a:accent5>
      <a:accent6>
        <a:srgbClr val="5C8A94"/>
      </a:accent6>
      <a:hlink>
        <a:srgbClr val="009691"/>
      </a:hlink>
      <a:folHlink>
        <a:srgbClr val="009691"/>
      </a:folHlink>
    </a:clrScheme>
    <a:fontScheme name="Personnalisé 155">
      <a:majorFont>
        <a:latin typeface="Arial"/>
        <a:ea typeface=""/>
        <a:cs typeface=""/>
      </a:majorFont>
      <a:minorFont>
        <a:latin typeface="Arial"/>
        <a:ea typeface=""/>
        <a:cs typeface=""/>
      </a:minorFont>
    </a:fontScheme>
    <a:fmtScheme name="Personnalisé 25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2026-08-22T16:31:19.8910000Z</dcterms:created>
  <dcterms:modified xsi:type="dcterms:W3CDTF">2026-08-22T16:31:19.8910000Z</dcterms:modified>
</coreProperties>
</file>