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4"/>
    <p:sldMasterId id="2147483648" r:id="rId5"/>
  </p:sldMasterIdLst>
  <p:notesMasterIdLst>
    <p:notesMasterId r:id="rId52"/>
  </p:notesMasterIdLst>
  <p:sldIdLst>
    <p:sldId id="256" r:id="rId8"/>
    <p:sldId id="257" r:id="rId12"/>
    <p:sldId id="258" r:id="rId25"/>
    <p:sldId id="259" r:id="rId29"/>
    <p:sldId id="260" r:id="rId58"/>
    <p:sldId id="261" r:id="rId59"/>
    <p:sldId id="262" r:id="rId60"/>
    <p:sldId id="263" r:id="rId27"/>
    <p:sldId id="264" r:id="rId61"/>
    <p:sldId id="265" r:id="rId62"/>
    <p:sldId id="266" r:id="rId24"/>
    <p:sldId id="267" r:id="rId5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uverture" id="{A1EF00DF-4688-4D1A-B99E-36D942D33266}">
          <p14:sldIdLst>
            <p14:sldId id="342"/>
            <p14:sldId id="2147473828"/>
            <p14:sldId id="260"/>
          </p14:sldIdLst>
        </p14:section>
        <p14:section name="Sommaires" id="{D1BDCBA7-9F20-4D19-9FE6-674DFAC5902D}">
          <p14:sldIdLst>
            <p14:sldId id="261"/>
            <p14:sldId id="300"/>
            <p14:sldId id="301"/>
            <p14:sldId id="302"/>
          </p14:sldIdLst>
        </p14:section>
        <p14:section name="Chapitres" id="{535B03F7-E87D-4398-94C7-FCBAFE820173}">
          <p14:sldIdLst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</p14:sldIdLst>
        </p14:section>
        <p14:section name="Slides intérieures" id="{BFCD403B-D2AA-46F7-9DA0-AF34022F64EE}">
          <p14:sldIdLst>
            <p14:sldId id="313"/>
            <p14:sldId id="314"/>
            <p14:sldId id="315"/>
            <p14:sldId id="316"/>
            <p14:sldId id="317"/>
            <p14:sldId id="318"/>
            <p14:sldId id="320"/>
            <p14:sldId id="321"/>
            <p14:sldId id="322"/>
            <p14:sldId id="327"/>
            <p14:sldId id="328"/>
            <p14:sldId id="329"/>
            <p14:sldId id="330"/>
            <p14:sldId id="331"/>
            <p14:sldId id="323"/>
            <p14:sldId id="324"/>
            <p14:sldId id="326"/>
          </p14:sldIdLst>
        </p14:section>
        <p14:section name="Graphiques" id="{07B360F5-5162-4EE9-8667-0FB549547BBB}">
          <p14:sldIdLst>
            <p14:sldId id="332"/>
            <p14:sldId id="333"/>
            <p14:sldId id="325"/>
          </p14:sldIdLst>
        </p14:section>
        <p14:section name="Toolbox" id="{37758F7E-9A49-4CFF-B0C7-5150F8AAC752}">
          <p14:sldIdLst>
            <p14:sldId id="334"/>
            <p14:sldId id="335"/>
            <p14:sldId id="336"/>
            <p14:sldId id="337"/>
            <p14:sldId id="338"/>
            <p14:sldId id="339"/>
            <p14:sldId id="289"/>
            <p14:sldId id="340"/>
            <p14:sldId id="29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E8EA"/>
    <a:srgbClr val="BCD1D6"/>
    <a:srgbClr val="D28FBB"/>
    <a:srgbClr val="EED7E6"/>
    <a:srgbClr val="FEB98E"/>
    <a:srgbClr val="009691"/>
    <a:srgbClr val="66C0BD"/>
    <a:srgbClr val="A6DAD9"/>
    <a:srgbClr val="FD9553"/>
    <a:srgbClr val="9506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4FCB90-6CD1-7EA5-30C3-6C926A013388}" v="2" dt="2026-06-16T14:43:38.1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?><Relationships xmlns="http://schemas.openxmlformats.org/package/2006/relationships"><Relationship Id="rId50" Type="http://schemas.openxmlformats.org/officeDocument/2006/relationships/slide" Target="slides/slide45.xml"/><Relationship Id="rId55" Type="http://schemas.openxmlformats.org/officeDocument/2006/relationships/theme" Target="theme/theme1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53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4" Type="http://schemas.openxmlformats.org/officeDocument/2006/relationships/slideMaster" Target="slideMasters/slideMaster1.xml"/><Relationship Id="rId27" Type="http://schemas.openxmlformats.org/officeDocument/2006/relationships/slide" Target="slides/slide22.xml"/><Relationship Id="rId56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25" Type="http://schemas.openxmlformats.org/officeDocument/2006/relationships/slide" Target="slides/slide20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57" Type="http://schemas.microsoft.com/office/2015/10/relationships/revisionInfo" Target="revisionInfo.xml"/><Relationship Id="rId52" Type="http://schemas.openxmlformats.org/officeDocument/2006/relationships/notesMaster" Target="notesMasters/notesMaster1.xml"/>  <Relationship Id="rId58" Type="http://schemas.openxmlformats.org/officeDocument/2006/relationships/slide" Target="slides/slide47.xml"/>
  <Relationship Id="rId59" Type="http://schemas.openxmlformats.org/officeDocument/2006/relationships/slide" Target="slides/slide48.xml"/>
  <Relationship Id="rId60" Type="http://schemas.openxmlformats.org/officeDocument/2006/relationships/slide" Target="slides/slide49.xml"/>
  <Relationship Id="rId61" Type="http://schemas.openxmlformats.org/officeDocument/2006/relationships/slide" Target="slides/slide50.xml"/>
  <Relationship Id="rId62" Type="http://schemas.openxmlformats.org/officeDocument/2006/relationships/slide" Target="slides/slide51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51F51F-B47D-42D4-B042-88B23F56F7AB}" type="datetimeFigureOut">
              <a:rPr lang="fr-FR" smtClean="0"/>
              <a:t>21/08/2026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5490C9-B492-4FB9-A97E-EBB0D713229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8272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04">
            <a:extLst>
              <a:ext uri="{FF2B5EF4-FFF2-40B4-BE49-F238E27FC236}">
                <a16:creationId xmlns:a16="http://schemas.microsoft.com/office/drawing/2014/main" id="{4CAF390A-2F76-2296-CE54-97DAF826D707}"/>
              </a:ext>
            </a:extLst>
          </p:cNvPr>
          <p:cNvSpPr/>
          <p:nvPr userDrawn="1"/>
        </p:nvSpPr>
        <p:spPr bwMode="gray">
          <a:xfrm>
            <a:off x="0" y="5635251"/>
            <a:ext cx="12191999" cy="12227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6" name="Graphique 44">
            <a:extLst>
              <a:ext uri="{FF2B5EF4-FFF2-40B4-BE49-F238E27FC236}">
                <a16:creationId xmlns:a16="http://schemas.microsoft.com/office/drawing/2014/main" id="{67D34E5C-CAED-29BF-31F8-EE05C290DEB1}"/>
              </a:ext>
            </a:extLst>
          </p:cNvPr>
          <p:cNvGrpSpPr/>
          <p:nvPr userDrawn="1"/>
        </p:nvGrpSpPr>
        <p:grpSpPr>
          <a:xfrm>
            <a:off x="626351" y="562895"/>
            <a:ext cx="714789" cy="824433"/>
            <a:chOff x="3319467" y="228600"/>
            <a:chExt cx="5551926" cy="6403562"/>
          </a:xfrm>
          <a:solidFill>
            <a:schemeClr val="accent1"/>
          </a:solidFill>
        </p:grpSpPr>
        <p:sp>
          <p:nvSpPr>
            <p:cNvPr id="47" name="Forme libre : forme 46">
              <a:extLst>
                <a:ext uri="{FF2B5EF4-FFF2-40B4-BE49-F238E27FC236}">
                  <a16:creationId xmlns:a16="http://schemas.microsoft.com/office/drawing/2014/main" id="{0F91BCC0-C3BE-6892-4069-A2370D841BE2}"/>
                </a:ext>
              </a:extLst>
            </p:cNvPr>
            <p:cNvSpPr/>
            <p:nvPr/>
          </p:nvSpPr>
          <p:spPr>
            <a:xfrm>
              <a:off x="3319467" y="1781949"/>
              <a:ext cx="1254828" cy="3190491"/>
            </a:xfrm>
            <a:custGeom>
              <a:avLst/>
              <a:gdLst>
                <a:gd name="connsiteX0" fmla="*/ 185 w 1254828"/>
                <a:gd name="connsiteY0" fmla="*/ 186391 h 3190491"/>
                <a:gd name="connsiteX1" fmla="*/ 174017 w 1254828"/>
                <a:gd name="connsiteY1" fmla="*/ 178 h 3190491"/>
                <a:gd name="connsiteX2" fmla="*/ 360040 w 1254828"/>
                <a:gd name="connsiteY2" fmla="*/ 169913 h 3190491"/>
                <a:gd name="connsiteX3" fmla="*/ 481198 w 1254828"/>
                <a:gd name="connsiteY3" fmla="*/ 2822340 h 3190491"/>
                <a:gd name="connsiteX4" fmla="*/ 1064509 w 1254828"/>
                <a:gd name="connsiteY4" fmla="*/ 2795670 h 3190491"/>
                <a:gd name="connsiteX5" fmla="*/ 1254628 w 1254828"/>
                <a:gd name="connsiteY5" fmla="*/ 2965310 h 3190491"/>
                <a:gd name="connsiteX6" fmla="*/ 1080987 w 1254828"/>
                <a:gd name="connsiteY6" fmla="*/ 3155525 h 3190491"/>
                <a:gd name="connsiteX7" fmla="*/ 319749 w 1254828"/>
                <a:gd name="connsiteY7" fmla="*/ 3190291 h 3190491"/>
                <a:gd name="connsiteX8" fmla="*/ 129535 w 1254828"/>
                <a:gd name="connsiteY8" fmla="*/ 3016650 h 3190491"/>
                <a:gd name="connsiteX9" fmla="*/ 185 w 1254828"/>
                <a:gd name="connsiteY9" fmla="*/ 186391 h 319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54828" h="3190491">
                  <a:moveTo>
                    <a:pt x="185" y="186391"/>
                  </a:moveTo>
                  <a:cubicBezTo>
                    <a:pt x="-4291" y="89332"/>
                    <a:pt x="72861" y="4845"/>
                    <a:pt x="174017" y="178"/>
                  </a:cubicBezTo>
                  <a:cubicBezTo>
                    <a:pt x="271076" y="-4204"/>
                    <a:pt x="355563" y="72949"/>
                    <a:pt x="360040" y="169913"/>
                  </a:cubicBezTo>
                  <a:lnTo>
                    <a:pt x="481198" y="2822340"/>
                  </a:lnTo>
                  <a:lnTo>
                    <a:pt x="1064509" y="2795670"/>
                  </a:lnTo>
                  <a:cubicBezTo>
                    <a:pt x="1165569" y="2791003"/>
                    <a:pt x="1250151" y="2868251"/>
                    <a:pt x="1254628" y="2965310"/>
                  </a:cubicBezTo>
                  <a:cubicBezTo>
                    <a:pt x="1259295" y="3066371"/>
                    <a:pt x="1182047" y="3150953"/>
                    <a:pt x="1080987" y="3155525"/>
                  </a:cubicBezTo>
                  <a:lnTo>
                    <a:pt x="319749" y="3190291"/>
                  </a:lnTo>
                  <a:cubicBezTo>
                    <a:pt x="218689" y="3194958"/>
                    <a:pt x="134107" y="3117710"/>
                    <a:pt x="129535" y="3016650"/>
                  </a:cubicBezTo>
                  <a:lnTo>
                    <a:pt x="185" y="18639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8" name="Forme libre : forme 47">
              <a:extLst>
                <a:ext uri="{FF2B5EF4-FFF2-40B4-BE49-F238E27FC236}">
                  <a16:creationId xmlns:a16="http://schemas.microsoft.com/office/drawing/2014/main" id="{292F0BBF-E6A2-81CA-993E-C629624A8A18}"/>
                </a:ext>
              </a:extLst>
            </p:cNvPr>
            <p:cNvSpPr/>
            <p:nvPr/>
          </p:nvSpPr>
          <p:spPr>
            <a:xfrm>
              <a:off x="5104446" y="1808321"/>
              <a:ext cx="330708" cy="559212"/>
            </a:xfrm>
            <a:custGeom>
              <a:avLst/>
              <a:gdLst>
                <a:gd name="connsiteX0" fmla="*/ 330708 w 330708"/>
                <a:gd name="connsiteY0" fmla="*/ 391954 h 559212"/>
                <a:gd name="connsiteX1" fmla="*/ 167164 w 330708"/>
                <a:gd name="connsiteY1" fmla="*/ 559213 h 559212"/>
                <a:gd name="connsiteX2" fmla="*/ 0 w 330708"/>
                <a:gd name="connsiteY2" fmla="*/ 391954 h 559212"/>
                <a:gd name="connsiteX3" fmla="*/ 0 w 330708"/>
                <a:gd name="connsiteY3" fmla="*/ 163449 h 559212"/>
                <a:gd name="connsiteX4" fmla="*/ 167164 w 330708"/>
                <a:gd name="connsiteY4" fmla="*/ 0 h 559212"/>
                <a:gd name="connsiteX5" fmla="*/ 330708 w 330708"/>
                <a:gd name="connsiteY5" fmla="*/ 163449 h 559212"/>
                <a:gd name="connsiteX6" fmla="*/ 330708 w 330708"/>
                <a:gd name="connsiteY6" fmla="*/ 391954 h 559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559212">
                  <a:moveTo>
                    <a:pt x="330708" y="391954"/>
                  </a:moveTo>
                  <a:cubicBezTo>
                    <a:pt x="330708" y="484822"/>
                    <a:pt x="256413" y="559213"/>
                    <a:pt x="167164" y="559213"/>
                  </a:cubicBezTo>
                  <a:cubicBezTo>
                    <a:pt x="77915" y="559213"/>
                    <a:pt x="0" y="484918"/>
                    <a:pt x="0" y="391954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3919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9" name="Forme libre : forme 48">
              <a:extLst>
                <a:ext uri="{FF2B5EF4-FFF2-40B4-BE49-F238E27FC236}">
                  <a16:creationId xmlns:a16="http://schemas.microsoft.com/office/drawing/2014/main" id="{8B9CF0FF-B336-189A-A9D8-62C71A742063}"/>
                </a:ext>
              </a:extLst>
            </p:cNvPr>
            <p:cNvSpPr/>
            <p:nvPr/>
          </p:nvSpPr>
          <p:spPr>
            <a:xfrm>
              <a:off x="5104446" y="2882646"/>
              <a:ext cx="330708" cy="2068734"/>
            </a:xfrm>
            <a:custGeom>
              <a:avLst/>
              <a:gdLst>
                <a:gd name="connsiteX0" fmla="*/ 330708 w 330708"/>
                <a:gd name="connsiteY0" fmla="*/ 1901476 h 2068734"/>
                <a:gd name="connsiteX1" fmla="*/ 167164 w 330708"/>
                <a:gd name="connsiteY1" fmla="*/ 2068735 h 2068734"/>
                <a:gd name="connsiteX2" fmla="*/ 0 w 330708"/>
                <a:gd name="connsiteY2" fmla="*/ 1901476 h 2068734"/>
                <a:gd name="connsiteX3" fmla="*/ 0 w 330708"/>
                <a:gd name="connsiteY3" fmla="*/ 163449 h 2068734"/>
                <a:gd name="connsiteX4" fmla="*/ 167164 w 330708"/>
                <a:gd name="connsiteY4" fmla="*/ 0 h 2068734"/>
                <a:gd name="connsiteX5" fmla="*/ 330708 w 330708"/>
                <a:gd name="connsiteY5" fmla="*/ 163449 h 2068734"/>
                <a:gd name="connsiteX6" fmla="*/ 330708 w 330708"/>
                <a:gd name="connsiteY6" fmla="*/ 1901476 h 206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2068734">
                  <a:moveTo>
                    <a:pt x="330708" y="1901476"/>
                  </a:moveTo>
                  <a:cubicBezTo>
                    <a:pt x="330708" y="1994344"/>
                    <a:pt x="256413" y="2068735"/>
                    <a:pt x="167164" y="2068735"/>
                  </a:cubicBezTo>
                  <a:cubicBezTo>
                    <a:pt x="77915" y="2068735"/>
                    <a:pt x="0" y="1994440"/>
                    <a:pt x="0" y="1901476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190147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0" name="Forme libre : forme 49">
              <a:extLst>
                <a:ext uri="{FF2B5EF4-FFF2-40B4-BE49-F238E27FC236}">
                  <a16:creationId xmlns:a16="http://schemas.microsoft.com/office/drawing/2014/main" id="{3C3C2FFA-D111-9DDE-852F-A214B6765B70}"/>
                </a:ext>
              </a:extLst>
            </p:cNvPr>
            <p:cNvSpPr/>
            <p:nvPr/>
          </p:nvSpPr>
          <p:spPr>
            <a:xfrm>
              <a:off x="6236683" y="2168270"/>
              <a:ext cx="1065561" cy="2788348"/>
            </a:xfrm>
            <a:custGeom>
              <a:avLst/>
              <a:gdLst>
                <a:gd name="connsiteX0" fmla="*/ 321374 w 1065561"/>
                <a:gd name="connsiteY0" fmla="*/ 2625852 h 2788348"/>
                <a:gd name="connsiteX1" fmla="*/ 162496 w 1065561"/>
                <a:gd name="connsiteY1" fmla="*/ 2788349 h 2788348"/>
                <a:gd name="connsiteX2" fmla="*/ 0 w 1065561"/>
                <a:gd name="connsiteY2" fmla="*/ 2625852 h 2788348"/>
                <a:gd name="connsiteX3" fmla="*/ 0 w 1065561"/>
                <a:gd name="connsiteY3" fmla="*/ 158877 h 2788348"/>
                <a:gd name="connsiteX4" fmla="*/ 162496 w 1065561"/>
                <a:gd name="connsiteY4" fmla="*/ 0 h 2788348"/>
                <a:gd name="connsiteX5" fmla="*/ 903065 w 1065561"/>
                <a:gd name="connsiteY5" fmla="*/ 0 h 2788348"/>
                <a:gd name="connsiteX6" fmla="*/ 1065562 w 1065561"/>
                <a:gd name="connsiteY6" fmla="*/ 158877 h 2788348"/>
                <a:gd name="connsiteX7" fmla="*/ 903065 w 1065561"/>
                <a:gd name="connsiteY7" fmla="*/ 321374 h 2788348"/>
                <a:gd name="connsiteX8" fmla="*/ 321374 w 1065561"/>
                <a:gd name="connsiteY8" fmla="*/ 321374 h 2788348"/>
                <a:gd name="connsiteX9" fmla="*/ 321374 w 1065561"/>
                <a:gd name="connsiteY9" fmla="*/ 1216914 h 2788348"/>
                <a:gd name="connsiteX10" fmla="*/ 740569 w 1065561"/>
                <a:gd name="connsiteY10" fmla="*/ 1216914 h 2788348"/>
                <a:gd name="connsiteX11" fmla="*/ 903065 w 1065561"/>
                <a:gd name="connsiteY11" fmla="*/ 1375791 h 2788348"/>
                <a:gd name="connsiteX12" fmla="*/ 740569 w 1065561"/>
                <a:gd name="connsiteY12" fmla="*/ 1538288 h 2788348"/>
                <a:gd name="connsiteX13" fmla="*/ 321374 w 1065561"/>
                <a:gd name="connsiteY13" fmla="*/ 1538288 h 2788348"/>
                <a:gd name="connsiteX14" fmla="*/ 321374 w 1065561"/>
                <a:gd name="connsiteY14" fmla="*/ 2625757 h 278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65561" h="2788348">
                  <a:moveTo>
                    <a:pt x="321374" y="2625852"/>
                  </a:moveTo>
                  <a:cubicBezTo>
                    <a:pt x="321374" y="2716149"/>
                    <a:pt x="249174" y="2788349"/>
                    <a:pt x="162496" y="2788349"/>
                  </a:cubicBezTo>
                  <a:cubicBezTo>
                    <a:pt x="75819" y="2788349"/>
                    <a:pt x="0" y="2716149"/>
                    <a:pt x="0" y="2625852"/>
                  </a:cubicBezTo>
                  <a:lnTo>
                    <a:pt x="0" y="158877"/>
                  </a:lnTo>
                  <a:cubicBezTo>
                    <a:pt x="0" y="72200"/>
                    <a:pt x="72200" y="0"/>
                    <a:pt x="162496" y="0"/>
                  </a:cubicBezTo>
                  <a:lnTo>
                    <a:pt x="903065" y="0"/>
                  </a:lnTo>
                  <a:cubicBezTo>
                    <a:pt x="993362" y="0"/>
                    <a:pt x="1065562" y="72200"/>
                    <a:pt x="1065562" y="158877"/>
                  </a:cubicBezTo>
                  <a:cubicBezTo>
                    <a:pt x="1065562" y="245554"/>
                    <a:pt x="993362" y="321374"/>
                    <a:pt x="903065" y="321374"/>
                  </a:cubicBezTo>
                  <a:lnTo>
                    <a:pt x="321374" y="321374"/>
                  </a:lnTo>
                  <a:lnTo>
                    <a:pt x="321374" y="1216914"/>
                  </a:lnTo>
                  <a:lnTo>
                    <a:pt x="740569" y="1216914"/>
                  </a:lnTo>
                  <a:cubicBezTo>
                    <a:pt x="830866" y="1216914"/>
                    <a:pt x="903065" y="1289114"/>
                    <a:pt x="903065" y="1375791"/>
                  </a:cubicBezTo>
                  <a:cubicBezTo>
                    <a:pt x="903065" y="1462468"/>
                    <a:pt x="830866" y="1538288"/>
                    <a:pt x="740569" y="1538288"/>
                  </a:cubicBezTo>
                  <a:lnTo>
                    <a:pt x="321374" y="1538288"/>
                  </a:lnTo>
                  <a:lnTo>
                    <a:pt x="321374" y="262575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1" name="Forme libre : forme 50">
              <a:extLst>
                <a:ext uri="{FF2B5EF4-FFF2-40B4-BE49-F238E27FC236}">
                  <a16:creationId xmlns:a16="http://schemas.microsoft.com/office/drawing/2014/main" id="{536F63BA-4685-16DD-358D-F7D32E02F3E3}"/>
                </a:ext>
              </a:extLst>
            </p:cNvPr>
            <p:cNvSpPr/>
            <p:nvPr/>
          </p:nvSpPr>
          <p:spPr>
            <a:xfrm>
              <a:off x="7800593" y="2168366"/>
              <a:ext cx="1070800" cy="2751391"/>
            </a:xfrm>
            <a:custGeom>
              <a:avLst/>
              <a:gdLst>
                <a:gd name="connsiteX0" fmla="*/ 908400 w 1070800"/>
                <a:gd name="connsiteY0" fmla="*/ 2429923 h 2751391"/>
                <a:gd name="connsiteX1" fmla="*/ 321469 w 1070800"/>
                <a:gd name="connsiteY1" fmla="*/ 2429923 h 2751391"/>
                <a:gd name="connsiteX2" fmla="*/ 321469 w 1070800"/>
                <a:gd name="connsiteY2" fmla="*/ 1522476 h 2751391"/>
                <a:gd name="connsiteX3" fmla="*/ 740664 w 1070800"/>
                <a:gd name="connsiteY3" fmla="*/ 1522476 h 2751391"/>
                <a:gd name="connsiteX4" fmla="*/ 903161 w 1070800"/>
                <a:gd name="connsiteY4" fmla="*/ 1359980 h 2751391"/>
                <a:gd name="connsiteX5" fmla="*/ 740664 w 1070800"/>
                <a:gd name="connsiteY5" fmla="*/ 1201103 h 2751391"/>
                <a:gd name="connsiteX6" fmla="*/ 321469 w 1070800"/>
                <a:gd name="connsiteY6" fmla="*/ 1201103 h 2751391"/>
                <a:gd name="connsiteX7" fmla="*/ 321469 w 1070800"/>
                <a:gd name="connsiteY7" fmla="*/ 321374 h 2751391"/>
                <a:gd name="connsiteX8" fmla="*/ 903161 w 1070800"/>
                <a:gd name="connsiteY8" fmla="*/ 321374 h 2751391"/>
                <a:gd name="connsiteX9" fmla="*/ 1065657 w 1070800"/>
                <a:gd name="connsiteY9" fmla="*/ 158877 h 2751391"/>
                <a:gd name="connsiteX10" fmla="*/ 903161 w 1070800"/>
                <a:gd name="connsiteY10" fmla="*/ 0 h 2751391"/>
                <a:gd name="connsiteX11" fmla="*/ 162496 w 1070800"/>
                <a:gd name="connsiteY11" fmla="*/ 0 h 2751391"/>
                <a:gd name="connsiteX12" fmla="*/ 0 w 1070800"/>
                <a:gd name="connsiteY12" fmla="*/ 158877 h 2751391"/>
                <a:gd name="connsiteX13" fmla="*/ 0 w 1070800"/>
                <a:gd name="connsiteY13" fmla="*/ 2588895 h 2751391"/>
                <a:gd name="connsiteX14" fmla="*/ 162496 w 1070800"/>
                <a:gd name="connsiteY14" fmla="*/ 2751392 h 2751391"/>
                <a:gd name="connsiteX15" fmla="*/ 165068 w 1070800"/>
                <a:gd name="connsiteY15" fmla="*/ 2751296 h 2751391"/>
                <a:gd name="connsiteX16" fmla="*/ 167735 w 1070800"/>
                <a:gd name="connsiteY16" fmla="*/ 2751392 h 2751391"/>
                <a:gd name="connsiteX17" fmla="*/ 908304 w 1070800"/>
                <a:gd name="connsiteY17" fmla="*/ 2751392 h 2751391"/>
                <a:gd name="connsiteX18" fmla="*/ 1070801 w 1070800"/>
                <a:gd name="connsiteY18" fmla="*/ 2592515 h 2751391"/>
                <a:gd name="connsiteX19" fmla="*/ 908304 w 1070800"/>
                <a:gd name="connsiteY19" fmla="*/ 2430018 h 275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70800" h="2751391">
                  <a:moveTo>
                    <a:pt x="908400" y="2429923"/>
                  </a:moveTo>
                  <a:lnTo>
                    <a:pt x="321469" y="2429923"/>
                  </a:lnTo>
                  <a:lnTo>
                    <a:pt x="321469" y="1522476"/>
                  </a:lnTo>
                  <a:lnTo>
                    <a:pt x="740664" y="1522476"/>
                  </a:lnTo>
                  <a:cubicBezTo>
                    <a:pt x="830961" y="1522476"/>
                    <a:pt x="903161" y="1450277"/>
                    <a:pt x="903161" y="1359980"/>
                  </a:cubicBezTo>
                  <a:cubicBezTo>
                    <a:pt x="903161" y="1269683"/>
                    <a:pt x="830961" y="1201103"/>
                    <a:pt x="740664" y="1201103"/>
                  </a:cubicBezTo>
                  <a:lnTo>
                    <a:pt x="321469" y="1201103"/>
                  </a:lnTo>
                  <a:lnTo>
                    <a:pt x="321469" y="321374"/>
                  </a:lnTo>
                  <a:lnTo>
                    <a:pt x="903161" y="321374"/>
                  </a:lnTo>
                  <a:cubicBezTo>
                    <a:pt x="993458" y="321374"/>
                    <a:pt x="1065657" y="249174"/>
                    <a:pt x="1065657" y="158877"/>
                  </a:cubicBezTo>
                  <a:cubicBezTo>
                    <a:pt x="1065657" y="68580"/>
                    <a:pt x="993458" y="0"/>
                    <a:pt x="903161" y="0"/>
                  </a:cubicBezTo>
                  <a:lnTo>
                    <a:pt x="162496" y="0"/>
                  </a:lnTo>
                  <a:cubicBezTo>
                    <a:pt x="72200" y="0"/>
                    <a:pt x="0" y="72200"/>
                    <a:pt x="0" y="158877"/>
                  </a:cubicBezTo>
                  <a:lnTo>
                    <a:pt x="0" y="2588895"/>
                  </a:lnTo>
                  <a:cubicBezTo>
                    <a:pt x="0" y="2679192"/>
                    <a:pt x="72200" y="2751392"/>
                    <a:pt x="162496" y="2751392"/>
                  </a:cubicBezTo>
                  <a:cubicBezTo>
                    <a:pt x="163354" y="2751392"/>
                    <a:pt x="164211" y="2751296"/>
                    <a:pt x="165068" y="2751296"/>
                  </a:cubicBezTo>
                  <a:cubicBezTo>
                    <a:pt x="166021" y="2751296"/>
                    <a:pt x="166878" y="2751392"/>
                    <a:pt x="167735" y="2751392"/>
                  </a:cubicBezTo>
                  <a:lnTo>
                    <a:pt x="908304" y="2751392"/>
                  </a:lnTo>
                  <a:cubicBezTo>
                    <a:pt x="998601" y="2751392"/>
                    <a:pt x="1070801" y="2679192"/>
                    <a:pt x="1070801" y="2592515"/>
                  </a:cubicBezTo>
                  <a:cubicBezTo>
                    <a:pt x="1070801" y="2505837"/>
                    <a:pt x="998601" y="2430018"/>
                    <a:pt x="908304" y="24300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2" name="Forme libre : forme 51">
              <a:extLst>
                <a:ext uri="{FF2B5EF4-FFF2-40B4-BE49-F238E27FC236}">
                  <a16:creationId xmlns:a16="http://schemas.microsoft.com/office/drawing/2014/main" id="{B3C7DCB8-E20C-68C6-F103-D53F522CED6D}"/>
                </a:ext>
              </a:extLst>
            </p:cNvPr>
            <p:cNvSpPr/>
            <p:nvPr/>
          </p:nvSpPr>
          <p:spPr>
            <a:xfrm>
              <a:off x="3605502" y="228600"/>
              <a:ext cx="4960413" cy="1495996"/>
            </a:xfrm>
            <a:custGeom>
              <a:avLst/>
              <a:gdLst>
                <a:gd name="connsiteX0" fmla="*/ 4782117 w 4960413"/>
                <a:gd name="connsiteY0" fmla="*/ 1495997 h 1495996"/>
                <a:gd name="connsiteX1" fmla="*/ 4642195 w 4960413"/>
                <a:gd name="connsiteY1" fmla="*/ 1428464 h 1495996"/>
                <a:gd name="connsiteX2" fmla="*/ 2426965 w 4960413"/>
                <a:gd name="connsiteY2" fmla="*/ 356807 h 1495996"/>
                <a:gd name="connsiteX3" fmla="*/ 311844 w 4960413"/>
                <a:gd name="connsiteY3" fmla="*/ 1309211 h 1495996"/>
                <a:gd name="connsiteX4" fmla="*/ 60098 w 4960413"/>
                <a:gd name="connsiteY4" fmla="*/ 1324451 h 1495996"/>
                <a:gd name="connsiteX5" fmla="*/ 44858 w 4960413"/>
                <a:gd name="connsiteY5" fmla="*/ 1072706 h 1495996"/>
                <a:gd name="connsiteX6" fmla="*/ 2427061 w 4960413"/>
                <a:gd name="connsiteY6" fmla="*/ 0 h 1495996"/>
                <a:gd name="connsiteX7" fmla="*/ 4921849 w 4960413"/>
                <a:gd name="connsiteY7" fmla="*/ 1206818 h 1495996"/>
                <a:gd name="connsiteX8" fmla="*/ 4892798 w 4960413"/>
                <a:gd name="connsiteY8" fmla="*/ 1457420 h 1495996"/>
                <a:gd name="connsiteX9" fmla="*/ 4782117 w 4960413"/>
                <a:gd name="connsiteY9" fmla="*/ 1495997 h 1495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60413" h="1495996">
                  <a:moveTo>
                    <a:pt x="4782117" y="1495997"/>
                  </a:moveTo>
                  <a:cubicBezTo>
                    <a:pt x="4729539" y="1495997"/>
                    <a:pt x="4677437" y="1472851"/>
                    <a:pt x="4642195" y="1428464"/>
                  </a:cubicBezTo>
                  <a:cubicBezTo>
                    <a:pt x="4102413" y="747427"/>
                    <a:pt x="3294979" y="356807"/>
                    <a:pt x="2426965" y="356807"/>
                  </a:cubicBezTo>
                  <a:cubicBezTo>
                    <a:pt x="1618960" y="356807"/>
                    <a:pt x="848006" y="703898"/>
                    <a:pt x="311844" y="1309211"/>
                  </a:cubicBezTo>
                  <a:cubicBezTo>
                    <a:pt x="246502" y="1382935"/>
                    <a:pt x="133822" y="1389698"/>
                    <a:pt x="60098" y="1324451"/>
                  </a:cubicBezTo>
                  <a:cubicBezTo>
                    <a:pt x="-13625" y="1259110"/>
                    <a:pt x="-20483" y="1146429"/>
                    <a:pt x="44858" y="1072706"/>
                  </a:cubicBezTo>
                  <a:cubicBezTo>
                    <a:pt x="648743" y="390906"/>
                    <a:pt x="1517042" y="0"/>
                    <a:pt x="2427061" y="0"/>
                  </a:cubicBezTo>
                  <a:cubicBezTo>
                    <a:pt x="3404612" y="0"/>
                    <a:pt x="4313868" y="439865"/>
                    <a:pt x="4921849" y="1206818"/>
                  </a:cubicBezTo>
                  <a:cubicBezTo>
                    <a:pt x="4982999" y="1283970"/>
                    <a:pt x="4970046" y="1396175"/>
                    <a:pt x="4892798" y="1457420"/>
                  </a:cubicBezTo>
                  <a:cubicBezTo>
                    <a:pt x="4860032" y="1483424"/>
                    <a:pt x="4820979" y="1495997"/>
                    <a:pt x="4782117" y="14959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3" name="Forme libre : forme 52">
              <a:extLst>
                <a:ext uri="{FF2B5EF4-FFF2-40B4-BE49-F238E27FC236}">
                  <a16:creationId xmlns:a16="http://schemas.microsoft.com/office/drawing/2014/main" id="{B8E2CF08-17BC-2CB7-7738-1C7B42BD0EAF}"/>
                </a:ext>
              </a:extLst>
            </p:cNvPr>
            <p:cNvSpPr/>
            <p:nvPr/>
          </p:nvSpPr>
          <p:spPr>
            <a:xfrm>
              <a:off x="3749206" y="5390947"/>
              <a:ext cx="546290" cy="567405"/>
            </a:xfrm>
            <a:custGeom>
              <a:avLst/>
              <a:gdLst>
                <a:gd name="connsiteX0" fmla="*/ 100703 w 546290"/>
                <a:gd name="connsiteY0" fmla="*/ 485502 h 567405"/>
                <a:gd name="connsiteX1" fmla="*/ 881 w 546290"/>
                <a:gd name="connsiteY1" fmla="*/ 299193 h 567405"/>
                <a:gd name="connsiteX2" fmla="*/ 74890 w 546290"/>
                <a:gd name="connsiteY2" fmla="*/ 100501 h 567405"/>
                <a:gd name="connsiteX3" fmla="*/ 260342 w 546290"/>
                <a:gd name="connsiteY3" fmla="*/ 489 h 567405"/>
                <a:gd name="connsiteX4" fmla="*/ 450651 w 546290"/>
                <a:gd name="connsiteY4" fmla="*/ 72402 h 567405"/>
                <a:gd name="connsiteX5" fmla="*/ 545711 w 546290"/>
                <a:gd name="connsiteY5" fmla="*/ 252520 h 567405"/>
                <a:gd name="connsiteX6" fmla="*/ 478083 w 546290"/>
                <a:gd name="connsiteY6" fmla="*/ 437972 h 567405"/>
                <a:gd name="connsiteX7" fmla="*/ 373784 w 546290"/>
                <a:gd name="connsiteY7" fmla="*/ 505408 h 567405"/>
                <a:gd name="connsiteX8" fmla="*/ 278725 w 546290"/>
                <a:gd name="connsiteY8" fmla="*/ 476929 h 567405"/>
                <a:gd name="connsiteX9" fmla="*/ 250721 w 546290"/>
                <a:gd name="connsiteY9" fmla="*/ 393966 h 567405"/>
                <a:gd name="connsiteX10" fmla="*/ 159091 w 546290"/>
                <a:gd name="connsiteY10" fmla="*/ 370439 h 567405"/>
                <a:gd name="connsiteX11" fmla="*/ 122229 w 546290"/>
                <a:gd name="connsiteY11" fmla="*/ 290810 h 567405"/>
                <a:gd name="connsiteX12" fmla="*/ 175188 w 546290"/>
                <a:gd name="connsiteY12" fmla="*/ 181464 h 567405"/>
                <a:gd name="connsiteX13" fmla="*/ 338542 w 546290"/>
                <a:gd name="connsiteY13" fmla="*/ 128219 h 567405"/>
                <a:gd name="connsiteX14" fmla="*/ 375308 w 546290"/>
                <a:gd name="connsiteY14" fmla="*/ 150888 h 567405"/>
                <a:gd name="connsiteX15" fmla="*/ 432268 w 546290"/>
                <a:gd name="connsiteY15" fmla="*/ 236994 h 567405"/>
                <a:gd name="connsiteX16" fmla="*/ 436078 w 546290"/>
                <a:gd name="connsiteY16" fmla="*/ 250805 h 567405"/>
                <a:gd name="connsiteX17" fmla="*/ 423981 w 546290"/>
                <a:gd name="connsiteY17" fmla="*/ 278618 h 567405"/>
                <a:gd name="connsiteX18" fmla="*/ 327683 w 546290"/>
                <a:gd name="connsiteY18" fmla="*/ 386823 h 567405"/>
                <a:gd name="connsiteX19" fmla="*/ 331970 w 546290"/>
                <a:gd name="connsiteY19" fmla="*/ 438448 h 567405"/>
                <a:gd name="connsiteX20" fmla="*/ 378737 w 546290"/>
                <a:gd name="connsiteY20" fmla="*/ 444544 h 567405"/>
                <a:gd name="connsiteX21" fmla="*/ 436268 w 546290"/>
                <a:gd name="connsiteY21" fmla="*/ 400729 h 567405"/>
                <a:gd name="connsiteX22" fmla="*/ 491609 w 546290"/>
                <a:gd name="connsiteY22" fmla="*/ 253091 h 567405"/>
                <a:gd name="connsiteX23" fmla="*/ 416266 w 546290"/>
                <a:gd name="connsiteY23" fmla="*/ 110502 h 567405"/>
                <a:gd name="connsiteX24" fmla="*/ 264914 w 546290"/>
                <a:gd name="connsiteY24" fmla="*/ 53352 h 567405"/>
                <a:gd name="connsiteX25" fmla="*/ 117848 w 546290"/>
                <a:gd name="connsiteY25" fmla="*/ 132695 h 567405"/>
                <a:gd name="connsiteX26" fmla="*/ 56888 w 546290"/>
                <a:gd name="connsiteY26" fmla="*/ 293287 h 567405"/>
                <a:gd name="connsiteX27" fmla="*/ 136612 w 546290"/>
                <a:gd name="connsiteY27" fmla="*/ 446259 h 567405"/>
                <a:gd name="connsiteX28" fmla="*/ 256341 w 546290"/>
                <a:gd name="connsiteY28" fmla="*/ 518172 h 567405"/>
                <a:gd name="connsiteX29" fmla="*/ 269962 w 546290"/>
                <a:gd name="connsiteY29" fmla="*/ 526364 h 567405"/>
                <a:gd name="connsiteX30" fmla="*/ 274153 w 546290"/>
                <a:gd name="connsiteY30" fmla="*/ 540270 h 567405"/>
                <a:gd name="connsiteX31" fmla="*/ 264247 w 546290"/>
                <a:gd name="connsiteY31" fmla="*/ 560177 h 567405"/>
                <a:gd name="connsiteX32" fmla="*/ 238529 w 546290"/>
                <a:gd name="connsiteY32" fmla="*/ 566083 h 567405"/>
                <a:gd name="connsiteX33" fmla="*/ 100798 w 546290"/>
                <a:gd name="connsiteY33" fmla="*/ 485406 h 567405"/>
                <a:gd name="connsiteX34" fmla="*/ 332922 w 546290"/>
                <a:gd name="connsiteY34" fmla="*/ 203752 h 567405"/>
                <a:gd name="connsiteX35" fmla="*/ 287107 w 546290"/>
                <a:gd name="connsiteY35" fmla="*/ 188512 h 567405"/>
                <a:gd name="connsiteX36" fmla="*/ 230433 w 546290"/>
                <a:gd name="connsiteY36" fmla="*/ 225374 h 567405"/>
                <a:gd name="connsiteX37" fmla="*/ 196715 w 546290"/>
                <a:gd name="connsiteY37" fmla="*/ 285095 h 567405"/>
                <a:gd name="connsiteX38" fmla="*/ 209859 w 546290"/>
                <a:gd name="connsiteY38" fmla="*/ 324624 h 567405"/>
                <a:gd name="connsiteX39" fmla="*/ 278249 w 546290"/>
                <a:gd name="connsiteY39" fmla="*/ 339674 h 567405"/>
                <a:gd name="connsiteX40" fmla="*/ 362259 w 546290"/>
                <a:gd name="connsiteY40" fmla="*/ 245281 h 567405"/>
                <a:gd name="connsiteX41" fmla="*/ 333017 w 546290"/>
                <a:gd name="connsiteY41" fmla="*/ 203656 h 567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46290" h="567405">
                  <a:moveTo>
                    <a:pt x="100703" y="485502"/>
                  </a:moveTo>
                  <a:cubicBezTo>
                    <a:pt x="40124" y="431590"/>
                    <a:pt x="6881" y="369582"/>
                    <a:pt x="881" y="299193"/>
                  </a:cubicBezTo>
                  <a:cubicBezTo>
                    <a:pt x="-5120" y="228898"/>
                    <a:pt x="19550" y="162699"/>
                    <a:pt x="74890" y="100501"/>
                  </a:cubicBezTo>
                  <a:cubicBezTo>
                    <a:pt x="130421" y="38112"/>
                    <a:pt x="192238" y="4774"/>
                    <a:pt x="260342" y="489"/>
                  </a:cubicBezTo>
                  <a:cubicBezTo>
                    <a:pt x="328541" y="-3798"/>
                    <a:pt x="391977" y="20110"/>
                    <a:pt x="450651" y="72402"/>
                  </a:cubicBezTo>
                  <a:cubicBezTo>
                    <a:pt x="509420" y="124694"/>
                    <a:pt x="541043" y="184702"/>
                    <a:pt x="545711" y="252520"/>
                  </a:cubicBezTo>
                  <a:cubicBezTo>
                    <a:pt x="550283" y="320338"/>
                    <a:pt x="527804" y="382155"/>
                    <a:pt x="478083" y="437972"/>
                  </a:cubicBezTo>
                  <a:cubicBezTo>
                    <a:pt x="443603" y="476739"/>
                    <a:pt x="408836" y="499218"/>
                    <a:pt x="373784" y="505408"/>
                  </a:cubicBezTo>
                  <a:cubicBezTo>
                    <a:pt x="338732" y="511600"/>
                    <a:pt x="307014" y="502075"/>
                    <a:pt x="278725" y="476929"/>
                  </a:cubicBezTo>
                  <a:cubicBezTo>
                    <a:pt x="250436" y="451783"/>
                    <a:pt x="241101" y="424160"/>
                    <a:pt x="250721" y="393966"/>
                  </a:cubicBezTo>
                  <a:cubicBezTo>
                    <a:pt x="213193" y="399205"/>
                    <a:pt x="182618" y="391394"/>
                    <a:pt x="159091" y="370439"/>
                  </a:cubicBezTo>
                  <a:cubicBezTo>
                    <a:pt x="135564" y="349484"/>
                    <a:pt x="123182" y="322910"/>
                    <a:pt x="122229" y="290810"/>
                  </a:cubicBezTo>
                  <a:cubicBezTo>
                    <a:pt x="121562" y="258330"/>
                    <a:pt x="139184" y="221945"/>
                    <a:pt x="175188" y="181464"/>
                  </a:cubicBezTo>
                  <a:cubicBezTo>
                    <a:pt x="227957" y="122123"/>
                    <a:pt x="282344" y="104406"/>
                    <a:pt x="338542" y="128219"/>
                  </a:cubicBezTo>
                  <a:cubicBezTo>
                    <a:pt x="351972" y="133839"/>
                    <a:pt x="364259" y="141459"/>
                    <a:pt x="375308" y="150888"/>
                  </a:cubicBezTo>
                  <a:cubicBezTo>
                    <a:pt x="401597" y="174225"/>
                    <a:pt x="420552" y="202990"/>
                    <a:pt x="432268" y="236994"/>
                  </a:cubicBezTo>
                  <a:cubicBezTo>
                    <a:pt x="434363" y="242995"/>
                    <a:pt x="435602" y="247662"/>
                    <a:pt x="436078" y="250805"/>
                  </a:cubicBezTo>
                  <a:cubicBezTo>
                    <a:pt x="437126" y="259092"/>
                    <a:pt x="433125" y="268332"/>
                    <a:pt x="423981" y="278618"/>
                  </a:cubicBezTo>
                  <a:lnTo>
                    <a:pt x="327683" y="386823"/>
                  </a:lnTo>
                  <a:cubicBezTo>
                    <a:pt x="311872" y="404634"/>
                    <a:pt x="313301" y="421779"/>
                    <a:pt x="331970" y="438448"/>
                  </a:cubicBezTo>
                  <a:cubicBezTo>
                    <a:pt x="344447" y="449592"/>
                    <a:pt x="360068" y="451593"/>
                    <a:pt x="378737" y="444544"/>
                  </a:cubicBezTo>
                  <a:cubicBezTo>
                    <a:pt x="397406" y="437495"/>
                    <a:pt x="416552" y="422827"/>
                    <a:pt x="436268" y="400729"/>
                  </a:cubicBezTo>
                  <a:cubicBezTo>
                    <a:pt x="476559" y="355390"/>
                    <a:pt x="495038" y="306146"/>
                    <a:pt x="491609" y="253091"/>
                  </a:cubicBezTo>
                  <a:cubicBezTo>
                    <a:pt x="488180" y="200037"/>
                    <a:pt x="463034" y="152507"/>
                    <a:pt x="416266" y="110502"/>
                  </a:cubicBezTo>
                  <a:cubicBezTo>
                    <a:pt x="369498" y="68878"/>
                    <a:pt x="319016" y="49828"/>
                    <a:pt x="264914" y="53352"/>
                  </a:cubicBezTo>
                  <a:cubicBezTo>
                    <a:pt x="210907" y="56686"/>
                    <a:pt x="161948" y="83166"/>
                    <a:pt x="117848" y="132695"/>
                  </a:cubicBezTo>
                  <a:cubicBezTo>
                    <a:pt x="73747" y="182225"/>
                    <a:pt x="53363" y="235756"/>
                    <a:pt x="56888" y="293287"/>
                  </a:cubicBezTo>
                  <a:cubicBezTo>
                    <a:pt x="60317" y="350723"/>
                    <a:pt x="86891" y="401776"/>
                    <a:pt x="136612" y="446259"/>
                  </a:cubicBezTo>
                  <a:cubicBezTo>
                    <a:pt x="174331" y="480168"/>
                    <a:pt x="214241" y="504170"/>
                    <a:pt x="256341" y="518172"/>
                  </a:cubicBezTo>
                  <a:cubicBezTo>
                    <a:pt x="262151" y="520744"/>
                    <a:pt x="266723" y="523506"/>
                    <a:pt x="269962" y="526364"/>
                  </a:cubicBezTo>
                  <a:cubicBezTo>
                    <a:pt x="273200" y="529221"/>
                    <a:pt x="274629" y="533889"/>
                    <a:pt x="274153" y="540270"/>
                  </a:cubicBezTo>
                  <a:cubicBezTo>
                    <a:pt x="273677" y="546652"/>
                    <a:pt x="270343" y="553319"/>
                    <a:pt x="264247" y="560177"/>
                  </a:cubicBezTo>
                  <a:cubicBezTo>
                    <a:pt x="258151" y="567036"/>
                    <a:pt x="249578" y="569035"/>
                    <a:pt x="238529" y="566083"/>
                  </a:cubicBezTo>
                  <a:cubicBezTo>
                    <a:pt x="190523" y="551319"/>
                    <a:pt x="144613" y="524458"/>
                    <a:pt x="100798" y="485406"/>
                  </a:cubicBezTo>
                  <a:moveTo>
                    <a:pt x="332922" y="203752"/>
                  </a:moveTo>
                  <a:cubicBezTo>
                    <a:pt x="319682" y="191941"/>
                    <a:pt x="304442" y="186892"/>
                    <a:pt x="287107" y="188512"/>
                  </a:cubicBezTo>
                  <a:cubicBezTo>
                    <a:pt x="269962" y="189940"/>
                    <a:pt x="251007" y="202228"/>
                    <a:pt x="230433" y="225374"/>
                  </a:cubicBezTo>
                  <a:cubicBezTo>
                    <a:pt x="209764" y="248615"/>
                    <a:pt x="198524" y="268522"/>
                    <a:pt x="196715" y="285095"/>
                  </a:cubicBezTo>
                  <a:cubicBezTo>
                    <a:pt x="194905" y="301764"/>
                    <a:pt x="199286" y="314908"/>
                    <a:pt x="209859" y="324624"/>
                  </a:cubicBezTo>
                  <a:cubicBezTo>
                    <a:pt x="227766" y="340245"/>
                    <a:pt x="250626" y="345293"/>
                    <a:pt x="278249" y="339674"/>
                  </a:cubicBezTo>
                  <a:lnTo>
                    <a:pt x="362259" y="245281"/>
                  </a:lnTo>
                  <a:cubicBezTo>
                    <a:pt x="355973" y="229374"/>
                    <a:pt x="346257" y="215467"/>
                    <a:pt x="333017" y="20365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4" name="Forme libre : forme 53">
              <a:extLst>
                <a:ext uri="{FF2B5EF4-FFF2-40B4-BE49-F238E27FC236}">
                  <a16:creationId xmlns:a16="http://schemas.microsoft.com/office/drawing/2014/main" id="{04A2C595-5A3D-8489-5CD1-98A9F48EAD59}"/>
                </a:ext>
              </a:extLst>
            </p:cNvPr>
            <p:cNvSpPr/>
            <p:nvPr/>
          </p:nvSpPr>
          <p:spPr>
            <a:xfrm>
              <a:off x="4362046" y="5781046"/>
              <a:ext cx="399278" cy="467401"/>
            </a:xfrm>
            <a:custGeom>
              <a:avLst/>
              <a:gdLst>
                <a:gd name="connsiteX0" fmla="*/ 311680 w 399278"/>
                <a:gd name="connsiteY0" fmla="*/ 47967 h 467401"/>
                <a:gd name="connsiteX1" fmla="*/ 392166 w 399278"/>
                <a:gd name="connsiteY1" fmla="*/ 122548 h 467401"/>
                <a:gd name="connsiteX2" fmla="*/ 379879 w 399278"/>
                <a:gd name="connsiteY2" fmla="*/ 217227 h 467401"/>
                <a:gd name="connsiteX3" fmla="*/ 274342 w 399278"/>
                <a:gd name="connsiteY3" fmla="*/ 274186 h 467401"/>
                <a:gd name="connsiteX4" fmla="*/ 289011 w 399278"/>
                <a:gd name="connsiteY4" fmla="*/ 402773 h 467401"/>
                <a:gd name="connsiteX5" fmla="*/ 209953 w 399278"/>
                <a:gd name="connsiteY5" fmla="*/ 466401 h 467401"/>
                <a:gd name="connsiteX6" fmla="*/ 97177 w 399278"/>
                <a:gd name="connsiteY6" fmla="*/ 436397 h 467401"/>
                <a:gd name="connsiteX7" fmla="*/ 19453 w 399278"/>
                <a:gd name="connsiteY7" fmla="*/ 392963 h 467401"/>
                <a:gd name="connsiteX8" fmla="*/ 2117 w 399278"/>
                <a:gd name="connsiteY8" fmla="*/ 374770 h 467401"/>
                <a:gd name="connsiteX9" fmla="*/ 3546 w 399278"/>
                <a:gd name="connsiteY9" fmla="*/ 352196 h 467401"/>
                <a:gd name="connsiteX10" fmla="*/ 192617 w 399278"/>
                <a:gd name="connsiteY10" fmla="*/ 13677 h 467401"/>
                <a:gd name="connsiteX11" fmla="*/ 211286 w 399278"/>
                <a:gd name="connsiteY11" fmla="*/ 342 h 467401"/>
                <a:gd name="connsiteX12" fmla="*/ 235956 w 399278"/>
                <a:gd name="connsiteY12" fmla="*/ 5581 h 467401"/>
                <a:gd name="connsiteX13" fmla="*/ 311680 w 399278"/>
                <a:gd name="connsiteY13" fmla="*/ 47872 h 467401"/>
                <a:gd name="connsiteX14" fmla="*/ 143373 w 399278"/>
                <a:gd name="connsiteY14" fmla="*/ 242087 h 467401"/>
                <a:gd name="connsiteX15" fmla="*/ 80603 w 399278"/>
                <a:gd name="connsiteY15" fmla="*/ 354482 h 467401"/>
                <a:gd name="connsiteX16" fmla="*/ 130038 w 399278"/>
                <a:gd name="connsiteY16" fmla="*/ 382104 h 467401"/>
                <a:gd name="connsiteX17" fmla="*/ 190046 w 399278"/>
                <a:gd name="connsiteY17" fmla="*/ 398964 h 467401"/>
                <a:gd name="connsiteX18" fmla="*/ 231479 w 399278"/>
                <a:gd name="connsiteY18" fmla="*/ 365435 h 467401"/>
                <a:gd name="connsiteX19" fmla="*/ 239385 w 399278"/>
                <a:gd name="connsiteY19" fmla="*/ 313143 h 467401"/>
                <a:gd name="connsiteX20" fmla="*/ 192236 w 399278"/>
                <a:gd name="connsiteY20" fmla="*/ 269423 h 467401"/>
                <a:gd name="connsiteX21" fmla="*/ 143373 w 399278"/>
                <a:gd name="connsiteY21" fmla="*/ 242087 h 467401"/>
                <a:gd name="connsiteX22" fmla="*/ 235099 w 399278"/>
                <a:gd name="connsiteY22" fmla="*/ 77780 h 467401"/>
                <a:gd name="connsiteX23" fmla="*/ 174330 w 399278"/>
                <a:gd name="connsiteY23" fmla="*/ 186652 h 467401"/>
                <a:gd name="connsiteX24" fmla="*/ 222716 w 399278"/>
                <a:gd name="connsiteY24" fmla="*/ 213702 h 467401"/>
                <a:gd name="connsiteX25" fmla="*/ 276342 w 399278"/>
                <a:gd name="connsiteY25" fmla="*/ 224275 h 467401"/>
                <a:gd name="connsiteX26" fmla="*/ 316538 w 399278"/>
                <a:gd name="connsiteY26" fmla="*/ 190461 h 467401"/>
                <a:gd name="connsiteX27" fmla="*/ 323872 w 399278"/>
                <a:gd name="connsiteY27" fmla="*/ 142455 h 467401"/>
                <a:gd name="connsiteX28" fmla="*/ 281676 w 399278"/>
                <a:gd name="connsiteY28" fmla="*/ 103784 h 467401"/>
                <a:gd name="connsiteX29" fmla="*/ 235194 w 399278"/>
                <a:gd name="connsiteY29" fmla="*/ 77780 h 467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9278" h="467401">
                  <a:moveTo>
                    <a:pt x="311680" y="47967"/>
                  </a:moveTo>
                  <a:cubicBezTo>
                    <a:pt x="352733" y="70923"/>
                    <a:pt x="379593" y="95783"/>
                    <a:pt x="392166" y="122548"/>
                  </a:cubicBezTo>
                  <a:cubicBezTo>
                    <a:pt x="404739" y="149409"/>
                    <a:pt x="400644" y="180936"/>
                    <a:pt x="379879" y="217227"/>
                  </a:cubicBezTo>
                  <a:cubicBezTo>
                    <a:pt x="356733" y="258755"/>
                    <a:pt x="321491" y="277711"/>
                    <a:pt x="274342" y="274186"/>
                  </a:cubicBezTo>
                  <a:cubicBezTo>
                    <a:pt x="312918" y="308285"/>
                    <a:pt x="317871" y="351243"/>
                    <a:pt x="289011" y="402773"/>
                  </a:cubicBezTo>
                  <a:cubicBezTo>
                    <a:pt x="267770" y="440779"/>
                    <a:pt x="241481" y="461924"/>
                    <a:pt x="209953" y="466401"/>
                  </a:cubicBezTo>
                  <a:cubicBezTo>
                    <a:pt x="178520" y="470782"/>
                    <a:pt x="140897" y="460781"/>
                    <a:pt x="97177" y="436397"/>
                  </a:cubicBezTo>
                  <a:lnTo>
                    <a:pt x="19453" y="392963"/>
                  </a:lnTo>
                  <a:cubicBezTo>
                    <a:pt x="11166" y="388296"/>
                    <a:pt x="5356" y="382295"/>
                    <a:pt x="2117" y="374770"/>
                  </a:cubicBezTo>
                  <a:cubicBezTo>
                    <a:pt x="-1121" y="367245"/>
                    <a:pt x="-645" y="359816"/>
                    <a:pt x="3546" y="352196"/>
                  </a:cubicBezTo>
                  <a:lnTo>
                    <a:pt x="192617" y="13677"/>
                  </a:lnTo>
                  <a:cubicBezTo>
                    <a:pt x="196904" y="5962"/>
                    <a:pt x="203190" y="1486"/>
                    <a:pt x="211286" y="342"/>
                  </a:cubicBezTo>
                  <a:cubicBezTo>
                    <a:pt x="219383" y="-801"/>
                    <a:pt x="227574" y="914"/>
                    <a:pt x="235956" y="5581"/>
                  </a:cubicBezTo>
                  <a:lnTo>
                    <a:pt x="311680" y="47872"/>
                  </a:lnTo>
                  <a:close/>
                  <a:moveTo>
                    <a:pt x="143373" y="242087"/>
                  </a:moveTo>
                  <a:lnTo>
                    <a:pt x="80603" y="354482"/>
                  </a:lnTo>
                  <a:lnTo>
                    <a:pt x="130038" y="382104"/>
                  </a:lnTo>
                  <a:cubicBezTo>
                    <a:pt x="153946" y="395439"/>
                    <a:pt x="174044" y="401154"/>
                    <a:pt x="190046" y="398964"/>
                  </a:cubicBezTo>
                  <a:cubicBezTo>
                    <a:pt x="206333" y="396963"/>
                    <a:pt x="220145" y="385724"/>
                    <a:pt x="231479" y="365435"/>
                  </a:cubicBezTo>
                  <a:cubicBezTo>
                    <a:pt x="242719" y="345243"/>
                    <a:pt x="245386" y="327812"/>
                    <a:pt x="239385" y="313143"/>
                  </a:cubicBezTo>
                  <a:cubicBezTo>
                    <a:pt x="233385" y="298475"/>
                    <a:pt x="217668" y="283902"/>
                    <a:pt x="192236" y="269423"/>
                  </a:cubicBezTo>
                  <a:lnTo>
                    <a:pt x="143373" y="242087"/>
                  </a:lnTo>
                  <a:close/>
                  <a:moveTo>
                    <a:pt x="235099" y="77780"/>
                  </a:moveTo>
                  <a:lnTo>
                    <a:pt x="174330" y="186652"/>
                  </a:lnTo>
                  <a:lnTo>
                    <a:pt x="222716" y="213702"/>
                  </a:lnTo>
                  <a:cubicBezTo>
                    <a:pt x="242052" y="224752"/>
                    <a:pt x="259959" y="228276"/>
                    <a:pt x="276342" y="224275"/>
                  </a:cubicBezTo>
                  <a:cubicBezTo>
                    <a:pt x="292725" y="220275"/>
                    <a:pt x="306156" y="209035"/>
                    <a:pt x="316538" y="190461"/>
                  </a:cubicBezTo>
                  <a:cubicBezTo>
                    <a:pt x="326920" y="171887"/>
                    <a:pt x="329301" y="155885"/>
                    <a:pt x="323872" y="142455"/>
                  </a:cubicBezTo>
                  <a:cubicBezTo>
                    <a:pt x="318062" y="129120"/>
                    <a:pt x="303965" y="116262"/>
                    <a:pt x="281676" y="103784"/>
                  </a:cubicBezTo>
                  <a:lnTo>
                    <a:pt x="235194" y="777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5" name="Forme libre : forme 54">
              <a:extLst>
                <a:ext uri="{FF2B5EF4-FFF2-40B4-BE49-F238E27FC236}">
                  <a16:creationId xmlns:a16="http://schemas.microsoft.com/office/drawing/2014/main" id="{2018153D-5A47-699E-720F-CD88C6C59B5B}"/>
                </a:ext>
              </a:extLst>
            </p:cNvPr>
            <p:cNvSpPr/>
            <p:nvPr/>
          </p:nvSpPr>
          <p:spPr>
            <a:xfrm>
              <a:off x="4761394" y="5957067"/>
              <a:ext cx="452211" cy="522723"/>
            </a:xfrm>
            <a:custGeom>
              <a:avLst/>
              <a:gdLst>
                <a:gd name="connsiteX0" fmla="*/ 2344 w 452211"/>
                <a:gd name="connsiteY0" fmla="*/ 389440 h 522723"/>
                <a:gd name="connsiteX1" fmla="*/ 140551 w 452211"/>
                <a:gd name="connsiteY1" fmla="*/ 17679 h 522723"/>
                <a:gd name="connsiteX2" fmla="*/ 183604 w 452211"/>
                <a:gd name="connsiteY2" fmla="*/ 3963 h 522723"/>
                <a:gd name="connsiteX3" fmla="*/ 212846 w 452211"/>
                <a:gd name="connsiteY3" fmla="*/ 28347 h 522723"/>
                <a:gd name="connsiteX4" fmla="*/ 216561 w 452211"/>
                <a:gd name="connsiteY4" fmla="*/ 45873 h 522723"/>
                <a:gd name="connsiteX5" fmla="*/ 283712 w 452211"/>
                <a:gd name="connsiteY5" fmla="*/ 384487 h 522723"/>
                <a:gd name="connsiteX6" fmla="*/ 386106 w 452211"/>
                <a:gd name="connsiteY6" fmla="*/ 109024 h 522723"/>
                <a:gd name="connsiteX7" fmla="*/ 402298 w 452211"/>
                <a:gd name="connsiteY7" fmla="*/ 92546 h 522723"/>
                <a:gd name="connsiteX8" fmla="*/ 427730 w 452211"/>
                <a:gd name="connsiteY8" fmla="*/ 94736 h 522723"/>
                <a:gd name="connsiteX9" fmla="*/ 448590 w 452211"/>
                <a:gd name="connsiteY9" fmla="*/ 110071 h 522723"/>
                <a:gd name="connsiteX10" fmla="*/ 450209 w 452211"/>
                <a:gd name="connsiteY10" fmla="*/ 132836 h 522723"/>
                <a:gd name="connsiteX11" fmla="*/ 312001 w 452211"/>
                <a:gd name="connsiteY11" fmla="*/ 504693 h 522723"/>
                <a:gd name="connsiteX12" fmla="*/ 271044 w 452211"/>
                <a:gd name="connsiteY12" fmla="*/ 519170 h 522723"/>
                <a:gd name="connsiteX13" fmla="*/ 249517 w 452211"/>
                <a:gd name="connsiteY13" fmla="*/ 505835 h 522723"/>
                <a:gd name="connsiteX14" fmla="*/ 239611 w 452211"/>
                <a:gd name="connsiteY14" fmla="*/ 491548 h 522723"/>
                <a:gd name="connsiteX15" fmla="*/ 235135 w 452211"/>
                <a:gd name="connsiteY15" fmla="*/ 473355 h 522723"/>
                <a:gd name="connsiteX16" fmla="*/ 168555 w 452211"/>
                <a:gd name="connsiteY16" fmla="*/ 138361 h 522723"/>
                <a:gd name="connsiteX17" fmla="*/ 66352 w 452211"/>
                <a:gd name="connsiteY17" fmla="*/ 413348 h 522723"/>
                <a:gd name="connsiteX18" fmla="*/ 50445 w 452211"/>
                <a:gd name="connsiteY18" fmla="*/ 429921 h 522723"/>
                <a:gd name="connsiteX19" fmla="*/ 24727 w 452211"/>
                <a:gd name="connsiteY19" fmla="*/ 427635 h 522723"/>
                <a:gd name="connsiteX20" fmla="*/ 2248 w 452211"/>
                <a:gd name="connsiteY20" fmla="*/ 389535 h 52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52211" h="522723">
                  <a:moveTo>
                    <a:pt x="2344" y="389440"/>
                  </a:moveTo>
                  <a:lnTo>
                    <a:pt x="140551" y="17679"/>
                  </a:lnTo>
                  <a:cubicBezTo>
                    <a:pt x="147028" y="248"/>
                    <a:pt x="161411" y="-4229"/>
                    <a:pt x="183604" y="3963"/>
                  </a:cubicBezTo>
                  <a:cubicBezTo>
                    <a:pt x="200273" y="10154"/>
                    <a:pt x="209989" y="18346"/>
                    <a:pt x="212846" y="28347"/>
                  </a:cubicBezTo>
                  <a:cubicBezTo>
                    <a:pt x="213989" y="31871"/>
                    <a:pt x="215227" y="37681"/>
                    <a:pt x="216561" y="45873"/>
                  </a:cubicBezTo>
                  <a:lnTo>
                    <a:pt x="283712" y="384487"/>
                  </a:lnTo>
                  <a:lnTo>
                    <a:pt x="386106" y="109024"/>
                  </a:lnTo>
                  <a:cubicBezTo>
                    <a:pt x="389440" y="100165"/>
                    <a:pt x="394774" y="94641"/>
                    <a:pt x="402298" y="92546"/>
                  </a:cubicBezTo>
                  <a:cubicBezTo>
                    <a:pt x="409823" y="90545"/>
                    <a:pt x="418205" y="91212"/>
                    <a:pt x="427730" y="94736"/>
                  </a:cubicBezTo>
                  <a:cubicBezTo>
                    <a:pt x="437160" y="98260"/>
                    <a:pt x="444113" y="103404"/>
                    <a:pt x="448590" y="110071"/>
                  </a:cubicBezTo>
                  <a:cubicBezTo>
                    <a:pt x="452781" y="116739"/>
                    <a:pt x="453352" y="124264"/>
                    <a:pt x="450209" y="132836"/>
                  </a:cubicBezTo>
                  <a:lnTo>
                    <a:pt x="312001" y="504693"/>
                  </a:lnTo>
                  <a:cubicBezTo>
                    <a:pt x="305524" y="522028"/>
                    <a:pt x="291904" y="526885"/>
                    <a:pt x="271044" y="519170"/>
                  </a:cubicBezTo>
                  <a:cubicBezTo>
                    <a:pt x="261900" y="515741"/>
                    <a:pt x="254756" y="511360"/>
                    <a:pt x="249517" y="505835"/>
                  </a:cubicBezTo>
                  <a:cubicBezTo>
                    <a:pt x="244279" y="500406"/>
                    <a:pt x="240945" y="495644"/>
                    <a:pt x="239611" y="491548"/>
                  </a:cubicBezTo>
                  <a:cubicBezTo>
                    <a:pt x="238278" y="487547"/>
                    <a:pt x="236754" y="481452"/>
                    <a:pt x="235135" y="473355"/>
                  </a:cubicBezTo>
                  <a:lnTo>
                    <a:pt x="168555" y="138361"/>
                  </a:lnTo>
                  <a:lnTo>
                    <a:pt x="66352" y="413348"/>
                  </a:lnTo>
                  <a:cubicBezTo>
                    <a:pt x="63304" y="422110"/>
                    <a:pt x="58065" y="427635"/>
                    <a:pt x="50445" y="429921"/>
                  </a:cubicBezTo>
                  <a:cubicBezTo>
                    <a:pt x="42920" y="432207"/>
                    <a:pt x="34348" y="431445"/>
                    <a:pt x="24727" y="427635"/>
                  </a:cubicBezTo>
                  <a:cubicBezTo>
                    <a:pt x="3296" y="419634"/>
                    <a:pt x="-4229" y="406966"/>
                    <a:pt x="2248" y="3895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6" name="Forme libre : forme 55">
              <a:extLst>
                <a:ext uri="{FF2B5EF4-FFF2-40B4-BE49-F238E27FC236}">
                  <a16:creationId xmlns:a16="http://schemas.microsoft.com/office/drawing/2014/main" id="{6ED4D727-34EC-6E25-0E71-E43B4167740C}"/>
                </a:ext>
              </a:extLst>
            </p:cNvPr>
            <p:cNvSpPr/>
            <p:nvPr/>
          </p:nvSpPr>
          <p:spPr>
            <a:xfrm>
              <a:off x="5262000" y="6106780"/>
              <a:ext cx="330188" cy="441242"/>
            </a:xfrm>
            <a:custGeom>
              <a:avLst/>
              <a:gdLst>
                <a:gd name="connsiteX0" fmla="*/ 79905 w 330188"/>
                <a:gd name="connsiteY0" fmla="*/ 21794 h 441242"/>
                <a:gd name="connsiteX1" fmla="*/ 93525 w 330188"/>
                <a:gd name="connsiteY1" fmla="*/ 3126 h 441242"/>
                <a:gd name="connsiteX2" fmla="*/ 119148 w 330188"/>
                <a:gd name="connsiteY2" fmla="*/ 1125 h 441242"/>
                <a:gd name="connsiteX3" fmla="*/ 202015 w 330188"/>
                <a:gd name="connsiteY3" fmla="*/ 18270 h 441242"/>
                <a:gd name="connsiteX4" fmla="*/ 312029 w 330188"/>
                <a:gd name="connsiteY4" fmla="*/ 73134 h 441242"/>
                <a:gd name="connsiteX5" fmla="*/ 324411 w 330188"/>
                <a:gd name="connsiteY5" fmla="*/ 189149 h 441242"/>
                <a:gd name="connsiteX6" fmla="*/ 260022 w 330188"/>
                <a:gd name="connsiteY6" fmla="*/ 293733 h 441242"/>
                <a:gd name="connsiteX7" fmla="*/ 142198 w 330188"/>
                <a:gd name="connsiteY7" fmla="*/ 306401 h 441242"/>
                <a:gd name="connsiteX8" fmla="*/ 93144 w 330188"/>
                <a:gd name="connsiteY8" fmla="*/ 296305 h 441242"/>
                <a:gd name="connsiteX9" fmla="*/ 67522 w 330188"/>
                <a:gd name="connsiteY9" fmla="*/ 420416 h 441242"/>
                <a:gd name="connsiteX10" fmla="*/ 53997 w 330188"/>
                <a:gd name="connsiteY10" fmla="*/ 438513 h 441242"/>
                <a:gd name="connsiteX11" fmla="*/ 28755 w 330188"/>
                <a:gd name="connsiteY11" fmla="*/ 440037 h 441242"/>
                <a:gd name="connsiteX12" fmla="*/ 5895 w 330188"/>
                <a:gd name="connsiteY12" fmla="*/ 428417 h 441242"/>
                <a:gd name="connsiteX13" fmla="*/ 752 w 330188"/>
                <a:gd name="connsiteY13" fmla="*/ 405842 h 441242"/>
                <a:gd name="connsiteX14" fmla="*/ 79905 w 330188"/>
                <a:gd name="connsiteY14" fmla="*/ 21890 h 441242"/>
                <a:gd name="connsiteX15" fmla="*/ 139722 w 330188"/>
                <a:gd name="connsiteY15" fmla="*/ 70182 h 441242"/>
                <a:gd name="connsiteX16" fmla="*/ 106384 w 330188"/>
                <a:gd name="connsiteY16" fmla="*/ 231726 h 441242"/>
                <a:gd name="connsiteX17" fmla="*/ 149151 w 330188"/>
                <a:gd name="connsiteY17" fmla="*/ 244965 h 441242"/>
                <a:gd name="connsiteX18" fmla="*/ 219922 w 330188"/>
                <a:gd name="connsiteY18" fmla="*/ 240298 h 441242"/>
                <a:gd name="connsiteX19" fmla="*/ 256308 w 330188"/>
                <a:gd name="connsiteY19" fmla="*/ 180195 h 441242"/>
                <a:gd name="connsiteX20" fmla="*/ 250116 w 330188"/>
                <a:gd name="connsiteY20" fmla="*/ 111901 h 441242"/>
                <a:gd name="connsiteX21" fmla="*/ 189347 w 330188"/>
                <a:gd name="connsiteY21" fmla="*/ 80373 h 441242"/>
                <a:gd name="connsiteX22" fmla="*/ 139626 w 330188"/>
                <a:gd name="connsiteY22" fmla="*/ 70086 h 441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0188" h="441242">
                  <a:moveTo>
                    <a:pt x="79905" y="21794"/>
                  </a:moveTo>
                  <a:cubicBezTo>
                    <a:pt x="81810" y="12651"/>
                    <a:pt x="86286" y="6459"/>
                    <a:pt x="93525" y="3126"/>
                  </a:cubicBezTo>
                  <a:cubicBezTo>
                    <a:pt x="100764" y="-208"/>
                    <a:pt x="109242" y="-875"/>
                    <a:pt x="119148" y="1125"/>
                  </a:cubicBezTo>
                  <a:lnTo>
                    <a:pt x="202015" y="18270"/>
                  </a:lnTo>
                  <a:cubicBezTo>
                    <a:pt x="256403" y="29510"/>
                    <a:pt x="293074" y="47798"/>
                    <a:pt x="312029" y="73134"/>
                  </a:cubicBezTo>
                  <a:cubicBezTo>
                    <a:pt x="330984" y="98470"/>
                    <a:pt x="335079" y="137237"/>
                    <a:pt x="324411" y="189149"/>
                  </a:cubicBezTo>
                  <a:cubicBezTo>
                    <a:pt x="313743" y="240869"/>
                    <a:pt x="292312" y="275731"/>
                    <a:pt x="260022" y="293733"/>
                  </a:cubicBezTo>
                  <a:cubicBezTo>
                    <a:pt x="227733" y="311735"/>
                    <a:pt x="188585" y="315926"/>
                    <a:pt x="142198" y="306401"/>
                  </a:cubicBezTo>
                  <a:cubicBezTo>
                    <a:pt x="122767" y="302401"/>
                    <a:pt x="106384" y="299068"/>
                    <a:pt x="93144" y="296305"/>
                  </a:cubicBezTo>
                  <a:lnTo>
                    <a:pt x="67522" y="420416"/>
                  </a:lnTo>
                  <a:cubicBezTo>
                    <a:pt x="65522" y="429179"/>
                    <a:pt x="61045" y="435275"/>
                    <a:pt x="53997" y="438513"/>
                  </a:cubicBezTo>
                  <a:cubicBezTo>
                    <a:pt x="47043" y="441561"/>
                    <a:pt x="38661" y="442037"/>
                    <a:pt x="28755" y="440037"/>
                  </a:cubicBezTo>
                  <a:cubicBezTo>
                    <a:pt x="18849" y="437942"/>
                    <a:pt x="11229" y="434132"/>
                    <a:pt x="5895" y="428417"/>
                  </a:cubicBezTo>
                  <a:cubicBezTo>
                    <a:pt x="561" y="422607"/>
                    <a:pt x="-1153" y="415177"/>
                    <a:pt x="752" y="405842"/>
                  </a:cubicBezTo>
                  <a:lnTo>
                    <a:pt x="79905" y="21890"/>
                  </a:lnTo>
                  <a:close/>
                  <a:moveTo>
                    <a:pt x="139722" y="70182"/>
                  </a:moveTo>
                  <a:lnTo>
                    <a:pt x="106384" y="231726"/>
                  </a:lnTo>
                  <a:cubicBezTo>
                    <a:pt x="120386" y="237536"/>
                    <a:pt x="134578" y="242012"/>
                    <a:pt x="149151" y="244965"/>
                  </a:cubicBezTo>
                  <a:cubicBezTo>
                    <a:pt x="178393" y="250966"/>
                    <a:pt x="202015" y="249442"/>
                    <a:pt x="219922" y="240298"/>
                  </a:cubicBezTo>
                  <a:cubicBezTo>
                    <a:pt x="237829" y="231154"/>
                    <a:pt x="249926" y="211151"/>
                    <a:pt x="256308" y="180195"/>
                  </a:cubicBezTo>
                  <a:cubicBezTo>
                    <a:pt x="262689" y="149239"/>
                    <a:pt x="260594" y="126474"/>
                    <a:pt x="250116" y="111901"/>
                  </a:cubicBezTo>
                  <a:cubicBezTo>
                    <a:pt x="239639" y="97328"/>
                    <a:pt x="219351" y="86850"/>
                    <a:pt x="189347" y="80373"/>
                  </a:cubicBezTo>
                  <a:lnTo>
                    <a:pt x="139626" y="700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7" name="Forme libre : forme 56">
              <a:extLst>
                <a:ext uri="{FF2B5EF4-FFF2-40B4-BE49-F238E27FC236}">
                  <a16:creationId xmlns:a16="http://schemas.microsoft.com/office/drawing/2014/main" id="{965118B7-A109-2A4E-6C6F-C34BCF7789C3}"/>
                </a:ext>
              </a:extLst>
            </p:cNvPr>
            <p:cNvSpPr/>
            <p:nvPr/>
          </p:nvSpPr>
          <p:spPr>
            <a:xfrm>
              <a:off x="5935503" y="6183328"/>
              <a:ext cx="274236" cy="448833"/>
            </a:xfrm>
            <a:custGeom>
              <a:avLst/>
              <a:gdLst>
                <a:gd name="connsiteX0" fmla="*/ 0 w 274236"/>
                <a:gd name="connsiteY0" fmla="*/ 29258 h 448833"/>
                <a:gd name="connsiteX1" fmla="*/ 9430 w 274236"/>
                <a:gd name="connsiteY1" fmla="*/ 8113 h 448833"/>
                <a:gd name="connsiteX2" fmla="*/ 34100 w 274236"/>
                <a:gd name="connsiteY2" fmla="*/ 778 h 448833"/>
                <a:gd name="connsiteX3" fmla="*/ 118681 w 274236"/>
                <a:gd name="connsiteY3" fmla="*/ 16 h 448833"/>
                <a:gd name="connsiteX4" fmla="*/ 237744 w 274236"/>
                <a:gd name="connsiteY4" fmla="*/ 30591 h 448833"/>
                <a:gd name="connsiteX5" fmla="*/ 274225 w 274236"/>
                <a:gd name="connsiteY5" fmla="*/ 141367 h 448833"/>
                <a:gd name="connsiteX6" fmla="*/ 233267 w 274236"/>
                <a:gd name="connsiteY6" fmla="*/ 257096 h 448833"/>
                <a:gd name="connsiteX7" fmla="*/ 120777 w 274236"/>
                <a:gd name="connsiteY7" fmla="*/ 294243 h 448833"/>
                <a:gd name="connsiteX8" fmla="*/ 70676 w 274236"/>
                <a:gd name="connsiteY8" fmla="*/ 294719 h 448833"/>
                <a:gd name="connsiteX9" fmla="*/ 71819 w 274236"/>
                <a:gd name="connsiteY9" fmla="*/ 421497 h 448833"/>
                <a:gd name="connsiteX10" fmla="*/ 62389 w 274236"/>
                <a:gd name="connsiteY10" fmla="*/ 441976 h 448833"/>
                <a:gd name="connsiteX11" fmla="*/ 38005 w 274236"/>
                <a:gd name="connsiteY11" fmla="*/ 448834 h 448833"/>
                <a:gd name="connsiteX12" fmla="*/ 13240 w 274236"/>
                <a:gd name="connsiteY12" fmla="*/ 442262 h 448833"/>
                <a:gd name="connsiteX13" fmla="*/ 3429 w 274236"/>
                <a:gd name="connsiteY13" fmla="*/ 421307 h 448833"/>
                <a:gd name="connsiteX14" fmla="*/ 95 w 274236"/>
                <a:gd name="connsiteY14" fmla="*/ 29258 h 448833"/>
                <a:gd name="connsiteX15" fmla="*/ 68675 w 274236"/>
                <a:gd name="connsiteY15" fmla="*/ 63929 h 448833"/>
                <a:gd name="connsiteX16" fmla="*/ 70104 w 274236"/>
                <a:gd name="connsiteY16" fmla="*/ 228902 h 448833"/>
                <a:gd name="connsiteX17" fmla="*/ 114681 w 274236"/>
                <a:gd name="connsiteY17" fmla="*/ 232902 h 448833"/>
                <a:gd name="connsiteX18" fmla="*/ 182880 w 274236"/>
                <a:gd name="connsiteY18" fmla="*/ 213472 h 448833"/>
                <a:gd name="connsiteX19" fmla="*/ 205835 w 274236"/>
                <a:gd name="connsiteY19" fmla="*/ 147082 h 448833"/>
                <a:gd name="connsiteX20" fmla="*/ 185452 w 274236"/>
                <a:gd name="connsiteY20" fmla="*/ 81645 h 448833"/>
                <a:gd name="connsiteX21" fmla="*/ 119444 w 274236"/>
                <a:gd name="connsiteY21" fmla="*/ 63643 h 448833"/>
                <a:gd name="connsiteX22" fmla="*/ 68675 w 274236"/>
                <a:gd name="connsiteY22" fmla="*/ 64024 h 448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74236" h="448833">
                  <a:moveTo>
                    <a:pt x="0" y="29258"/>
                  </a:moveTo>
                  <a:cubicBezTo>
                    <a:pt x="0" y="19923"/>
                    <a:pt x="3048" y="12970"/>
                    <a:pt x="9430" y="8113"/>
                  </a:cubicBezTo>
                  <a:cubicBezTo>
                    <a:pt x="15812" y="3255"/>
                    <a:pt x="24003" y="873"/>
                    <a:pt x="34100" y="778"/>
                  </a:cubicBezTo>
                  <a:lnTo>
                    <a:pt x="118681" y="16"/>
                  </a:lnTo>
                  <a:cubicBezTo>
                    <a:pt x="174212" y="-460"/>
                    <a:pt x="213931" y="9732"/>
                    <a:pt x="237744" y="30591"/>
                  </a:cubicBezTo>
                  <a:cubicBezTo>
                    <a:pt x="261556" y="51451"/>
                    <a:pt x="273749" y="88313"/>
                    <a:pt x="274225" y="141367"/>
                  </a:cubicBezTo>
                  <a:cubicBezTo>
                    <a:pt x="274701" y="194231"/>
                    <a:pt x="260985" y="232807"/>
                    <a:pt x="233267" y="257096"/>
                  </a:cubicBezTo>
                  <a:cubicBezTo>
                    <a:pt x="205550" y="281480"/>
                    <a:pt x="168021" y="293863"/>
                    <a:pt x="120777" y="294243"/>
                  </a:cubicBezTo>
                  <a:cubicBezTo>
                    <a:pt x="100965" y="294434"/>
                    <a:pt x="84296" y="294529"/>
                    <a:pt x="70676" y="294719"/>
                  </a:cubicBezTo>
                  <a:lnTo>
                    <a:pt x="71819" y="421497"/>
                  </a:lnTo>
                  <a:cubicBezTo>
                    <a:pt x="71628" y="430451"/>
                    <a:pt x="68580" y="437309"/>
                    <a:pt x="62389" y="441976"/>
                  </a:cubicBezTo>
                  <a:cubicBezTo>
                    <a:pt x="56197" y="446453"/>
                    <a:pt x="48101" y="448739"/>
                    <a:pt x="38005" y="448834"/>
                  </a:cubicBezTo>
                  <a:cubicBezTo>
                    <a:pt x="27908" y="448834"/>
                    <a:pt x="19621" y="446739"/>
                    <a:pt x="13240" y="442262"/>
                  </a:cubicBezTo>
                  <a:cubicBezTo>
                    <a:pt x="6858" y="437785"/>
                    <a:pt x="3524" y="430832"/>
                    <a:pt x="3429" y="421307"/>
                  </a:cubicBezTo>
                  <a:lnTo>
                    <a:pt x="95" y="29258"/>
                  </a:lnTo>
                  <a:close/>
                  <a:moveTo>
                    <a:pt x="68675" y="63929"/>
                  </a:moveTo>
                  <a:lnTo>
                    <a:pt x="70104" y="228902"/>
                  </a:lnTo>
                  <a:cubicBezTo>
                    <a:pt x="84963" y="231664"/>
                    <a:pt x="99822" y="232998"/>
                    <a:pt x="114681" y="232902"/>
                  </a:cubicBezTo>
                  <a:cubicBezTo>
                    <a:pt x="144589" y="232617"/>
                    <a:pt x="167354" y="226139"/>
                    <a:pt x="182880" y="213472"/>
                  </a:cubicBezTo>
                  <a:cubicBezTo>
                    <a:pt x="198406" y="200708"/>
                    <a:pt x="206121" y="178610"/>
                    <a:pt x="205835" y="147082"/>
                  </a:cubicBezTo>
                  <a:cubicBezTo>
                    <a:pt x="205550" y="115554"/>
                    <a:pt x="198787" y="93742"/>
                    <a:pt x="185452" y="81645"/>
                  </a:cubicBezTo>
                  <a:cubicBezTo>
                    <a:pt x="172117" y="69644"/>
                    <a:pt x="150114" y="63643"/>
                    <a:pt x="119444" y="63643"/>
                  </a:cubicBezTo>
                  <a:lnTo>
                    <a:pt x="68675" y="6402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8" name="Forme libre : forme 57">
              <a:extLst>
                <a:ext uri="{FF2B5EF4-FFF2-40B4-BE49-F238E27FC236}">
                  <a16:creationId xmlns:a16="http://schemas.microsoft.com/office/drawing/2014/main" id="{DB1E3ED8-E951-A5A6-06BA-CDEA9CF4A89D}"/>
                </a:ext>
              </a:extLst>
            </p:cNvPr>
            <p:cNvSpPr/>
            <p:nvPr/>
          </p:nvSpPr>
          <p:spPr>
            <a:xfrm>
              <a:off x="6296609" y="6156289"/>
              <a:ext cx="335474" cy="465516"/>
            </a:xfrm>
            <a:custGeom>
              <a:avLst/>
              <a:gdLst>
                <a:gd name="connsiteX0" fmla="*/ 653 w 335474"/>
                <a:gd name="connsiteY0" fmla="*/ 447488 h 465516"/>
                <a:gd name="connsiteX1" fmla="*/ 367 w 335474"/>
                <a:gd name="connsiteY1" fmla="*/ 435677 h 465516"/>
                <a:gd name="connsiteX2" fmla="*/ 66661 w 335474"/>
                <a:gd name="connsiteY2" fmla="*/ 34579 h 465516"/>
                <a:gd name="connsiteX3" fmla="*/ 97237 w 335474"/>
                <a:gd name="connsiteY3" fmla="*/ 4194 h 465516"/>
                <a:gd name="connsiteX4" fmla="*/ 125812 w 335474"/>
                <a:gd name="connsiteY4" fmla="*/ 384 h 465516"/>
                <a:gd name="connsiteX5" fmla="*/ 163150 w 335474"/>
                <a:gd name="connsiteY5" fmla="*/ 24292 h 465516"/>
                <a:gd name="connsiteX6" fmla="*/ 331837 w 335474"/>
                <a:gd name="connsiteY6" fmla="*/ 391767 h 465516"/>
                <a:gd name="connsiteX7" fmla="*/ 335362 w 335474"/>
                <a:gd name="connsiteY7" fmla="*/ 404149 h 465516"/>
                <a:gd name="connsiteX8" fmla="*/ 328599 w 335474"/>
                <a:gd name="connsiteY8" fmla="*/ 418627 h 465516"/>
                <a:gd name="connsiteX9" fmla="*/ 306120 w 335474"/>
                <a:gd name="connsiteY9" fmla="*/ 428247 h 465516"/>
                <a:gd name="connsiteX10" fmla="*/ 263353 w 335474"/>
                <a:gd name="connsiteY10" fmla="*/ 406054 h 465516"/>
                <a:gd name="connsiteX11" fmla="*/ 228872 w 335474"/>
                <a:gd name="connsiteY11" fmla="*/ 328711 h 465516"/>
                <a:gd name="connsiteX12" fmla="*/ 73996 w 335474"/>
                <a:gd name="connsiteY12" fmla="*/ 349571 h 465516"/>
                <a:gd name="connsiteX13" fmla="*/ 61899 w 335474"/>
                <a:gd name="connsiteY13" fmla="*/ 430057 h 465516"/>
                <a:gd name="connsiteX14" fmla="*/ 53612 w 335474"/>
                <a:gd name="connsiteY14" fmla="*/ 455298 h 465516"/>
                <a:gd name="connsiteX15" fmla="*/ 32657 w 335474"/>
                <a:gd name="connsiteY15" fmla="*/ 465014 h 465516"/>
                <a:gd name="connsiteX16" fmla="*/ 10083 w 335474"/>
                <a:gd name="connsiteY16" fmla="*/ 461204 h 465516"/>
                <a:gd name="connsiteX17" fmla="*/ 749 w 335474"/>
                <a:gd name="connsiteY17" fmla="*/ 447488 h 465516"/>
                <a:gd name="connsiteX18" fmla="*/ 115525 w 335474"/>
                <a:gd name="connsiteY18" fmla="*/ 74394 h 465516"/>
                <a:gd name="connsiteX19" fmla="*/ 83616 w 335474"/>
                <a:gd name="connsiteY19" fmla="*/ 286134 h 465516"/>
                <a:gd name="connsiteX20" fmla="*/ 202774 w 335474"/>
                <a:gd name="connsiteY20" fmla="*/ 270037 h 465516"/>
                <a:gd name="connsiteX21" fmla="*/ 115429 w 335474"/>
                <a:gd name="connsiteY21" fmla="*/ 74394 h 4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35474" h="465516">
                  <a:moveTo>
                    <a:pt x="653" y="447488"/>
                  </a:moveTo>
                  <a:cubicBezTo>
                    <a:pt x="-109" y="441963"/>
                    <a:pt x="-204" y="438058"/>
                    <a:pt x="367" y="435677"/>
                  </a:cubicBezTo>
                  <a:lnTo>
                    <a:pt x="66661" y="34579"/>
                  </a:lnTo>
                  <a:cubicBezTo>
                    <a:pt x="69233" y="16672"/>
                    <a:pt x="79425" y="6576"/>
                    <a:pt x="97237" y="4194"/>
                  </a:cubicBezTo>
                  <a:lnTo>
                    <a:pt x="125812" y="384"/>
                  </a:lnTo>
                  <a:cubicBezTo>
                    <a:pt x="142861" y="-1902"/>
                    <a:pt x="155339" y="6004"/>
                    <a:pt x="163150" y="24292"/>
                  </a:cubicBezTo>
                  <a:lnTo>
                    <a:pt x="331837" y="391767"/>
                  </a:lnTo>
                  <a:cubicBezTo>
                    <a:pt x="333552" y="395386"/>
                    <a:pt x="334790" y="399577"/>
                    <a:pt x="335362" y="404149"/>
                  </a:cubicBezTo>
                  <a:cubicBezTo>
                    <a:pt x="336028" y="408721"/>
                    <a:pt x="333742" y="413579"/>
                    <a:pt x="328599" y="418627"/>
                  </a:cubicBezTo>
                  <a:cubicBezTo>
                    <a:pt x="323455" y="423866"/>
                    <a:pt x="315931" y="427104"/>
                    <a:pt x="306120" y="428247"/>
                  </a:cubicBezTo>
                  <a:cubicBezTo>
                    <a:pt x="285641" y="431010"/>
                    <a:pt x="271449" y="423580"/>
                    <a:pt x="263353" y="406054"/>
                  </a:cubicBezTo>
                  <a:lnTo>
                    <a:pt x="228872" y="328711"/>
                  </a:lnTo>
                  <a:lnTo>
                    <a:pt x="73996" y="349571"/>
                  </a:lnTo>
                  <a:lnTo>
                    <a:pt x="61899" y="430057"/>
                  </a:lnTo>
                  <a:cubicBezTo>
                    <a:pt x="60756" y="441392"/>
                    <a:pt x="57994" y="449869"/>
                    <a:pt x="53612" y="455298"/>
                  </a:cubicBezTo>
                  <a:cubicBezTo>
                    <a:pt x="49135" y="460537"/>
                    <a:pt x="42182" y="463776"/>
                    <a:pt x="32657" y="465014"/>
                  </a:cubicBezTo>
                  <a:cubicBezTo>
                    <a:pt x="23132" y="466347"/>
                    <a:pt x="15607" y="465014"/>
                    <a:pt x="10083" y="461204"/>
                  </a:cubicBezTo>
                  <a:cubicBezTo>
                    <a:pt x="4558" y="457394"/>
                    <a:pt x="1510" y="452822"/>
                    <a:pt x="749" y="447488"/>
                  </a:cubicBezTo>
                  <a:moveTo>
                    <a:pt x="115525" y="74394"/>
                  </a:moveTo>
                  <a:lnTo>
                    <a:pt x="83616" y="286134"/>
                  </a:lnTo>
                  <a:lnTo>
                    <a:pt x="202774" y="270037"/>
                  </a:lnTo>
                  <a:lnTo>
                    <a:pt x="115429" y="74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9" name="Forme libre : forme 58">
              <a:extLst>
                <a:ext uri="{FF2B5EF4-FFF2-40B4-BE49-F238E27FC236}">
                  <a16:creationId xmlns:a16="http://schemas.microsoft.com/office/drawing/2014/main" id="{0B20BD0D-619F-6408-D21B-DC8EF2AE4C2E}"/>
                </a:ext>
              </a:extLst>
            </p:cNvPr>
            <p:cNvSpPr/>
            <p:nvPr/>
          </p:nvSpPr>
          <p:spPr>
            <a:xfrm>
              <a:off x="6670016" y="6070844"/>
              <a:ext cx="373970" cy="468437"/>
            </a:xfrm>
            <a:custGeom>
              <a:avLst/>
              <a:gdLst>
                <a:gd name="connsiteX0" fmla="*/ 172934 w 373970"/>
                <a:gd name="connsiteY0" fmla="*/ 430349 h 468437"/>
                <a:gd name="connsiteX1" fmla="*/ 169409 w 373970"/>
                <a:gd name="connsiteY1" fmla="*/ 453209 h 468437"/>
                <a:gd name="connsiteX2" fmla="*/ 147692 w 373970"/>
                <a:gd name="connsiteY2" fmla="*/ 466354 h 468437"/>
                <a:gd name="connsiteX3" fmla="*/ 122070 w 373970"/>
                <a:gd name="connsiteY3" fmla="*/ 466449 h 468437"/>
                <a:gd name="connsiteX4" fmla="*/ 107116 w 373970"/>
                <a:gd name="connsiteY4" fmla="*/ 448732 h 468437"/>
                <a:gd name="connsiteX5" fmla="*/ 1293 w 373970"/>
                <a:gd name="connsiteY5" fmla="*/ 71257 h 468437"/>
                <a:gd name="connsiteX6" fmla="*/ 4722 w 373970"/>
                <a:gd name="connsiteY6" fmla="*/ 48397 h 468437"/>
                <a:gd name="connsiteX7" fmla="*/ 26344 w 373970"/>
                <a:gd name="connsiteY7" fmla="*/ 34967 h 468437"/>
                <a:gd name="connsiteX8" fmla="*/ 112069 w 373970"/>
                <a:gd name="connsiteY8" fmla="*/ 10963 h 468437"/>
                <a:gd name="connsiteX9" fmla="*/ 230274 w 373970"/>
                <a:gd name="connsiteY9" fmla="*/ 8678 h 468437"/>
                <a:gd name="connsiteX10" fmla="*/ 295139 w 373970"/>
                <a:gd name="connsiteY10" fmla="*/ 100689 h 468437"/>
                <a:gd name="connsiteX11" fmla="*/ 261516 w 373970"/>
                <a:gd name="connsiteY11" fmla="*/ 236420 h 468437"/>
                <a:gd name="connsiteX12" fmla="*/ 364862 w 373970"/>
                <a:gd name="connsiteY12" fmla="*/ 362722 h 468437"/>
                <a:gd name="connsiteX13" fmla="*/ 373054 w 373970"/>
                <a:gd name="connsiteY13" fmla="*/ 378724 h 468437"/>
                <a:gd name="connsiteX14" fmla="*/ 370863 w 373970"/>
                <a:gd name="connsiteY14" fmla="*/ 396059 h 468437"/>
                <a:gd name="connsiteX15" fmla="*/ 352004 w 373970"/>
                <a:gd name="connsiteY15" fmla="*/ 409013 h 468437"/>
                <a:gd name="connsiteX16" fmla="*/ 303712 w 373970"/>
                <a:gd name="connsiteY16" fmla="*/ 393678 h 468437"/>
                <a:gd name="connsiteX17" fmla="*/ 204080 w 373970"/>
                <a:gd name="connsiteY17" fmla="*/ 270901 h 468437"/>
                <a:gd name="connsiteX18" fmla="*/ 174457 w 373970"/>
                <a:gd name="connsiteY18" fmla="*/ 281092 h 468437"/>
                <a:gd name="connsiteX19" fmla="*/ 133405 w 373970"/>
                <a:gd name="connsiteY19" fmla="*/ 289379 h 468437"/>
                <a:gd name="connsiteX20" fmla="*/ 172934 w 373970"/>
                <a:gd name="connsiteY20" fmla="*/ 430349 h 468437"/>
                <a:gd name="connsiteX21" fmla="*/ 76636 w 373970"/>
                <a:gd name="connsiteY21" fmla="*/ 86782 h 468437"/>
                <a:gd name="connsiteX22" fmla="*/ 116641 w 373970"/>
                <a:gd name="connsiteY22" fmla="*/ 229467 h 468437"/>
                <a:gd name="connsiteX23" fmla="*/ 175124 w 373970"/>
                <a:gd name="connsiteY23" fmla="*/ 216894 h 468437"/>
                <a:gd name="connsiteX24" fmla="*/ 230179 w 373970"/>
                <a:gd name="connsiteY24" fmla="*/ 122120 h 468437"/>
                <a:gd name="connsiteX25" fmla="*/ 195603 w 373970"/>
                <a:gd name="connsiteY25" fmla="*/ 69828 h 468437"/>
                <a:gd name="connsiteX26" fmla="*/ 129976 w 373970"/>
                <a:gd name="connsiteY26" fmla="*/ 71828 h 468437"/>
                <a:gd name="connsiteX27" fmla="*/ 76636 w 373970"/>
                <a:gd name="connsiteY27" fmla="*/ 86782 h 46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73970" h="468437">
                  <a:moveTo>
                    <a:pt x="172934" y="430349"/>
                  </a:moveTo>
                  <a:cubicBezTo>
                    <a:pt x="175220" y="439302"/>
                    <a:pt x="174077" y="446923"/>
                    <a:pt x="169409" y="453209"/>
                  </a:cubicBezTo>
                  <a:cubicBezTo>
                    <a:pt x="164647" y="459210"/>
                    <a:pt x="157408" y="463686"/>
                    <a:pt x="147692" y="466354"/>
                  </a:cubicBezTo>
                  <a:cubicBezTo>
                    <a:pt x="137977" y="469116"/>
                    <a:pt x="129404" y="469116"/>
                    <a:pt x="122070" y="466449"/>
                  </a:cubicBezTo>
                  <a:cubicBezTo>
                    <a:pt x="114640" y="463782"/>
                    <a:pt x="109687" y="457972"/>
                    <a:pt x="107116" y="448732"/>
                  </a:cubicBezTo>
                  <a:lnTo>
                    <a:pt x="1293" y="71257"/>
                  </a:lnTo>
                  <a:cubicBezTo>
                    <a:pt x="-1183" y="62303"/>
                    <a:pt x="-136" y="54683"/>
                    <a:pt x="4722" y="48397"/>
                  </a:cubicBezTo>
                  <a:cubicBezTo>
                    <a:pt x="9580" y="42110"/>
                    <a:pt x="16723" y="37633"/>
                    <a:pt x="26344" y="34967"/>
                  </a:cubicBezTo>
                  <a:lnTo>
                    <a:pt x="112069" y="10963"/>
                  </a:lnTo>
                  <a:cubicBezTo>
                    <a:pt x="161218" y="-2848"/>
                    <a:pt x="200556" y="-3610"/>
                    <a:pt x="230274" y="8678"/>
                  </a:cubicBezTo>
                  <a:cubicBezTo>
                    <a:pt x="259992" y="20869"/>
                    <a:pt x="281614" y="51540"/>
                    <a:pt x="295139" y="100689"/>
                  </a:cubicBezTo>
                  <a:cubicBezTo>
                    <a:pt x="311808" y="160125"/>
                    <a:pt x="300569" y="205368"/>
                    <a:pt x="261516" y="236420"/>
                  </a:cubicBezTo>
                  <a:lnTo>
                    <a:pt x="364862" y="362722"/>
                  </a:lnTo>
                  <a:cubicBezTo>
                    <a:pt x="368768" y="367865"/>
                    <a:pt x="371530" y="373199"/>
                    <a:pt x="373054" y="378724"/>
                  </a:cubicBezTo>
                  <a:cubicBezTo>
                    <a:pt x="374768" y="384248"/>
                    <a:pt x="374102" y="389963"/>
                    <a:pt x="370863" y="396059"/>
                  </a:cubicBezTo>
                  <a:cubicBezTo>
                    <a:pt x="367720" y="402345"/>
                    <a:pt x="361433" y="406632"/>
                    <a:pt x="352004" y="409013"/>
                  </a:cubicBezTo>
                  <a:cubicBezTo>
                    <a:pt x="332192" y="414538"/>
                    <a:pt x="316094" y="409394"/>
                    <a:pt x="303712" y="393678"/>
                  </a:cubicBezTo>
                  <a:lnTo>
                    <a:pt x="204080" y="270901"/>
                  </a:lnTo>
                  <a:cubicBezTo>
                    <a:pt x="196270" y="274425"/>
                    <a:pt x="186364" y="277759"/>
                    <a:pt x="174457" y="281092"/>
                  </a:cubicBezTo>
                  <a:cubicBezTo>
                    <a:pt x="162551" y="284426"/>
                    <a:pt x="148835" y="287188"/>
                    <a:pt x="133405" y="289379"/>
                  </a:cubicBezTo>
                  <a:lnTo>
                    <a:pt x="172934" y="430349"/>
                  </a:lnTo>
                  <a:close/>
                  <a:moveTo>
                    <a:pt x="76636" y="86782"/>
                  </a:moveTo>
                  <a:lnTo>
                    <a:pt x="116641" y="229467"/>
                  </a:lnTo>
                  <a:cubicBezTo>
                    <a:pt x="132167" y="227657"/>
                    <a:pt x="151693" y="223466"/>
                    <a:pt x="175124" y="216894"/>
                  </a:cubicBezTo>
                  <a:cubicBezTo>
                    <a:pt x="225607" y="202987"/>
                    <a:pt x="243990" y="171364"/>
                    <a:pt x="230179" y="122120"/>
                  </a:cubicBezTo>
                  <a:cubicBezTo>
                    <a:pt x="222178" y="93736"/>
                    <a:pt x="210653" y="76305"/>
                    <a:pt x="195603" y="69828"/>
                  </a:cubicBezTo>
                  <a:cubicBezTo>
                    <a:pt x="180458" y="63351"/>
                    <a:pt x="158646" y="64018"/>
                    <a:pt x="129976" y="71828"/>
                  </a:cubicBezTo>
                  <a:lnTo>
                    <a:pt x="76636" y="867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60" name="Forme libre : forme 59">
              <a:extLst>
                <a:ext uri="{FF2B5EF4-FFF2-40B4-BE49-F238E27FC236}">
                  <a16:creationId xmlns:a16="http://schemas.microsoft.com/office/drawing/2014/main" id="{82DCBB3B-7E0D-A1E6-06AF-F4F148318C43}"/>
                </a:ext>
              </a:extLst>
            </p:cNvPr>
            <p:cNvSpPr/>
            <p:nvPr/>
          </p:nvSpPr>
          <p:spPr>
            <a:xfrm>
              <a:off x="7050454" y="5974176"/>
              <a:ext cx="216666" cy="426937"/>
            </a:xfrm>
            <a:custGeom>
              <a:avLst/>
              <a:gdLst>
                <a:gd name="connsiteX0" fmla="*/ 2426 w 216666"/>
                <a:gd name="connsiteY0" fmla="*/ 42480 h 426937"/>
                <a:gd name="connsiteX1" fmla="*/ 3474 w 216666"/>
                <a:gd name="connsiteY1" fmla="*/ 19334 h 426937"/>
                <a:gd name="connsiteX2" fmla="*/ 23858 w 216666"/>
                <a:gd name="connsiteY2" fmla="*/ 3713 h 426937"/>
                <a:gd name="connsiteX3" fmla="*/ 49480 w 216666"/>
                <a:gd name="connsiteY3" fmla="*/ 1046 h 426937"/>
                <a:gd name="connsiteX4" fmla="*/ 65863 w 216666"/>
                <a:gd name="connsiteY4" fmla="*/ 16762 h 426937"/>
                <a:gd name="connsiteX5" fmla="*/ 214453 w 216666"/>
                <a:gd name="connsiteY5" fmla="*/ 384523 h 426937"/>
                <a:gd name="connsiteX6" fmla="*/ 213405 w 216666"/>
                <a:gd name="connsiteY6" fmla="*/ 407668 h 426937"/>
                <a:gd name="connsiteX7" fmla="*/ 193307 w 216666"/>
                <a:gd name="connsiteY7" fmla="*/ 423099 h 426937"/>
                <a:gd name="connsiteX8" fmla="*/ 167781 w 216666"/>
                <a:gd name="connsiteY8" fmla="*/ 426052 h 426937"/>
                <a:gd name="connsiteX9" fmla="*/ 151016 w 216666"/>
                <a:gd name="connsiteY9" fmla="*/ 410145 h 426937"/>
                <a:gd name="connsiteX10" fmla="*/ 2426 w 216666"/>
                <a:gd name="connsiteY10" fmla="*/ 42384 h 4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66" h="426937">
                  <a:moveTo>
                    <a:pt x="2426" y="42480"/>
                  </a:moveTo>
                  <a:cubicBezTo>
                    <a:pt x="-1098" y="33622"/>
                    <a:pt x="-812" y="26002"/>
                    <a:pt x="3474" y="19334"/>
                  </a:cubicBezTo>
                  <a:cubicBezTo>
                    <a:pt x="7665" y="12762"/>
                    <a:pt x="14523" y="7523"/>
                    <a:pt x="23858" y="3713"/>
                  </a:cubicBezTo>
                  <a:cubicBezTo>
                    <a:pt x="33192" y="-97"/>
                    <a:pt x="41765" y="-954"/>
                    <a:pt x="49480" y="1046"/>
                  </a:cubicBezTo>
                  <a:cubicBezTo>
                    <a:pt x="57195" y="3047"/>
                    <a:pt x="62624" y="8285"/>
                    <a:pt x="65863" y="16762"/>
                  </a:cubicBezTo>
                  <a:lnTo>
                    <a:pt x="214453" y="384523"/>
                  </a:lnTo>
                  <a:cubicBezTo>
                    <a:pt x="217691" y="393190"/>
                    <a:pt x="217406" y="400906"/>
                    <a:pt x="213405" y="407668"/>
                  </a:cubicBezTo>
                  <a:cubicBezTo>
                    <a:pt x="209405" y="414145"/>
                    <a:pt x="202642" y="419384"/>
                    <a:pt x="193307" y="423099"/>
                  </a:cubicBezTo>
                  <a:cubicBezTo>
                    <a:pt x="183973" y="426909"/>
                    <a:pt x="175400" y="427861"/>
                    <a:pt x="167781" y="426052"/>
                  </a:cubicBezTo>
                  <a:cubicBezTo>
                    <a:pt x="160160" y="424242"/>
                    <a:pt x="154541" y="418908"/>
                    <a:pt x="151016" y="410145"/>
                  </a:cubicBezTo>
                  <a:lnTo>
                    <a:pt x="2426" y="4238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61" name="Forme libre : forme 60">
              <a:extLst>
                <a:ext uri="{FF2B5EF4-FFF2-40B4-BE49-F238E27FC236}">
                  <a16:creationId xmlns:a16="http://schemas.microsoft.com/office/drawing/2014/main" id="{B8DD9168-AEE8-BDB0-3A13-27C2664815E0}"/>
                </a:ext>
              </a:extLst>
            </p:cNvPr>
            <p:cNvSpPr/>
            <p:nvPr/>
          </p:nvSpPr>
          <p:spPr>
            <a:xfrm>
              <a:off x="7249146" y="5827322"/>
              <a:ext cx="402092" cy="465771"/>
            </a:xfrm>
            <a:custGeom>
              <a:avLst/>
              <a:gdLst>
                <a:gd name="connsiteX0" fmla="*/ 96247 w 402092"/>
                <a:gd name="connsiteY0" fmla="*/ 28552 h 465771"/>
                <a:gd name="connsiteX1" fmla="*/ 202451 w 402092"/>
                <a:gd name="connsiteY1" fmla="*/ 834 h 465771"/>
                <a:gd name="connsiteX2" fmla="*/ 275603 w 402092"/>
                <a:gd name="connsiteY2" fmla="*/ 62080 h 465771"/>
                <a:gd name="connsiteX3" fmla="*/ 266935 w 402092"/>
                <a:gd name="connsiteY3" fmla="*/ 181714 h 465771"/>
                <a:gd name="connsiteX4" fmla="*/ 383235 w 402092"/>
                <a:gd name="connsiteY4" fmla="*/ 238483 h 465771"/>
                <a:gd name="connsiteX5" fmla="*/ 394380 w 402092"/>
                <a:gd name="connsiteY5" fmla="*/ 339353 h 465771"/>
                <a:gd name="connsiteX6" fmla="*/ 308464 w 402092"/>
                <a:gd name="connsiteY6" fmla="*/ 418315 h 465771"/>
                <a:gd name="connsiteX7" fmla="*/ 230073 w 402092"/>
                <a:gd name="connsiteY7" fmla="*/ 460511 h 465771"/>
                <a:gd name="connsiteX8" fmla="*/ 205404 w 402092"/>
                <a:gd name="connsiteY8" fmla="*/ 465369 h 465771"/>
                <a:gd name="connsiteX9" fmla="*/ 187116 w 402092"/>
                <a:gd name="connsiteY9" fmla="*/ 452034 h 465771"/>
                <a:gd name="connsiteX10" fmla="*/ 3474 w 402092"/>
                <a:gd name="connsiteY10" fmla="*/ 110563 h 465771"/>
                <a:gd name="connsiteX11" fmla="*/ 2235 w 402092"/>
                <a:gd name="connsiteY11" fmla="*/ 87702 h 465771"/>
                <a:gd name="connsiteX12" fmla="*/ 19952 w 402092"/>
                <a:gd name="connsiteY12" fmla="*/ 69700 h 465771"/>
                <a:gd name="connsiteX13" fmla="*/ 96342 w 402092"/>
                <a:gd name="connsiteY13" fmla="*/ 28647 h 465771"/>
                <a:gd name="connsiteX14" fmla="*/ 80245 w 402092"/>
                <a:gd name="connsiteY14" fmla="*/ 109134 h 465771"/>
                <a:gd name="connsiteX15" fmla="*/ 139300 w 402092"/>
                <a:gd name="connsiteY15" fmla="*/ 218957 h 465771"/>
                <a:gd name="connsiteX16" fmla="*/ 188068 w 402092"/>
                <a:gd name="connsiteY16" fmla="*/ 192763 h 465771"/>
                <a:gd name="connsiteX17" fmla="*/ 225882 w 402092"/>
                <a:gd name="connsiteY17" fmla="*/ 153234 h 465771"/>
                <a:gd name="connsiteX18" fmla="*/ 218929 w 402092"/>
                <a:gd name="connsiteY18" fmla="*/ 101132 h 465771"/>
                <a:gd name="connsiteX19" fmla="*/ 182448 w 402092"/>
                <a:gd name="connsiteY19" fmla="*/ 69128 h 465771"/>
                <a:gd name="connsiteX20" fmla="*/ 127108 w 402092"/>
                <a:gd name="connsiteY20" fmla="*/ 83892 h 465771"/>
                <a:gd name="connsiteX21" fmla="*/ 80245 w 402092"/>
                <a:gd name="connsiteY21" fmla="*/ 109134 h 465771"/>
                <a:gd name="connsiteX22" fmla="*/ 169399 w 402092"/>
                <a:gd name="connsiteY22" fmla="*/ 274773 h 465771"/>
                <a:gd name="connsiteX23" fmla="*/ 230359 w 402092"/>
                <a:gd name="connsiteY23" fmla="*/ 388121 h 465771"/>
                <a:gd name="connsiteX24" fmla="*/ 280175 w 402092"/>
                <a:gd name="connsiteY24" fmla="*/ 361260 h 465771"/>
                <a:gd name="connsiteX25" fmla="*/ 326657 w 402092"/>
                <a:gd name="connsiteY25" fmla="*/ 319731 h 465771"/>
                <a:gd name="connsiteX26" fmla="*/ 320656 w 402092"/>
                <a:gd name="connsiteY26" fmla="*/ 266772 h 465771"/>
                <a:gd name="connsiteX27" fmla="*/ 280841 w 402092"/>
                <a:gd name="connsiteY27" fmla="*/ 231911 h 465771"/>
                <a:gd name="connsiteX28" fmla="*/ 218643 w 402092"/>
                <a:gd name="connsiteY28" fmla="*/ 248198 h 465771"/>
                <a:gd name="connsiteX29" fmla="*/ 169304 w 402092"/>
                <a:gd name="connsiteY29" fmla="*/ 274773 h 46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2092" h="465771">
                  <a:moveTo>
                    <a:pt x="96247" y="28552"/>
                  </a:moveTo>
                  <a:cubicBezTo>
                    <a:pt x="137681" y="6264"/>
                    <a:pt x="173019" y="-2976"/>
                    <a:pt x="202451" y="834"/>
                  </a:cubicBezTo>
                  <a:cubicBezTo>
                    <a:pt x="231788" y="4645"/>
                    <a:pt x="256172" y="25123"/>
                    <a:pt x="275603" y="62080"/>
                  </a:cubicBezTo>
                  <a:cubicBezTo>
                    <a:pt x="298082" y="103895"/>
                    <a:pt x="295224" y="143805"/>
                    <a:pt x="266935" y="181714"/>
                  </a:cubicBezTo>
                  <a:cubicBezTo>
                    <a:pt x="316465" y="167522"/>
                    <a:pt x="355232" y="186477"/>
                    <a:pt x="383235" y="238483"/>
                  </a:cubicBezTo>
                  <a:cubicBezTo>
                    <a:pt x="403905" y="276773"/>
                    <a:pt x="407524" y="310397"/>
                    <a:pt x="394380" y="339353"/>
                  </a:cubicBezTo>
                  <a:cubicBezTo>
                    <a:pt x="381140" y="368214"/>
                    <a:pt x="352470" y="394503"/>
                    <a:pt x="308464" y="418315"/>
                  </a:cubicBezTo>
                  <a:lnTo>
                    <a:pt x="230073" y="460511"/>
                  </a:lnTo>
                  <a:cubicBezTo>
                    <a:pt x="221691" y="464987"/>
                    <a:pt x="213500" y="466607"/>
                    <a:pt x="205404" y="465369"/>
                  </a:cubicBezTo>
                  <a:cubicBezTo>
                    <a:pt x="197307" y="464035"/>
                    <a:pt x="191307" y="459653"/>
                    <a:pt x="187116" y="452034"/>
                  </a:cubicBezTo>
                  <a:lnTo>
                    <a:pt x="3474" y="110563"/>
                  </a:lnTo>
                  <a:cubicBezTo>
                    <a:pt x="-717" y="102752"/>
                    <a:pt x="-1098" y="95132"/>
                    <a:pt x="2235" y="87702"/>
                  </a:cubicBezTo>
                  <a:cubicBezTo>
                    <a:pt x="5664" y="80273"/>
                    <a:pt x="11570" y="74272"/>
                    <a:pt x="19952" y="69700"/>
                  </a:cubicBezTo>
                  <a:lnTo>
                    <a:pt x="96342" y="28647"/>
                  </a:lnTo>
                  <a:close/>
                  <a:moveTo>
                    <a:pt x="80245" y="109134"/>
                  </a:moveTo>
                  <a:lnTo>
                    <a:pt x="139300" y="218957"/>
                  </a:lnTo>
                  <a:lnTo>
                    <a:pt x="188068" y="192763"/>
                  </a:lnTo>
                  <a:cubicBezTo>
                    <a:pt x="207785" y="182381"/>
                    <a:pt x="220358" y="169236"/>
                    <a:pt x="225882" y="153234"/>
                  </a:cubicBezTo>
                  <a:cubicBezTo>
                    <a:pt x="231312" y="137232"/>
                    <a:pt x="229025" y="119897"/>
                    <a:pt x="218929" y="101132"/>
                  </a:cubicBezTo>
                  <a:cubicBezTo>
                    <a:pt x="208833" y="82368"/>
                    <a:pt x="196641" y="71700"/>
                    <a:pt x="182448" y="69128"/>
                  </a:cubicBezTo>
                  <a:cubicBezTo>
                    <a:pt x="168066" y="66843"/>
                    <a:pt x="149682" y="71796"/>
                    <a:pt x="127108" y="83892"/>
                  </a:cubicBezTo>
                  <a:lnTo>
                    <a:pt x="80245" y="109134"/>
                  </a:lnTo>
                  <a:close/>
                  <a:moveTo>
                    <a:pt x="169399" y="274773"/>
                  </a:moveTo>
                  <a:lnTo>
                    <a:pt x="230359" y="388121"/>
                  </a:lnTo>
                  <a:lnTo>
                    <a:pt x="280175" y="361260"/>
                  </a:lnTo>
                  <a:cubicBezTo>
                    <a:pt x="304368" y="348211"/>
                    <a:pt x="319894" y="334400"/>
                    <a:pt x="326657" y="319731"/>
                  </a:cubicBezTo>
                  <a:cubicBezTo>
                    <a:pt x="333705" y="304968"/>
                    <a:pt x="331705" y="287251"/>
                    <a:pt x="320656" y="266772"/>
                  </a:cubicBezTo>
                  <a:cubicBezTo>
                    <a:pt x="309702" y="246389"/>
                    <a:pt x="296463" y="234768"/>
                    <a:pt x="280841" y="231911"/>
                  </a:cubicBezTo>
                  <a:cubicBezTo>
                    <a:pt x="265221" y="229054"/>
                    <a:pt x="244551" y="234482"/>
                    <a:pt x="218643" y="248198"/>
                  </a:cubicBezTo>
                  <a:lnTo>
                    <a:pt x="169304" y="27477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62" name="Forme libre : forme 61">
              <a:extLst>
                <a:ext uri="{FF2B5EF4-FFF2-40B4-BE49-F238E27FC236}">
                  <a16:creationId xmlns:a16="http://schemas.microsoft.com/office/drawing/2014/main" id="{571C0D87-AA16-8BA2-7D3A-074D50D35F42}"/>
                </a:ext>
              </a:extLst>
            </p:cNvPr>
            <p:cNvSpPr/>
            <p:nvPr/>
          </p:nvSpPr>
          <p:spPr>
            <a:xfrm>
              <a:off x="7642409" y="5637243"/>
              <a:ext cx="417193" cy="467371"/>
            </a:xfrm>
            <a:custGeom>
              <a:avLst/>
              <a:gdLst>
                <a:gd name="connsiteX0" fmla="*/ 141039 w 417193"/>
                <a:gd name="connsiteY0" fmla="*/ 459804 h 467371"/>
                <a:gd name="connsiteX1" fmla="*/ 135134 w 417193"/>
                <a:gd name="connsiteY1" fmla="*/ 449518 h 467371"/>
                <a:gd name="connsiteX2" fmla="*/ 2832 w 417193"/>
                <a:gd name="connsiteY2" fmla="*/ 65183 h 467371"/>
                <a:gd name="connsiteX3" fmla="*/ 15309 w 417193"/>
                <a:gd name="connsiteY3" fmla="*/ 23845 h 467371"/>
                <a:gd name="connsiteX4" fmla="*/ 38646 w 417193"/>
                <a:gd name="connsiteY4" fmla="*/ 6890 h 467371"/>
                <a:gd name="connsiteX5" fmla="*/ 82841 w 417193"/>
                <a:gd name="connsiteY5" fmla="*/ 10129 h 467371"/>
                <a:gd name="connsiteX6" fmla="*/ 405930 w 417193"/>
                <a:gd name="connsiteY6" fmla="*/ 253207 h 467371"/>
                <a:gd name="connsiteX7" fmla="*/ 414883 w 417193"/>
                <a:gd name="connsiteY7" fmla="*/ 262351 h 467371"/>
                <a:gd name="connsiteX8" fmla="*/ 415740 w 417193"/>
                <a:gd name="connsiteY8" fmla="*/ 278353 h 467371"/>
                <a:gd name="connsiteX9" fmla="*/ 400500 w 417193"/>
                <a:gd name="connsiteY9" fmla="*/ 297498 h 467371"/>
                <a:gd name="connsiteX10" fmla="*/ 352399 w 417193"/>
                <a:gd name="connsiteY10" fmla="*/ 298260 h 467371"/>
                <a:gd name="connsiteX11" fmla="*/ 285248 w 417193"/>
                <a:gd name="connsiteY11" fmla="*/ 246635 h 467371"/>
                <a:gd name="connsiteX12" fmla="*/ 158851 w 417193"/>
                <a:gd name="connsiteY12" fmla="*/ 338646 h 467371"/>
                <a:gd name="connsiteX13" fmla="*/ 186474 w 417193"/>
                <a:gd name="connsiteY13" fmla="*/ 415227 h 467371"/>
                <a:gd name="connsiteX14" fmla="*/ 191141 w 417193"/>
                <a:gd name="connsiteY14" fmla="*/ 441326 h 467371"/>
                <a:gd name="connsiteX15" fmla="*/ 177330 w 417193"/>
                <a:gd name="connsiteY15" fmla="*/ 459899 h 467371"/>
                <a:gd name="connsiteX16" fmla="*/ 155613 w 417193"/>
                <a:gd name="connsiteY16" fmla="*/ 467234 h 467371"/>
                <a:gd name="connsiteX17" fmla="*/ 140849 w 417193"/>
                <a:gd name="connsiteY17" fmla="*/ 459614 h 467371"/>
                <a:gd name="connsiteX18" fmla="*/ 64458 w 417193"/>
                <a:gd name="connsiteY18" fmla="*/ 76804 h 467371"/>
                <a:gd name="connsiteX19" fmla="*/ 137039 w 417193"/>
                <a:gd name="connsiteY19" fmla="*/ 278258 h 467371"/>
                <a:gd name="connsiteX20" fmla="*/ 234289 w 417193"/>
                <a:gd name="connsiteY20" fmla="*/ 207487 h 467371"/>
                <a:gd name="connsiteX21" fmla="*/ 64458 w 417193"/>
                <a:gd name="connsiteY21" fmla="*/ 76804 h 467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7193" h="467371">
                  <a:moveTo>
                    <a:pt x="141039" y="459804"/>
                  </a:moveTo>
                  <a:cubicBezTo>
                    <a:pt x="137801" y="455328"/>
                    <a:pt x="135800" y="451899"/>
                    <a:pt x="135134" y="449518"/>
                  </a:cubicBezTo>
                  <a:lnTo>
                    <a:pt x="2832" y="65183"/>
                  </a:lnTo>
                  <a:cubicBezTo>
                    <a:pt x="-3455" y="48229"/>
                    <a:pt x="736" y="34513"/>
                    <a:pt x="15309" y="23845"/>
                  </a:cubicBezTo>
                  <a:lnTo>
                    <a:pt x="38646" y="6890"/>
                  </a:lnTo>
                  <a:cubicBezTo>
                    <a:pt x="52552" y="-3301"/>
                    <a:pt x="67316" y="-2158"/>
                    <a:pt x="82841" y="10129"/>
                  </a:cubicBezTo>
                  <a:lnTo>
                    <a:pt x="405930" y="253207"/>
                  </a:lnTo>
                  <a:cubicBezTo>
                    <a:pt x="409168" y="255588"/>
                    <a:pt x="412216" y="258636"/>
                    <a:pt x="414883" y="262351"/>
                  </a:cubicBezTo>
                  <a:cubicBezTo>
                    <a:pt x="417645" y="266066"/>
                    <a:pt x="417931" y="271400"/>
                    <a:pt x="415740" y="278353"/>
                  </a:cubicBezTo>
                  <a:cubicBezTo>
                    <a:pt x="413740" y="285401"/>
                    <a:pt x="408597" y="291783"/>
                    <a:pt x="400500" y="297498"/>
                  </a:cubicBezTo>
                  <a:cubicBezTo>
                    <a:pt x="383832" y="309690"/>
                    <a:pt x="367734" y="309976"/>
                    <a:pt x="352399" y="298260"/>
                  </a:cubicBezTo>
                  <a:lnTo>
                    <a:pt x="285248" y="246635"/>
                  </a:lnTo>
                  <a:lnTo>
                    <a:pt x="158851" y="338646"/>
                  </a:lnTo>
                  <a:lnTo>
                    <a:pt x="186474" y="415227"/>
                  </a:lnTo>
                  <a:cubicBezTo>
                    <a:pt x="190855" y="425800"/>
                    <a:pt x="192474" y="434468"/>
                    <a:pt x="191141" y="441326"/>
                  </a:cubicBezTo>
                  <a:cubicBezTo>
                    <a:pt x="189712" y="447993"/>
                    <a:pt x="185140" y="454185"/>
                    <a:pt x="177330" y="459899"/>
                  </a:cubicBezTo>
                  <a:cubicBezTo>
                    <a:pt x="169519" y="465614"/>
                    <a:pt x="162280" y="467995"/>
                    <a:pt x="155613" y="467234"/>
                  </a:cubicBezTo>
                  <a:cubicBezTo>
                    <a:pt x="148945" y="466472"/>
                    <a:pt x="144087" y="463900"/>
                    <a:pt x="140849" y="459614"/>
                  </a:cubicBezTo>
                  <a:moveTo>
                    <a:pt x="64458" y="76804"/>
                  </a:moveTo>
                  <a:lnTo>
                    <a:pt x="137039" y="278258"/>
                  </a:lnTo>
                  <a:lnTo>
                    <a:pt x="234289" y="207487"/>
                  </a:lnTo>
                  <a:lnTo>
                    <a:pt x="64458" y="7680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63" name="Forme libre : forme 62">
              <a:extLst>
                <a:ext uri="{FF2B5EF4-FFF2-40B4-BE49-F238E27FC236}">
                  <a16:creationId xmlns:a16="http://schemas.microsoft.com/office/drawing/2014/main" id="{3F1AA5D3-26B6-7BE8-90E9-A77D4C1C6D76}"/>
                </a:ext>
              </a:extLst>
            </p:cNvPr>
            <p:cNvSpPr/>
            <p:nvPr/>
          </p:nvSpPr>
          <p:spPr>
            <a:xfrm>
              <a:off x="7901339" y="5362910"/>
              <a:ext cx="414994" cy="434933"/>
            </a:xfrm>
            <a:custGeom>
              <a:avLst/>
              <a:gdLst>
                <a:gd name="connsiteX0" fmla="*/ 48130 w 414994"/>
                <a:gd name="connsiteY0" fmla="*/ 45670 h 434933"/>
                <a:gd name="connsiteX1" fmla="*/ 138617 w 414994"/>
                <a:gd name="connsiteY1" fmla="*/ 712 h 434933"/>
                <a:gd name="connsiteX2" fmla="*/ 217579 w 414994"/>
                <a:gd name="connsiteY2" fmla="*/ 27573 h 434933"/>
                <a:gd name="connsiteX3" fmla="*/ 227295 w 414994"/>
                <a:gd name="connsiteY3" fmla="*/ 52528 h 434933"/>
                <a:gd name="connsiteX4" fmla="*/ 213484 w 414994"/>
                <a:gd name="connsiteY4" fmla="*/ 77770 h 434933"/>
                <a:gd name="connsiteX5" fmla="*/ 174336 w 414994"/>
                <a:gd name="connsiteY5" fmla="*/ 84342 h 434933"/>
                <a:gd name="connsiteX6" fmla="*/ 134045 w 414994"/>
                <a:gd name="connsiteY6" fmla="*/ 71483 h 434933"/>
                <a:gd name="connsiteX7" fmla="*/ 91469 w 414994"/>
                <a:gd name="connsiteY7" fmla="*/ 92057 h 434933"/>
                <a:gd name="connsiteX8" fmla="*/ 67465 w 414994"/>
                <a:gd name="connsiteY8" fmla="*/ 133872 h 434933"/>
                <a:gd name="connsiteX9" fmla="*/ 81848 w 414994"/>
                <a:gd name="connsiteY9" fmla="*/ 174925 h 434933"/>
                <a:gd name="connsiteX10" fmla="*/ 128521 w 414994"/>
                <a:gd name="connsiteY10" fmla="*/ 193213 h 434933"/>
                <a:gd name="connsiteX11" fmla="*/ 188814 w 414994"/>
                <a:gd name="connsiteY11" fmla="*/ 183592 h 434933"/>
                <a:gd name="connsiteX12" fmla="*/ 253203 w 414994"/>
                <a:gd name="connsiteY12" fmla="*/ 166543 h 434933"/>
                <a:gd name="connsiteX13" fmla="*/ 319878 w 414994"/>
                <a:gd name="connsiteY13" fmla="*/ 164066 h 434933"/>
                <a:gd name="connsiteX14" fmla="*/ 378171 w 414994"/>
                <a:gd name="connsiteY14" fmla="*/ 195594 h 434933"/>
                <a:gd name="connsiteX15" fmla="*/ 414366 w 414994"/>
                <a:gd name="connsiteY15" fmla="*/ 288082 h 434933"/>
                <a:gd name="connsiteX16" fmla="*/ 363503 w 414994"/>
                <a:gd name="connsiteY16" fmla="*/ 380760 h 434933"/>
                <a:gd name="connsiteX17" fmla="*/ 286826 w 414994"/>
                <a:gd name="connsiteY17" fmla="*/ 426194 h 434933"/>
                <a:gd name="connsiteX18" fmla="*/ 220151 w 414994"/>
                <a:gd name="connsiteY18" fmla="*/ 424861 h 434933"/>
                <a:gd name="connsiteX19" fmla="*/ 210340 w 414994"/>
                <a:gd name="connsiteY19" fmla="*/ 401620 h 434933"/>
                <a:gd name="connsiteX20" fmla="*/ 217008 w 414994"/>
                <a:gd name="connsiteY20" fmla="*/ 379331 h 434933"/>
                <a:gd name="connsiteX21" fmla="*/ 233867 w 414994"/>
                <a:gd name="connsiteY21" fmla="*/ 370949 h 434933"/>
                <a:gd name="connsiteX22" fmla="*/ 322068 w 414994"/>
                <a:gd name="connsiteY22" fmla="*/ 332468 h 434933"/>
                <a:gd name="connsiteX23" fmla="*/ 333880 w 414994"/>
                <a:gd name="connsiteY23" fmla="*/ 248362 h 434933"/>
                <a:gd name="connsiteX24" fmla="*/ 291303 w 414994"/>
                <a:gd name="connsiteY24" fmla="*/ 233885 h 434933"/>
                <a:gd name="connsiteX25" fmla="*/ 231391 w 414994"/>
                <a:gd name="connsiteY25" fmla="*/ 244362 h 434933"/>
                <a:gd name="connsiteX26" fmla="*/ 166049 w 414994"/>
                <a:gd name="connsiteY26" fmla="*/ 261126 h 434933"/>
                <a:gd name="connsiteX27" fmla="*/ 97564 w 414994"/>
                <a:gd name="connsiteY27" fmla="*/ 261126 h 434933"/>
                <a:gd name="connsiteX28" fmla="*/ 36604 w 414994"/>
                <a:gd name="connsiteY28" fmla="*/ 226455 h 434933"/>
                <a:gd name="connsiteX29" fmla="*/ 600 w 414994"/>
                <a:gd name="connsiteY29" fmla="*/ 134634 h 434933"/>
                <a:gd name="connsiteX30" fmla="*/ 48034 w 414994"/>
                <a:gd name="connsiteY30" fmla="*/ 45670 h 434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14994" h="434933">
                  <a:moveTo>
                    <a:pt x="48130" y="45670"/>
                  </a:moveTo>
                  <a:cubicBezTo>
                    <a:pt x="75943" y="19095"/>
                    <a:pt x="106137" y="4141"/>
                    <a:pt x="138617" y="712"/>
                  </a:cubicBezTo>
                  <a:cubicBezTo>
                    <a:pt x="171193" y="-2717"/>
                    <a:pt x="197482" y="6237"/>
                    <a:pt x="217579" y="27573"/>
                  </a:cubicBezTo>
                  <a:cubicBezTo>
                    <a:pt x="224819" y="35193"/>
                    <a:pt x="228057" y="43575"/>
                    <a:pt x="227295" y="52528"/>
                  </a:cubicBezTo>
                  <a:cubicBezTo>
                    <a:pt x="226438" y="61577"/>
                    <a:pt x="221866" y="69959"/>
                    <a:pt x="213484" y="77770"/>
                  </a:cubicBezTo>
                  <a:cubicBezTo>
                    <a:pt x="199577" y="91010"/>
                    <a:pt x="186528" y="93200"/>
                    <a:pt x="174336" y="84342"/>
                  </a:cubicBezTo>
                  <a:cubicBezTo>
                    <a:pt x="162049" y="75484"/>
                    <a:pt x="148714" y="71197"/>
                    <a:pt x="134045" y="71483"/>
                  </a:cubicBezTo>
                  <a:cubicBezTo>
                    <a:pt x="119472" y="71769"/>
                    <a:pt x="105280" y="78627"/>
                    <a:pt x="91469" y="92057"/>
                  </a:cubicBezTo>
                  <a:cubicBezTo>
                    <a:pt x="77848" y="105106"/>
                    <a:pt x="69847" y="119013"/>
                    <a:pt x="67465" y="133872"/>
                  </a:cubicBezTo>
                  <a:cubicBezTo>
                    <a:pt x="65084" y="148731"/>
                    <a:pt x="69847" y="162352"/>
                    <a:pt x="81848" y="174925"/>
                  </a:cubicBezTo>
                  <a:cubicBezTo>
                    <a:pt x="93850" y="187497"/>
                    <a:pt x="109375" y="193593"/>
                    <a:pt x="128521" y="193213"/>
                  </a:cubicBezTo>
                  <a:cubicBezTo>
                    <a:pt x="147571" y="192736"/>
                    <a:pt x="167669" y="189498"/>
                    <a:pt x="188814" y="183592"/>
                  </a:cubicBezTo>
                  <a:cubicBezTo>
                    <a:pt x="209959" y="177591"/>
                    <a:pt x="231486" y="171972"/>
                    <a:pt x="253203" y="166543"/>
                  </a:cubicBezTo>
                  <a:cubicBezTo>
                    <a:pt x="275015" y="161113"/>
                    <a:pt x="297208" y="160351"/>
                    <a:pt x="319878" y="164066"/>
                  </a:cubicBezTo>
                  <a:cubicBezTo>
                    <a:pt x="342547" y="167781"/>
                    <a:pt x="361978" y="178354"/>
                    <a:pt x="378171" y="195594"/>
                  </a:cubicBezTo>
                  <a:cubicBezTo>
                    <a:pt x="405984" y="224645"/>
                    <a:pt x="417985" y="255506"/>
                    <a:pt x="414366" y="288082"/>
                  </a:cubicBezTo>
                  <a:cubicBezTo>
                    <a:pt x="410746" y="320657"/>
                    <a:pt x="393792" y="351518"/>
                    <a:pt x="363503" y="380760"/>
                  </a:cubicBezTo>
                  <a:cubicBezTo>
                    <a:pt x="344453" y="398952"/>
                    <a:pt x="318926" y="414097"/>
                    <a:pt x="286826" y="426194"/>
                  </a:cubicBezTo>
                  <a:cubicBezTo>
                    <a:pt x="254727" y="438291"/>
                    <a:pt x="232534" y="437815"/>
                    <a:pt x="220151" y="424861"/>
                  </a:cubicBezTo>
                  <a:cubicBezTo>
                    <a:pt x="214531" y="419051"/>
                    <a:pt x="211293" y="411335"/>
                    <a:pt x="210340" y="401620"/>
                  </a:cubicBezTo>
                  <a:cubicBezTo>
                    <a:pt x="209388" y="391904"/>
                    <a:pt x="211674" y="384570"/>
                    <a:pt x="217008" y="379331"/>
                  </a:cubicBezTo>
                  <a:cubicBezTo>
                    <a:pt x="222437" y="374188"/>
                    <a:pt x="228057" y="371426"/>
                    <a:pt x="233867" y="370949"/>
                  </a:cubicBezTo>
                  <a:cubicBezTo>
                    <a:pt x="268348" y="368282"/>
                    <a:pt x="297684" y="355423"/>
                    <a:pt x="322068" y="332468"/>
                  </a:cubicBezTo>
                  <a:cubicBezTo>
                    <a:pt x="354168" y="301702"/>
                    <a:pt x="358169" y="273699"/>
                    <a:pt x="333880" y="248362"/>
                  </a:cubicBezTo>
                  <a:cubicBezTo>
                    <a:pt x="323878" y="237885"/>
                    <a:pt x="309686" y="233122"/>
                    <a:pt x="291303" y="233885"/>
                  </a:cubicBezTo>
                  <a:cubicBezTo>
                    <a:pt x="272920" y="234646"/>
                    <a:pt x="252917" y="238170"/>
                    <a:pt x="231391" y="244362"/>
                  </a:cubicBezTo>
                  <a:cubicBezTo>
                    <a:pt x="209959" y="250648"/>
                    <a:pt x="188147" y="256173"/>
                    <a:pt x="166049" y="261126"/>
                  </a:cubicBezTo>
                  <a:cubicBezTo>
                    <a:pt x="143665" y="265698"/>
                    <a:pt x="120805" y="265698"/>
                    <a:pt x="97564" y="261126"/>
                  </a:cubicBezTo>
                  <a:cubicBezTo>
                    <a:pt x="74323" y="256553"/>
                    <a:pt x="53940" y="244933"/>
                    <a:pt x="36604" y="226455"/>
                  </a:cubicBezTo>
                  <a:cubicBezTo>
                    <a:pt x="9077" y="197689"/>
                    <a:pt x="-2924" y="167114"/>
                    <a:pt x="600" y="134634"/>
                  </a:cubicBezTo>
                  <a:cubicBezTo>
                    <a:pt x="4410" y="101868"/>
                    <a:pt x="20221" y="72245"/>
                    <a:pt x="48034" y="456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pic>
        <p:nvPicPr>
          <p:cNvPr id="149" name="Image 148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D6B2CD49-1E9B-D4B4-3CF8-F8D28CF42E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44587" y="6164251"/>
            <a:ext cx="3016914" cy="207974"/>
          </a:xfrm>
          <a:prstGeom prst="rect">
            <a:avLst/>
          </a:prstGeom>
        </p:spPr>
      </p:pic>
      <p:grpSp>
        <p:nvGrpSpPr>
          <p:cNvPr id="27" name="Groupe 26">
            <a:extLst>
              <a:ext uri="{FF2B5EF4-FFF2-40B4-BE49-F238E27FC236}">
                <a16:creationId xmlns:a16="http://schemas.microsoft.com/office/drawing/2014/main" id="{E77EFCFE-6AB0-58BC-CA93-3EAE1E2CC99E}"/>
              </a:ext>
            </a:extLst>
          </p:cNvPr>
          <p:cNvGrpSpPr/>
          <p:nvPr userDrawn="1"/>
        </p:nvGrpSpPr>
        <p:grpSpPr bwMode="gray">
          <a:xfrm>
            <a:off x="1807714" y="2311280"/>
            <a:ext cx="2700380" cy="1727780"/>
            <a:chOff x="6793161" y="1238407"/>
            <a:chExt cx="4592097" cy="2938156"/>
          </a:xfrm>
        </p:grpSpPr>
        <p:sp>
          <p:nvSpPr>
            <p:cNvPr id="28" name="Forme libre : forme 27">
              <a:extLst>
                <a:ext uri="{FF2B5EF4-FFF2-40B4-BE49-F238E27FC236}">
                  <a16:creationId xmlns:a16="http://schemas.microsoft.com/office/drawing/2014/main" id="{A7035AED-D228-A587-4889-532559330528}"/>
                </a:ext>
              </a:extLst>
            </p:cNvPr>
            <p:cNvSpPr/>
            <p:nvPr/>
          </p:nvSpPr>
          <p:spPr bwMode="gray">
            <a:xfrm>
              <a:off x="7749848" y="2834601"/>
              <a:ext cx="947039" cy="1341961"/>
            </a:xfrm>
            <a:custGeom>
              <a:avLst/>
              <a:gdLst>
                <a:gd name="connsiteX0" fmla="*/ 0 w 947039"/>
                <a:gd name="connsiteY0" fmla="*/ 0 h 1341961"/>
                <a:gd name="connsiteX1" fmla="*/ 947040 w 947039"/>
                <a:gd name="connsiteY1" fmla="*/ 1341961 h 1341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47039" h="1341961">
                  <a:moveTo>
                    <a:pt x="0" y="0"/>
                  </a:moveTo>
                  <a:lnTo>
                    <a:pt x="947040" y="1341961"/>
                  </a:lnTo>
                </a:path>
              </a:pathLst>
            </a:custGeom>
            <a:ln w="431800" cap="rnd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9" name="Forme libre : forme 28">
              <a:extLst>
                <a:ext uri="{FF2B5EF4-FFF2-40B4-BE49-F238E27FC236}">
                  <a16:creationId xmlns:a16="http://schemas.microsoft.com/office/drawing/2014/main" id="{7EF208DC-D024-093D-FE25-88A3F4602933}"/>
                </a:ext>
              </a:extLst>
            </p:cNvPr>
            <p:cNvSpPr/>
            <p:nvPr/>
          </p:nvSpPr>
          <p:spPr bwMode="gray">
            <a:xfrm>
              <a:off x="7807732" y="1238407"/>
              <a:ext cx="736407" cy="736952"/>
            </a:xfrm>
            <a:custGeom>
              <a:avLst/>
              <a:gdLst>
                <a:gd name="connsiteX0" fmla="*/ 0 w 736407"/>
                <a:gd name="connsiteY0" fmla="*/ 0 h 736952"/>
                <a:gd name="connsiteX1" fmla="*/ 736408 w 736407"/>
                <a:gd name="connsiteY1" fmla="*/ 736952 h 7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36407" h="736952">
                  <a:moveTo>
                    <a:pt x="0" y="0"/>
                  </a:moveTo>
                  <a:cubicBezTo>
                    <a:pt x="406793" y="0"/>
                    <a:pt x="736408" y="331468"/>
                    <a:pt x="736408" y="736952"/>
                  </a:cubicBezTo>
                </a:path>
              </a:pathLst>
            </a:custGeom>
            <a:noFill/>
            <a:ln w="431800" cap="rnd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0" name="Forme libre : forme 29">
              <a:extLst>
                <a:ext uri="{FF2B5EF4-FFF2-40B4-BE49-F238E27FC236}">
                  <a16:creationId xmlns:a16="http://schemas.microsoft.com/office/drawing/2014/main" id="{024300A8-A886-C4D2-73E2-6A3E3CF0E609}"/>
                </a:ext>
              </a:extLst>
            </p:cNvPr>
            <p:cNvSpPr/>
            <p:nvPr/>
          </p:nvSpPr>
          <p:spPr bwMode="gray">
            <a:xfrm>
              <a:off x="7807732" y="1975360"/>
              <a:ext cx="736407" cy="736952"/>
            </a:xfrm>
            <a:custGeom>
              <a:avLst/>
              <a:gdLst>
                <a:gd name="connsiteX0" fmla="*/ 736408 w 736407"/>
                <a:gd name="connsiteY0" fmla="*/ 0 h 736952"/>
                <a:gd name="connsiteX1" fmla="*/ 0 w 736407"/>
                <a:gd name="connsiteY1" fmla="*/ 736952 h 7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36407" h="736952">
                  <a:moveTo>
                    <a:pt x="736408" y="0"/>
                  </a:moveTo>
                  <a:cubicBezTo>
                    <a:pt x="736408" y="407094"/>
                    <a:pt x="405185" y="736952"/>
                    <a:pt x="0" y="736952"/>
                  </a:cubicBezTo>
                </a:path>
              </a:pathLst>
            </a:custGeom>
            <a:noFill/>
            <a:ln w="431800" cap="rnd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1" name="Forme libre : forme 30">
              <a:extLst>
                <a:ext uri="{FF2B5EF4-FFF2-40B4-BE49-F238E27FC236}">
                  <a16:creationId xmlns:a16="http://schemas.microsoft.com/office/drawing/2014/main" id="{9EF05747-F89D-F49F-60ED-937761F1AFDA}"/>
                </a:ext>
              </a:extLst>
            </p:cNvPr>
            <p:cNvSpPr/>
            <p:nvPr/>
          </p:nvSpPr>
          <p:spPr bwMode="gray">
            <a:xfrm>
              <a:off x="6876771" y="2712312"/>
              <a:ext cx="869861" cy="16090"/>
            </a:xfrm>
            <a:custGeom>
              <a:avLst/>
              <a:gdLst>
                <a:gd name="connsiteX0" fmla="*/ 869862 w 869861"/>
                <a:gd name="connsiteY0" fmla="*/ 0 h 16090"/>
                <a:gd name="connsiteX1" fmla="*/ 0 w 869861"/>
                <a:gd name="connsiteY1" fmla="*/ 0 h 16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69861" h="16090">
                  <a:moveTo>
                    <a:pt x="869862" y="0"/>
                  </a:moveTo>
                  <a:lnTo>
                    <a:pt x="0" y="0"/>
                  </a:lnTo>
                </a:path>
              </a:pathLst>
            </a:custGeom>
            <a:ln w="431800" cap="rnd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2" name="Forme libre : forme 31">
              <a:extLst>
                <a:ext uri="{FF2B5EF4-FFF2-40B4-BE49-F238E27FC236}">
                  <a16:creationId xmlns:a16="http://schemas.microsoft.com/office/drawing/2014/main" id="{BB5928BB-5D14-4DC5-7D02-BE09F804706B}"/>
                </a:ext>
              </a:extLst>
            </p:cNvPr>
            <p:cNvSpPr/>
            <p:nvPr/>
          </p:nvSpPr>
          <p:spPr bwMode="gray">
            <a:xfrm>
              <a:off x="9576397" y="1291507"/>
              <a:ext cx="16078" cy="2885056"/>
            </a:xfrm>
            <a:custGeom>
              <a:avLst/>
              <a:gdLst>
                <a:gd name="connsiteX0" fmla="*/ 0 w 16078"/>
                <a:gd name="connsiteY0" fmla="*/ 0 h 2885056"/>
                <a:gd name="connsiteX1" fmla="*/ 0 w 16078"/>
                <a:gd name="connsiteY1" fmla="*/ 2885056 h 2885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078" h="2885056">
                  <a:moveTo>
                    <a:pt x="0" y="0"/>
                  </a:moveTo>
                  <a:lnTo>
                    <a:pt x="0" y="2885056"/>
                  </a:lnTo>
                </a:path>
              </a:pathLst>
            </a:custGeom>
            <a:ln w="431800" cap="rnd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3" name="Forme libre : forme 32">
              <a:extLst>
                <a:ext uri="{FF2B5EF4-FFF2-40B4-BE49-F238E27FC236}">
                  <a16:creationId xmlns:a16="http://schemas.microsoft.com/office/drawing/2014/main" id="{FAF36566-785D-E884-0FB7-D3D1AB75A3A3}"/>
                </a:ext>
              </a:extLst>
            </p:cNvPr>
            <p:cNvSpPr/>
            <p:nvPr/>
          </p:nvSpPr>
          <p:spPr bwMode="gray">
            <a:xfrm>
              <a:off x="9578005" y="2702658"/>
              <a:ext cx="1689879" cy="16090"/>
            </a:xfrm>
            <a:custGeom>
              <a:avLst/>
              <a:gdLst>
                <a:gd name="connsiteX0" fmla="*/ 1689879 w 1689879"/>
                <a:gd name="connsiteY0" fmla="*/ 0 h 16090"/>
                <a:gd name="connsiteX1" fmla="*/ 0 w 1689879"/>
                <a:gd name="connsiteY1" fmla="*/ 0 h 16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89879" h="16090">
                  <a:moveTo>
                    <a:pt x="1689879" y="0"/>
                  </a:moveTo>
                  <a:lnTo>
                    <a:pt x="0" y="0"/>
                  </a:lnTo>
                </a:path>
              </a:pathLst>
            </a:custGeom>
            <a:ln w="431800" cap="rnd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4" name="Forme libre : forme 33">
              <a:extLst>
                <a:ext uri="{FF2B5EF4-FFF2-40B4-BE49-F238E27FC236}">
                  <a16:creationId xmlns:a16="http://schemas.microsoft.com/office/drawing/2014/main" id="{E489E09F-BA2B-81E8-80EC-D36A72B086F3}"/>
                </a:ext>
              </a:extLst>
            </p:cNvPr>
            <p:cNvSpPr/>
            <p:nvPr/>
          </p:nvSpPr>
          <p:spPr bwMode="gray">
            <a:xfrm>
              <a:off x="11369180" y="1291507"/>
              <a:ext cx="16078" cy="2885056"/>
            </a:xfrm>
            <a:custGeom>
              <a:avLst/>
              <a:gdLst>
                <a:gd name="connsiteX0" fmla="*/ 0 w 16078"/>
                <a:gd name="connsiteY0" fmla="*/ 0 h 2885056"/>
                <a:gd name="connsiteX1" fmla="*/ 0 w 16078"/>
                <a:gd name="connsiteY1" fmla="*/ 2885056 h 2885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078" h="2885056">
                  <a:moveTo>
                    <a:pt x="0" y="0"/>
                  </a:moveTo>
                  <a:lnTo>
                    <a:pt x="0" y="2885056"/>
                  </a:lnTo>
                </a:path>
              </a:pathLst>
            </a:custGeom>
            <a:ln w="431800" cap="rnd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5" name="Forme libre : forme 34">
              <a:extLst>
                <a:ext uri="{FF2B5EF4-FFF2-40B4-BE49-F238E27FC236}">
                  <a16:creationId xmlns:a16="http://schemas.microsoft.com/office/drawing/2014/main" id="{987EA25E-C0B3-9212-40DA-7EDADC045DFD}"/>
                </a:ext>
              </a:extLst>
            </p:cNvPr>
            <p:cNvSpPr/>
            <p:nvPr/>
          </p:nvSpPr>
          <p:spPr bwMode="gray">
            <a:xfrm>
              <a:off x="6793161" y="1241625"/>
              <a:ext cx="16078" cy="2934937"/>
            </a:xfrm>
            <a:custGeom>
              <a:avLst/>
              <a:gdLst>
                <a:gd name="connsiteX0" fmla="*/ 0 w 16078"/>
                <a:gd name="connsiteY0" fmla="*/ 2934937 h 2934937"/>
                <a:gd name="connsiteX1" fmla="*/ 0 w 16078"/>
                <a:gd name="connsiteY1" fmla="*/ 0 h 2934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078" h="2934937">
                  <a:moveTo>
                    <a:pt x="0" y="2934937"/>
                  </a:moveTo>
                  <a:lnTo>
                    <a:pt x="0" y="0"/>
                  </a:lnTo>
                </a:path>
              </a:pathLst>
            </a:custGeom>
            <a:ln w="431800" cap="rnd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6" name="Forme libre : forme 35">
              <a:extLst>
                <a:ext uri="{FF2B5EF4-FFF2-40B4-BE49-F238E27FC236}">
                  <a16:creationId xmlns:a16="http://schemas.microsoft.com/office/drawing/2014/main" id="{807EAF0F-C440-CC2B-F26B-C45D10D54E4A}"/>
                </a:ext>
              </a:extLst>
            </p:cNvPr>
            <p:cNvSpPr/>
            <p:nvPr/>
          </p:nvSpPr>
          <p:spPr bwMode="gray">
            <a:xfrm>
              <a:off x="6793161" y="1238407"/>
              <a:ext cx="1014570" cy="16090"/>
            </a:xfrm>
            <a:custGeom>
              <a:avLst/>
              <a:gdLst>
                <a:gd name="connsiteX0" fmla="*/ 0 w 1014570"/>
                <a:gd name="connsiteY0" fmla="*/ 0 h 16090"/>
                <a:gd name="connsiteX1" fmla="*/ 1014571 w 1014570"/>
                <a:gd name="connsiteY1" fmla="*/ 0 h 16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4570" h="16090">
                  <a:moveTo>
                    <a:pt x="0" y="0"/>
                  </a:moveTo>
                  <a:lnTo>
                    <a:pt x="1014571" y="0"/>
                  </a:lnTo>
                </a:path>
              </a:pathLst>
            </a:custGeom>
            <a:ln w="431800" cap="rnd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pic>
        <p:nvPicPr>
          <p:cNvPr id="37" name="Image 36" descr="Une image contenant graphisme, Graphique, drapeau&#10;&#10;Description générée automatiquement">
            <a:extLst>
              <a:ext uri="{FF2B5EF4-FFF2-40B4-BE49-F238E27FC236}">
                <a16:creationId xmlns:a16="http://schemas.microsoft.com/office/drawing/2014/main" id="{86E6CA72-45D5-C4BC-C768-6858E920C4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4998" y="5998962"/>
            <a:ext cx="2390776" cy="495328"/>
          </a:xfrm>
          <a:prstGeom prst="rect">
            <a:avLst/>
          </a:prstGeom>
        </p:spPr>
      </p:pic>
      <p:sp>
        <p:nvSpPr>
          <p:cNvPr id="38" name="Espace réservé de la date 37">
            <a:extLst>
              <a:ext uri="{FF2B5EF4-FFF2-40B4-BE49-F238E27FC236}">
                <a16:creationId xmlns:a16="http://schemas.microsoft.com/office/drawing/2014/main" id="{B560FBFC-7F82-B255-84A2-38164CFF7A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41670" y="4095881"/>
            <a:ext cx="5852742" cy="184666"/>
          </a:xfrm>
        </p:spPr>
        <p:txBody>
          <a:bodyPr wrap="square">
            <a:spAutoFit/>
          </a:bodyPr>
          <a:lstStyle>
            <a:lvl1pPr>
              <a:defRPr sz="1200" b="1">
                <a:latin typeface="BNPPSans" panose="02000000000000000000" pitchFamily="2" charset="0"/>
              </a:defRPr>
            </a:lvl1pPr>
          </a:lstStyle>
          <a:p>
            <a:fld id="{2DF9B93F-5A2C-4BE4-8E2B-05CA4746F95D}" type="datetime1">
              <a:rPr lang="fr-FR" smtClean="0"/>
              <a:pPr/>
              <a:t>21/08/2026</a:t>
            </a:fld>
            <a:endParaRPr lang="fr-FR"/>
          </a:p>
        </p:txBody>
      </p:sp>
      <p:sp>
        <p:nvSpPr>
          <p:cNvPr id="39" name="Espace réservé du pied de page 38">
            <a:extLst>
              <a:ext uri="{FF2B5EF4-FFF2-40B4-BE49-F238E27FC236}">
                <a16:creationId xmlns:a16="http://schemas.microsoft.com/office/drawing/2014/main" id="{16B97C6B-0E1D-6F34-7C29-23A15D6C2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0800000" flipH="1" flipV="1">
            <a:off x="12192000" y="6858000"/>
            <a:ext cx="36000" cy="36000"/>
          </a:xfrm>
        </p:spPr>
        <p:txBody>
          <a:bodyPr>
            <a:spAutoFit/>
          </a:bodyPr>
          <a:lstStyle>
            <a:lvl1pPr>
              <a:defRPr sz="100"/>
            </a:lvl1pPr>
          </a:lstStyle>
          <a:p>
            <a:r>
              <a:rPr lang="fr-FR"/>
              <a:t>Titre de la présentation</a:t>
            </a:r>
          </a:p>
        </p:txBody>
      </p:sp>
      <p:sp>
        <p:nvSpPr>
          <p:cNvPr id="40" name="Espace réservé du numéro de diapositive 39">
            <a:extLst>
              <a:ext uri="{FF2B5EF4-FFF2-40B4-BE49-F238E27FC236}">
                <a16:creationId xmlns:a16="http://schemas.microsoft.com/office/drawing/2014/main" id="{83BDF5C1-2F1D-012A-CCCF-7C3F93FC8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192000" y="6858000"/>
            <a:ext cx="36000" cy="36000"/>
          </a:xfrm>
        </p:spPr>
        <p:txBody>
          <a:bodyPr>
            <a:spAutoFit/>
          </a:bodyPr>
          <a:lstStyle>
            <a:lvl1pPr>
              <a:defRPr sz="100"/>
            </a:lvl1pPr>
          </a:lstStyle>
          <a:p>
            <a:fld id="{12EA5F4A-9FB0-4812-AB35-92F9E0180226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42" name="Espace réservé du texte 41">
            <a:extLst>
              <a:ext uri="{FF2B5EF4-FFF2-40B4-BE49-F238E27FC236}">
                <a16:creationId xmlns:a16="http://schemas.microsoft.com/office/drawing/2014/main" id="{CF888A3E-58B5-A2A1-2FB2-066CC1437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41670" y="1997432"/>
            <a:ext cx="5753100" cy="18466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4000" b="1"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/>
              <a:t>Titre de la présentation </a:t>
            </a:r>
            <a:br>
              <a:rPr lang="fr-FR"/>
            </a:br>
            <a:r>
              <a:rPr lang="fr-FR"/>
              <a:t>sur trois lignes</a:t>
            </a:r>
          </a:p>
        </p:txBody>
      </p:sp>
    </p:spTree>
    <p:extLst>
      <p:ext uri="{BB962C8B-B14F-4D97-AF65-F5344CB8AC3E}">
        <p14:creationId xmlns:p14="http://schemas.microsoft.com/office/powerpoint/2010/main" val="2627110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 simple - 4 partie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ZoneTexte 24">
            <a:extLst>
              <a:ext uri="{FF2B5EF4-FFF2-40B4-BE49-F238E27FC236}">
                <a16:creationId xmlns:a16="http://schemas.microsoft.com/office/drawing/2014/main" id="{9143D709-8AA1-2B94-E3A4-2455F180DFC1}"/>
              </a:ext>
            </a:extLst>
          </p:cNvPr>
          <p:cNvSpPr txBox="1"/>
          <p:nvPr userDrawn="1"/>
        </p:nvSpPr>
        <p:spPr>
          <a:xfrm>
            <a:off x="634998" y="457370"/>
            <a:ext cx="3800720" cy="923330"/>
          </a:xfrm>
          <a:prstGeom prst="rect">
            <a:avLst/>
          </a:prstGeom>
        </p:spPr>
        <p:txBody>
          <a:bodyPr wrap="none" lIns="0" tIns="0" rIns="0" bIns="0" rtlCol="0" anchor="b">
            <a:spAutoFit/>
          </a:bodyPr>
          <a:lstStyle/>
          <a:p>
            <a:r>
              <a:rPr lang="fr-FR" sz="6000" b="1" cap="all">
                <a:solidFill>
                  <a:schemeClr val="accent1"/>
                </a:solidFill>
                <a:latin typeface="BNPPSans" panose="02000000000000000000" pitchFamily="2" charset="0"/>
              </a:rPr>
              <a:t>SOMMAIRE</a:t>
            </a:r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4AF04FA1-56C7-38A1-5C65-A560C5FAADCE}"/>
              </a:ext>
            </a:extLst>
          </p:cNvPr>
          <p:cNvCxnSpPr>
            <a:cxnSpLocks/>
          </p:cNvCxnSpPr>
          <p:nvPr userDrawn="1"/>
        </p:nvCxnSpPr>
        <p:spPr bwMode="ltGray">
          <a:xfrm>
            <a:off x="6868160" y="929216"/>
            <a:ext cx="5059680" cy="0"/>
          </a:xfrm>
          <a:prstGeom prst="line">
            <a:avLst/>
          </a:prstGeom>
          <a:ln w="530225" cap="sq">
            <a:solidFill>
              <a:schemeClr val="accent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4506D7A5-3764-04D3-16B0-2215A2EB5781}"/>
              </a:ext>
            </a:extLst>
          </p:cNvPr>
          <p:cNvCxnSpPr>
            <a:cxnSpLocks/>
          </p:cNvCxnSpPr>
          <p:nvPr userDrawn="1"/>
        </p:nvCxnSpPr>
        <p:spPr bwMode="ltGray">
          <a:xfrm>
            <a:off x="6965950" y="929216"/>
            <a:ext cx="1073150" cy="0"/>
          </a:xfrm>
          <a:prstGeom prst="line">
            <a:avLst/>
          </a:prstGeom>
          <a:ln w="530225" cap="rnd">
            <a:solidFill>
              <a:schemeClr val="accent3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1E7DA34F-FD3E-E5A3-6BF9-35FC65B4C536}"/>
              </a:ext>
            </a:extLst>
          </p:cNvPr>
          <p:cNvCxnSpPr>
            <a:cxnSpLocks/>
          </p:cNvCxnSpPr>
          <p:nvPr userDrawn="1"/>
        </p:nvCxnSpPr>
        <p:spPr bwMode="ltGray">
          <a:xfrm flipH="1">
            <a:off x="8007350" y="929216"/>
            <a:ext cx="218213" cy="0"/>
          </a:xfrm>
          <a:prstGeom prst="line">
            <a:avLst/>
          </a:prstGeom>
          <a:ln w="530225" cap="rnd">
            <a:solidFill>
              <a:schemeClr val="accent4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1140955A-8552-C7CC-B645-491E89E94E1C}"/>
              </a:ext>
            </a:extLst>
          </p:cNvPr>
          <p:cNvCxnSpPr>
            <a:cxnSpLocks/>
          </p:cNvCxnSpPr>
          <p:nvPr/>
        </p:nvCxnSpPr>
        <p:spPr bwMode="ltGray">
          <a:xfrm>
            <a:off x="5520463" y="929216"/>
            <a:ext cx="1445487" cy="0"/>
          </a:xfrm>
          <a:prstGeom prst="line">
            <a:avLst/>
          </a:prstGeom>
          <a:ln w="530225" cap="rnd">
            <a:solidFill>
              <a:schemeClr val="accent5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space réservé de la date 29">
            <a:extLst>
              <a:ext uri="{FF2B5EF4-FFF2-40B4-BE49-F238E27FC236}">
                <a16:creationId xmlns:a16="http://schemas.microsoft.com/office/drawing/2014/main" id="{C6CA0E2E-DD0E-8573-A2BD-8F9639550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9B93F-5A2C-4BE4-8E2B-05CA4746F95D}" type="datetime1">
              <a:rPr lang="fr-FR" smtClean="0"/>
              <a:t>21/08/2026</a:t>
            </a:fld>
            <a:endParaRPr lang="fr-FR"/>
          </a:p>
        </p:txBody>
      </p:sp>
      <p:sp>
        <p:nvSpPr>
          <p:cNvPr id="31" name="Espace réservé du pied de page 30">
            <a:extLst>
              <a:ext uri="{FF2B5EF4-FFF2-40B4-BE49-F238E27FC236}">
                <a16:creationId xmlns:a16="http://schemas.microsoft.com/office/drawing/2014/main" id="{69C8EDE0-208D-3B43-B5A9-19D8DD4F1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32" name="Espace réservé du numéro de diapositive 31">
            <a:extLst>
              <a:ext uri="{FF2B5EF4-FFF2-40B4-BE49-F238E27FC236}">
                <a16:creationId xmlns:a16="http://schemas.microsoft.com/office/drawing/2014/main" id="{2AF07D3A-B874-88C6-B5E3-6E732E845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5F4A-9FB0-4812-AB35-92F9E0180226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35" name="Espace réservé du texte 33">
            <a:extLst>
              <a:ext uri="{FF2B5EF4-FFF2-40B4-BE49-F238E27FC236}">
                <a16:creationId xmlns:a16="http://schemas.microsoft.com/office/drawing/2014/main" id="{324FD154-BCD9-3FFD-1C2B-3D7A6C6C8B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59136" y="1979088"/>
            <a:ext cx="869949" cy="63075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anchor="ctr">
            <a:noAutofit/>
          </a:bodyPr>
          <a:lstStyle>
            <a:lvl1pPr algn="ct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1</a:t>
            </a:r>
          </a:p>
        </p:txBody>
      </p:sp>
      <p:sp>
        <p:nvSpPr>
          <p:cNvPr id="42" name="Espace réservé du texte 33">
            <a:extLst>
              <a:ext uri="{FF2B5EF4-FFF2-40B4-BE49-F238E27FC236}">
                <a16:creationId xmlns:a16="http://schemas.microsoft.com/office/drawing/2014/main" id="{D92B36B7-C388-64BC-3C88-B2A9ECE30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59136" y="2867690"/>
            <a:ext cx="869949" cy="630759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anchor="ctr">
            <a:noAutofit/>
          </a:bodyPr>
          <a:lstStyle>
            <a:lvl1pPr algn="ct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2</a:t>
            </a:r>
          </a:p>
        </p:txBody>
      </p:sp>
      <p:sp>
        <p:nvSpPr>
          <p:cNvPr id="44" name="Espace réservé du texte 33">
            <a:extLst>
              <a:ext uri="{FF2B5EF4-FFF2-40B4-BE49-F238E27FC236}">
                <a16:creationId xmlns:a16="http://schemas.microsoft.com/office/drawing/2014/main" id="{2D17B6A0-B226-3983-7121-B58E9DF9D7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59136" y="3756292"/>
            <a:ext cx="869949" cy="63075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</p:spPr>
        <p:txBody>
          <a:bodyPr wrap="none" anchor="ctr">
            <a:noAutofit/>
          </a:bodyPr>
          <a:lstStyle>
            <a:lvl1pPr algn="ct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3</a:t>
            </a:r>
          </a:p>
        </p:txBody>
      </p:sp>
      <p:sp>
        <p:nvSpPr>
          <p:cNvPr id="46" name="Espace réservé du texte 33">
            <a:extLst>
              <a:ext uri="{FF2B5EF4-FFF2-40B4-BE49-F238E27FC236}">
                <a16:creationId xmlns:a16="http://schemas.microsoft.com/office/drawing/2014/main" id="{80A45ED8-BBE0-EDA0-2AA4-4887E8454E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59136" y="4644894"/>
            <a:ext cx="869949" cy="63075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anchor="ctr">
            <a:noAutofit/>
          </a:bodyPr>
          <a:lstStyle>
            <a:lvl1pPr algn="ct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4</a:t>
            </a:r>
          </a:p>
        </p:txBody>
      </p:sp>
      <p:sp>
        <p:nvSpPr>
          <p:cNvPr id="50" name="Espace réservé du texte 48">
            <a:extLst>
              <a:ext uri="{FF2B5EF4-FFF2-40B4-BE49-F238E27FC236}">
                <a16:creationId xmlns:a16="http://schemas.microsoft.com/office/drawing/2014/main" id="{3A03424E-4C0C-B4E7-DD06-E5DCBDBE47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17801" y="2186672"/>
            <a:ext cx="4685000" cy="249299"/>
          </a:xfrm>
        </p:spPr>
        <p:txBody>
          <a:bodyPr wrap="non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une longue ligne de texte</a:t>
            </a:r>
          </a:p>
        </p:txBody>
      </p:sp>
      <p:sp>
        <p:nvSpPr>
          <p:cNvPr id="51" name="Espace réservé du texte 48">
            <a:extLst>
              <a:ext uri="{FF2B5EF4-FFF2-40B4-BE49-F238E27FC236}">
                <a16:creationId xmlns:a16="http://schemas.microsoft.com/office/drawing/2014/main" id="{55ECA287-064B-955B-078D-4B3E46EED55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17801" y="3058419"/>
            <a:ext cx="4685000" cy="249299"/>
          </a:xfrm>
        </p:spPr>
        <p:txBody>
          <a:bodyPr wrap="non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une longue ligne de texte</a:t>
            </a:r>
          </a:p>
        </p:txBody>
      </p:sp>
      <p:sp>
        <p:nvSpPr>
          <p:cNvPr id="52" name="Espace réservé du texte 48">
            <a:extLst>
              <a:ext uri="{FF2B5EF4-FFF2-40B4-BE49-F238E27FC236}">
                <a16:creationId xmlns:a16="http://schemas.microsoft.com/office/drawing/2014/main" id="{6806B51D-97F6-914C-50E6-6034DED5F1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17801" y="3930166"/>
            <a:ext cx="4685000" cy="249299"/>
          </a:xfrm>
        </p:spPr>
        <p:txBody>
          <a:bodyPr wrap="non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une longue ligne de texte</a:t>
            </a:r>
          </a:p>
        </p:txBody>
      </p:sp>
      <p:sp>
        <p:nvSpPr>
          <p:cNvPr id="53" name="Espace réservé du texte 48">
            <a:extLst>
              <a:ext uri="{FF2B5EF4-FFF2-40B4-BE49-F238E27FC236}">
                <a16:creationId xmlns:a16="http://schemas.microsoft.com/office/drawing/2014/main" id="{071B9356-717D-9104-0349-7826DA86FC0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17801" y="4801913"/>
            <a:ext cx="4685000" cy="249299"/>
          </a:xfrm>
        </p:spPr>
        <p:txBody>
          <a:bodyPr wrap="non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une longue ligne de texte</a:t>
            </a:r>
          </a:p>
        </p:txBody>
      </p:sp>
    </p:spTree>
    <p:extLst>
      <p:ext uri="{BB962C8B-B14F-4D97-AF65-F5344CB8AC3E}">
        <p14:creationId xmlns:p14="http://schemas.microsoft.com/office/powerpoint/2010/main" val="776071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mmaire simple - 8 partie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ZoneTexte 24">
            <a:extLst>
              <a:ext uri="{FF2B5EF4-FFF2-40B4-BE49-F238E27FC236}">
                <a16:creationId xmlns:a16="http://schemas.microsoft.com/office/drawing/2014/main" id="{9143D709-8AA1-2B94-E3A4-2455F180DFC1}"/>
              </a:ext>
            </a:extLst>
          </p:cNvPr>
          <p:cNvSpPr txBox="1"/>
          <p:nvPr userDrawn="1"/>
        </p:nvSpPr>
        <p:spPr>
          <a:xfrm>
            <a:off x="634998" y="457370"/>
            <a:ext cx="3800720" cy="923330"/>
          </a:xfrm>
          <a:prstGeom prst="rect">
            <a:avLst/>
          </a:prstGeom>
        </p:spPr>
        <p:txBody>
          <a:bodyPr wrap="none" lIns="0" tIns="0" rIns="0" bIns="0" rtlCol="0" anchor="b">
            <a:spAutoFit/>
          </a:bodyPr>
          <a:lstStyle/>
          <a:p>
            <a:r>
              <a:rPr lang="fr-FR" sz="6000" b="1" cap="all">
                <a:solidFill>
                  <a:schemeClr val="accent1"/>
                </a:solidFill>
                <a:latin typeface="BNPPSans" panose="02000000000000000000" pitchFamily="2" charset="0"/>
              </a:rPr>
              <a:t>SOMMAIRE</a:t>
            </a:r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4AF04FA1-56C7-38A1-5C65-A560C5FAADCE}"/>
              </a:ext>
            </a:extLst>
          </p:cNvPr>
          <p:cNvCxnSpPr>
            <a:cxnSpLocks/>
          </p:cNvCxnSpPr>
          <p:nvPr userDrawn="1"/>
        </p:nvCxnSpPr>
        <p:spPr bwMode="ltGray">
          <a:xfrm>
            <a:off x="6868160" y="929216"/>
            <a:ext cx="5059680" cy="0"/>
          </a:xfrm>
          <a:prstGeom prst="line">
            <a:avLst/>
          </a:prstGeom>
          <a:ln w="530225" cap="sq">
            <a:solidFill>
              <a:schemeClr val="accent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4506D7A5-3764-04D3-16B0-2215A2EB5781}"/>
              </a:ext>
            </a:extLst>
          </p:cNvPr>
          <p:cNvCxnSpPr>
            <a:cxnSpLocks/>
          </p:cNvCxnSpPr>
          <p:nvPr userDrawn="1"/>
        </p:nvCxnSpPr>
        <p:spPr bwMode="ltGray">
          <a:xfrm>
            <a:off x="6965950" y="929216"/>
            <a:ext cx="1073150" cy="0"/>
          </a:xfrm>
          <a:prstGeom prst="line">
            <a:avLst/>
          </a:prstGeom>
          <a:ln w="530225" cap="rnd">
            <a:solidFill>
              <a:schemeClr val="accent3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1E7DA34F-FD3E-E5A3-6BF9-35FC65B4C536}"/>
              </a:ext>
            </a:extLst>
          </p:cNvPr>
          <p:cNvCxnSpPr>
            <a:cxnSpLocks/>
          </p:cNvCxnSpPr>
          <p:nvPr userDrawn="1"/>
        </p:nvCxnSpPr>
        <p:spPr bwMode="ltGray">
          <a:xfrm flipH="1">
            <a:off x="8007350" y="929216"/>
            <a:ext cx="218213" cy="0"/>
          </a:xfrm>
          <a:prstGeom prst="line">
            <a:avLst/>
          </a:prstGeom>
          <a:ln w="530225" cap="rnd">
            <a:solidFill>
              <a:schemeClr val="accent4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1140955A-8552-C7CC-B645-491E89E94E1C}"/>
              </a:ext>
            </a:extLst>
          </p:cNvPr>
          <p:cNvCxnSpPr>
            <a:cxnSpLocks/>
          </p:cNvCxnSpPr>
          <p:nvPr/>
        </p:nvCxnSpPr>
        <p:spPr bwMode="ltGray">
          <a:xfrm>
            <a:off x="5520463" y="929216"/>
            <a:ext cx="1445487" cy="0"/>
          </a:xfrm>
          <a:prstGeom prst="line">
            <a:avLst/>
          </a:prstGeom>
          <a:ln w="530225" cap="rnd">
            <a:solidFill>
              <a:schemeClr val="accent5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space réservé de la date 29">
            <a:extLst>
              <a:ext uri="{FF2B5EF4-FFF2-40B4-BE49-F238E27FC236}">
                <a16:creationId xmlns:a16="http://schemas.microsoft.com/office/drawing/2014/main" id="{C6CA0E2E-DD0E-8573-A2BD-8F9639550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9B93F-5A2C-4BE4-8E2B-05CA4746F95D}" type="datetime1">
              <a:rPr lang="fr-FR" smtClean="0"/>
              <a:t>21/08/2026</a:t>
            </a:fld>
            <a:endParaRPr lang="fr-FR"/>
          </a:p>
        </p:txBody>
      </p:sp>
      <p:sp>
        <p:nvSpPr>
          <p:cNvPr id="31" name="Espace réservé du pied de page 30">
            <a:extLst>
              <a:ext uri="{FF2B5EF4-FFF2-40B4-BE49-F238E27FC236}">
                <a16:creationId xmlns:a16="http://schemas.microsoft.com/office/drawing/2014/main" id="{69C8EDE0-208D-3B43-B5A9-19D8DD4F1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32" name="Espace réservé du numéro de diapositive 31">
            <a:extLst>
              <a:ext uri="{FF2B5EF4-FFF2-40B4-BE49-F238E27FC236}">
                <a16:creationId xmlns:a16="http://schemas.microsoft.com/office/drawing/2014/main" id="{2AF07D3A-B874-88C6-B5E3-6E732E845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5F4A-9FB0-4812-AB35-92F9E0180226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35" name="Espace réservé du texte 33">
            <a:extLst>
              <a:ext uri="{FF2B5EF4-FFF2-40B4-BE49-F238E27FC236}">
                <a16:creationId xmlns:a16="http://schemas.microsoft.com/office/drawing/2014/main" id="{324FD154-BCD9-3FFD-1C2B-3D7A6C6C8B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59136" y="1979088"/>
            <a:ext cx="869949" cy="63075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anchor="ctr">
            <a:noAutofit/>
          </a:bodyPr>
          <a:lstStyle>
            <a:lvl1pPr algn="ct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1</a:t>
            </a:r>
          </a:p>
        </p:txBody>
      </p:sp>
      <p:sp>
        <p:nvSpPr>
          <p:cNvPr id="42" name="Espace réservé du texte 33">
            <a:extLst>
              <a:ext uri="{FF2B5EF4-FFF2-40B4-BE49-F238E27FC236}">
                <a16:creationId xmlns:a16="http://schemas.microsoft.com/office/drawing/2014/main" id="{D92B36B7-C388-64BC-3C88-B2A9ECE30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59136" y="2867690"/>
            <a:ext cx="869949" cy="630759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anchor="ctr">
            <a:noAutofit/>
          </a:bodyPr>
          <a:lstStyle>
            <a:lvl1pPr algn="ct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2</a:t>
            </a:r>
          </a:p>
        </p:txBody>
      </p:sp>
      <p:sp>
        <p:nvSpPr>
          <p:cNvPr id="44" name="Espace réservé du texte 33">
            <a:extLst>
              <a:ext uri="{FF2B5EF4-FFF2-40B4-BE49-F238E27FC236}">
                <a16:creationId xmlns:a16="http://schemas.microsoft.com/office/drawing/2014/main" id="{2D17B6A0-B226-3983-7121-B58E9DF9D7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59136" y="3756292"/>
            <a:ext cx="869949" cy="63075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</p:spPr>
        <p:txBody>
          <a:bodyPr wrap="none" anchor="ctr">
            <a:noAutofit/>
          </a:bodyPr>
          <a:lstStyle>
            <a:lvl1pPr algn="ct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3</a:t>
            </a:r>
          </a:p>
        </p:txBody>
      </p:sp>
      <p:sp>
        <p:nvSpPr>
          <p:cNvPr id="46" name="Espace réservé du texte 33">
            <a:extLst>
              <a:ext uri="{FF2B5EF4-FFF2-40B4-BE49-F238E27FC236}">
                <a16:creationId xmlns:a16="http://schemas.microsoft.com/office/drawing/2014/main" id="{80A45ED8-BBE0-EDA0-2AA4-4887E8454E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59136" y="4644894"/>
            <a:ext cx="869949" cy="63075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anchor="ctr">
            <a:noAutofit/>
          </a:bodyPr>
          <a:lstStyle>
            <a:lvl1pPr algn="ct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4</a:t>
            </a:r>
          </a:p>
        </p:txBody>
      </p:sp>
      <p:sp>
        <p:nvSpPr>
          <p:cNvPr id="50" name="Espace réservé du texte 48">
            <a:extLst>
              <a:ext uri="{FF2B5EF4-FFF2-40B4-BE49-F238E27FC236}">
                <a16:creationId xmlns:a16="http://schemas.microsoft.com/office/drawing/2014/main" id="{3A03424E-4C0C-B4E7-DD06-E5DCBDBE47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17801" y="2186672"/>
            <a:ext cx="2280919" cy="249299"/>
          </a:xfrm>
        </p:spPr>
        <p:txBody>
          <a:bodyPr wrap="squar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deux lignes de texte</a:t>
            </a:r>
          </a:p>
        </p:txBody>
      </p:sp>
      <p:sp>
        <p:nvSpPr>
          <p:cNvPr id="51" name="Espace réservé du texte 48">
            <a:extLst>
              <a:ext uri="{FF2B5EF4-FFF2-40B4-BE49-F238E27FC236}">
                <a16:creationId xmlns:a16="http://schemas.microsoft.com/office/drawing/2014/main" id="{55ECA287-064B-955B-078D-4B3E46EED55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17801" y="3058419"/>
            <a:ext cx="2280919" cy="249299"/>
          </a:xfrm>
        </p:spPr>
        <p:txBody>
          <a:bodyPr wrap="squar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deux lignes de texte</a:t>
            </a:r>
          </a:p>
        </p:txBody>
      </p:sp>
      <p:sp>
        <p:nvSpPr>
          <p:cNvPr id="52" name="Espace réservé du texte 48">
            <a:extLst>
              <a:ext uri="{FF2B5EF4-FFF2-40B4-BE49-F238E27FC236}">
                <a16:creationId xmlns:a16="http://schemas.microsoft.com/office/drawing/2014/main" id="{6806B51D-97F6-914C-50E6-6034DED5F1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17801" y="3930166"/>
            <a:ext cx="2280919" cy="249299"/>
          </a:xfrm>
        </p:spPr>
        <p:txBody>
          <a:bodyPr wrap="squar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deux lignes de texte</a:t>
            </a:r>
          </a:p>
        </p:txBody>
      </p:sp>
      <p:sp>
        <p:nvSpPr>
          <p:cNvPr id="53" name="Espace réservé du texte 48">
            <a:extLst>
              <a:ext uri="{FF2B5EF4-FFF2-40B4-BE49-F238E27FC236}">
                <a16:creationId xmlns:a16="http://schemas.microsoft.com/office/drawing/2014/main" id="{071B9356-717D-9104-0349-7826DA86FC0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17801" y="4801913"/>
            <a:ext cx="2280919" cy="249299"/>
          </a:xfrm>
        </p:spPr>
        <p:txBody>
          <a:bodyPr wrap="squar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deux lignes de texte</a:t>
            </a:r>
          </a:p>
        </p:txBody>
      </p:sp>
      <p:sp>
        <p:nvSpPr>
          <p:cNvPr id="2" name="Espace réservé du texte 33">
            <a:extLst>
              <a:ext uri="{FF2B5EF4-FFF2-40B4-BE49-F238E27FC236}">
                <a16:creationId xmlns:a16="http://schemas.microsoft.com/office/drawing/2014/main" id="{6E303C80-BD96-C9CC-7521-A866170F9EF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27376" y="1979088"/>
            <a:ext cx="869949" cy="63075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anchor="ctr">
            <a:noAutofit/>
          </a:bodyPr>
          <a:lstStyle>
            <a:lvl1pPr algn="ct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5</a:t>
            </a:r>
          </a:p>
        </p:txBody>
      </p:sp>
      <p:sp>
        <p:nvSpPr>
          <p:cNvPr id="3" name="Espace réservé du texte 33">
            <a:extLst>
              <a:ext uri="{FF2B5EF4-FFF2-40B4-BE49-F238E27FC236}">
                <a16:creationId xmlns:a16="http://schemas.microsoft.com/office/drawing/2014/main" id="{7D7E54F4-E12D-0A47-8104-77CC6CC2B8A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27376" y="2867690"/>
            <a:ext cx="869949" cy="630759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anchor="ctr">
            <a:noAutofit/>
          </a:bodyPr>
          <a:lstStyle>
            <a:lvl1pPr algn="ct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6</a:t>
            </a:r>
          </a:p>
        </p:txBody>
      </p:sp>
      <p:sp>
        <p:nvSpPr>
          <p:cNvPr id="4" name="Espace réservé du texte 33">
            <a:extLst>
              <a:ext uri="{FF2B5EF4-FFF2-40B4-BE49-F238E27FC236}">
                <a16:creationId xmlns:a16="http://schemas.microsoft.com/office/drawing/2014/main" id="{434C0431-BC5D-C3BE-EF32-53E5E2E7B34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27376" y="3756292"/>
            <a:ext cx="869949" cy="63075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</p:spPr>
        <p:txBody>
          <a:bodyPr wrap="none" anchor="ctr">
            <a:noAutofit/>
          </a:bodyPr>
          <a:lstStyle>
            <a:lvl1pPr algn="ct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7</a:t>
            </a:r>
          </a:p>
        </p:txBody>
      </p:sp>
      <p:sp>
        <p:nvSpPr>
          <p:cNvPr id="5" name="Espace réservé du texte 33">
            <a:extLst>
              <a:ext uri="{FF2B5EF4-FFF2-40B4-BE49-F238E27FC236}">
                <a16:creationId xmlns:a16="http://schemas.microsoft.com/office/drawing/2014/main" id="{2959A29B-17E9-85C6-DE74-3B0D7004D53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27376" y="4644894"/>
            <a:ext cx="869949" cy="63075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anchor="ctr">
            <a:noAutofit/>
          </a:bodyPr>
          <a:lstStyle>
            <a:lvl1pPr algn="ct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8</a:t>
            </a:r>
          </a:p>
        </p:txBody>
      </p:sp>
      <p:sp>
        <p:nvSpPr>
          <p:cNvPr id="6" name="Espace réservé du texte 48">
            <a:extLst>
              <a:ext uri="{FF2B5EF4-FFF2-40B4-BE49-F238E27FC236}">
                <a16:creationId xmlns:a16="http://schemas.microsoft.com/office/drawing/2014/main" id="{18D5044F-4F8C-513B-9150-171D7DF66D6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86041" y="2186672"/>
            <a:ext cx="2280919" cy="249299"/>
          </a:xfrm>
        </p:spPr>
        <p:txBody>
          <a:bodyPr wrap="squar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deux lignes de texte</a:t>
            </a:r>
          </a:p>
        </p:txBody>
      </p:sp>
      <p:sp>
        <p:nvSpPr>
          <p:cNvPr id="7" name="Espace réservé du texte 48">
            <a:extLst>
              <a:ext uri="{FF2B5EF4-FFF2-40B4-BE49-F238E27FC236}">
                <a16:creationId xmlns:a16="http://schemas.microsoft.com/office/drawing/2014/main" id="{723D8BB7-6ACB-979F-DA9F-63B6AE1D398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86041" y="3058419"/>
            <a:ext cx="2280919" cy="249299"/>
          </a:xfrm>
        </p:spPr>
        <p:txBody>
          <a:bodyPr wrap="squar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deux lignes de texte</a:t>
            </a:r>
          </a:p>
        </p:txBody>
      </p:sp>
      <p:sp>
        <p:nvSpPr>
          <p:cNvPr id="8" name="Espace réservé du texte 48">
            <a:extLst>
              <a:ext uri="{FF2B5EF4-FFF2-40B4-BE49-F238E27FC236}">
                <a16:creationId xmlns:a16="http://schemas.microsoft.com/office/drawing/2014/main" id="{78CB743D-108C-05F4-C169-E22A53D4B7C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86041" y="3930166"/>
            <a:ext cx="2280919" cy="249299"/>
          </a:xfrm>
        </p:spPr>
        <p:txBody>
          <a:bodyPr wrap="squar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deux lignes de texte</a:t>
            </a:r>
          </a:p>
        </p:txBody>
      </p:sp>
      <p:sp>
        <p:nvSpPr>
          <p:cNvPr id="9" name="Espace réservé du texte 48">
            <a:extLst>
              <a:ext uri="{FF2B5EF4-FFF2-40B4-BE49-F238E27FC236}">
                <a16:creationId xmlns:a16="http://schemas.microsoft.com/office/drawing/2014/main" id="{6FFE553A-3F30-A10C-3C27-E3D7A226E7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686041" y="4801913"/>
            <a:ext cx="2280919" cy="249299"/>
          </a:xfrm>
        </p:spPr>
        <p:txBody>
          <a:bodyPr wrap="squar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deux lignes de texte</a:t>
            </a:r>
          </a:p>
        </p:txBody>
      </p:sp>
    </p:spTree>
    <p:extLst>
      <p:ext uri="{BB962C8B-B14F-4D97-AF65-F5344CB8AC3E}">
        <p14:creationId xmlns:p14="http://schemas.microsoft.com/office/powerpoint/2010/main" val="2103989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 complexe - 4 partie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Espace réservé de la date 29">
            <a:extLst>
              <a:ext uri="{FF2B5EF4-FFF2-40B4-BE49-F238E27FC236}">
                <a16:creationId xmlns:a16="http://schemas.microsoft.com/office/drawing/2014/main" id="{C6CA0E2E-DD0E-8573-A2BD-8F9639550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9B93F-5A2C-4BE4-8E2B-05CA4746F95D}" type="datetime1">
              <a:rPr lang="fr-FR" smtClean="0"/>
              <a:t>21/08/2026</a:t>
            </a:fld>
            <a:endParaRPr lang="fr-FR"/>
          </a:p>
        </p:txBody>
      </p:sp>
      <p:sp>
        <p:nvSpPr>
          <p:cNvPr id="31" name="Espace réservé du pied de page 30">
            <a:extLst>
              <a:ext uri="{FF2B5EF4-FFF2-40B4-BE49-F238E27FC236}">
                <a16:creationId xmlns:a16="http://schemas.microsoft.com/office/drawing/2014/main" id="{69C8EDE0-208D-3B43-B5A9-19D8DD4F1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32" name="Espace réservé du numéro de diapositive 31">
            <a:extLst>
              <a:ext uri="{FF2B5EF4-FFF2-40B4-BE49-F238E27FC236}">
                <a16:creationId xmlns:a16="http://schemas.microsoft.com/office/drawing/2014/main" id="{2AF07D3A-B874-88C6-B5E3-6E732E845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5F4A-9FB0-4812-AB35-92F9E0180226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30B1D9A-2A60-9061-ADDC-7FD0C3700F77}"/>
              </a:ext>
            </a:extLst>
          </p:cNvPr>
          <p:cNvSpPr txBox="1"/>
          <p:nvPr userDrawn="1"/>
        </p:nvSpPr>
        <p:spPr>
          <a:xfrm rot="16200000">
            <a:off x="-1003598" y="2577512"/>
            <a:ext cx="3800719" cy="92333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ctr"/>
            <a:r>
              <a:rPr lang="fr-FR" sz="6000" b="1" cap="all">
                <a:solidFill>
                  <a:schemeClr val="accent1"/>
                </a:solidFill>
                <a:latin typeface="BNPPSans" panose="02000000000000000000" pitchFamily="2" charset="0"/>
              </a:rPr>
              <a:t>SOMMAIRE</a:t>
            </a:r>
          </a:p>
        </p:txBody>
      </p:sp>
      <p:grpSp>
        <p:nvGrpSpPr>
          <p:cNvPr id="8" name="Graphique 44">
            <a:extLst>
              <a:ext uri="{FF2B5EF4-FFF2-40B4-BE49-F238E27FC236}">
                <a16:creationId xmlns:a16="http://schemas.microsoft.com/office/drawing/2014/main" id="{D4CC2DAA-4A86-41DB-E268-EF57B06BB6B0}"/>
              </a:ext>
            </a:extLst>
          </p:cNvPr>
          <p:cNvGrpSpPr/>
          <p:nvPr userDrawn="1"/>
        </p:nvGrpSpPr>
        <p:grpSpPr>
          <a:xfrm>
            <a:off x="2023100" y="2179968"/>
            <a:ext cx="1452330" cy="1675104"/>
            <a:chOff x="3319466" y="228601"/>
            <a:chExt cx="5551927" cy="6403564"/>
          </a:xfrm>
          <a:solidFill>
            <a:schemeClr val="accent1"/>
          </a:solidFill>
        </p:grpSpPr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AAA0A2D8-B2AD-0702-80E3-DE4F89CCA8A8}"/>
                </a:ext>
              </a:extLst>
            </p:cNvPr>
            <p:cNvSpPr/>
            <p:nvPr/>
          </p:nvSpPr>
          <p:spPr>
            <a:xfrm>
              <a:off x="3319466" y="1781951"/>
              <a:ext cx="1254828" cy="3190491"/>
            </a:xfrm>
            <a:custGeom>
              <a:avLst/>
              <a:gdLst>
                <a:gd name="connsiteX0" fmla="*/ 185 w 1254828"/>
                <a:gd name="connsiteY0" fmla="*/ 186391 h 3190491"/>
                <a:gd name="connsiteX1" fmla="*/ 174017 w 1254828"/>
                <a:gd name="connsiteY1" fmla="*/ 178 h 3190491"/>
                <a:gd name="connsiteX2" fmla="*/ 360040 w 1254828"/>
                <a:gd name="connsiteY2" fmla="*/ 169913 h 3190491"/>
                <a:gd name="connsiteX3" fmla="*/ 481198 w 1254828"/>
                <a:gd name="connsiteY3" fmla="*/ 2822340 h 3190491"/>
                <a:gd name="connsiteX4" fmla="*/ 1064509 w 1254828"/>
                <a:gd name="connsiteY4" fmla="*/ 2795670 h 3190491"/>
                <a:gd name="connsiteX5" fmla="*/ 1254628 w 1254828"/>
                <a:gd name="connsiteY5" fmla="*/ 2965310 h 3190491"/>
                <a:gd name="connsiteX6" fmla="*/ 1080987 w 1254828"/>
                <a:gd name="connsiteY6" fmla="*/ 3155525 h 3190491"/>
                <a:gd name="connsiteX7" fmla="*/ 319749 w 1254828"/>
                <a:gd name="connsiteY7" fmla="*/ 3190291 h 3190491"/>
                <a:gd name="connsiteX8" fmla="*/ 129535 w 1254828"/>
                <a:gd name="connsiteY8" fmla="*/ 3016650 h 3190491"/>
                <a:gd name="connsiteX9" fmla="*/ 185 w 1254828"/>
                <a:gd name="connsiteY9" fmla="*/ 186391 h 319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54828" h="3190491">
                  <a:moveTo>
                    <a:pt x="185" y="186391"/>
                  </a:moveTo>
                  <a:cubicBezTo>
                    <a:pt x="-4291" y="89332"/>
                    <a:pt x="72861" y="4845"/>
                    <a:pt x="174017" y="178"/>
                  </a:cubicBezTo>
                  <a:cubicBezTo>
                    <a:pt x="271076" y="-4204"/>
                    <a:pt x="355563" y="72949"/>
                    <a:pt x="360040" y="169913"/>
                  </a:cubicBezTo>
                  <a:lnTo>
                    <a:pt x="481198" y="2822340"/>
                  </a:lnTo>
                  <a:lnTo>
                    <a:pt x="1064509" y="2795670"/>
                  </a:lnTo>
                  <a:cubicBezTo>
                    <a:pt x="1165569" y="2791003"/>
                    <a:pt x="1250151" y="2868251"/>
                    <a:pt x="1254628" y="2965310"/>
                  </a:cubicBezTo>
                  <a:cubicBezTo>
                    <a:pt x="1259295" y="3066371"/>
                    <a:pt x="1182047" y="3150953"/>
                    <a:pt x="1080987" y="3155525"/>
                  </a:cubicBezTo>
                  <a:lnTo>
                    <a:pt x="319749" y="3190291"/>
                  </a:lnTo>
                  <a:cubicBezTo>
                    <a:pt x="218689" y="3194958"/>
                    <a:pt x="134107" y="3117710"/>
                    <a:pt x="129535" y="3016650"/>
                  </a:cubicBezTo>
                  <a:lnTo>
                    <a:pt x="185" y="18639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68030720-CB9A-D27F-4DCF-234CF3D8219D}"/>
                </a:ext>
              </a:extLst>
            </p:cNvPr>
            <p:cNvSpPr/>
            <p:nvPr/>
          </p:nvSpPr>
          <p:spPr>
            <a:xfrm>
              <a:off x="5104447" y="1808323"/>
              <a:ext cx="330708" cy="559213"/>
            </a:xfrm>
            <a:custGeom>
              <a:avLst/>
              <a:gdLst>
                <a:gd name="connsiteX0" fmla="*/ 330708 w 330708"/>
                <a:gd name="connsiteY0" fmla="*/ 391954 h 559212"/>
                <a:gd name="connsiteX1" fmla="*/ 167164 w 330708"/>
                <a:gd name="connsiteY1" fmla="*/ 559213 h 559212"/>
                <a:gd name="connsiteX2" fmla="*/ 0 w 330708"/>
                <a:gd name="connsiteY2" fmla="*/ 391954 h 559212"/>
                <a:gd name="connsiteX3" fmla="*/ 0 w 330708"/>
                <a:gd name="connsiteY3" fmla="*/ 163449 h 559212"/>
                <a:gd name="connsiteX4" fmla="*/ 167164 w 330708"/>
                <a:gd name="connsiteY4" fmla="*/ 0 h 559212"/>
                <a:gd name="connsiteX5" fmla="*/ 330708 w 330708"/>
                <a:gd name="connsiteY5" fmla="*/ 163449 h 559212"/>
                <a:gd name="connsiteX6" fmla="*/ 330708 w 330708"/>
                <a:gd name="connsiteY6" fmla="*/ 391954 h 559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559212">
                  <a:moveTo>
                    <a:pt x="330708" y="391954"/>
                  </a:moveTo>
                  <a:cubicBezTo>
                    <a:pt x="330708" y="484822"/>
                    <a:pt x="256413" y="559213"/>
                    <a:pt x="167164" y="559213"/>
                  </a:cubicBezTo>
                  <a:cubicBezTo>
                    <a:pt x="77915" y="559213"/>
                    <a:pt x="0" y="484918"/>
                    <a:pt x="0" y="391954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3919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FC850F33-1873-831D-94E4-84ED4BBE9FE5}"/>
                </a:ext>
              </a:extLst>
            </p:cNvPr>
            <p:cNvSpPr/>
            <p:nvPr/>
          </p:nvSpPr>
          <p:spPr>
            <a:xfrm>
              <a:off x="5104447" y="2882648"/>
              <a:ext cx="330708" cy="2068735"/>
            </a:xfrm>
            <a:custGeom>
              <a:avLst/>
              <a:gdLst>
                <a:gd name="connsiteX0" fmla="*/ 330708 w 330708"/>
                <a:gd name="connsiteY0" fmla="*/ 1901476 h 2068734"/>
                <a:gd name="connsiteX1" fmla="*/ 167164 w 330708"/>
                <a:gd name="connsiteY1" fmla="*/ 2068735 h 2068734"/>
                <a:gd name="connsiteX2" fmla="*/ 0 w 330708"/>
                <a:gd name="connsiteY2" fmla="*/ 1901476 h 2068734"/>
                <a:gd name="connsiteX3" fmla="*/ 0 w 330708"/>
                <a:gd name="connsiteY3" fmla="*/ 163449 h 2068734"/>
                <a:gd name="connsiteX4" fmla="*/ 167164 w 330708"/>
                <a:gd name="connsiteY4" fmla="*/ 0 h 2068734"/>
                <a:gd name="connsiteX5" fmla="*/ 330708 w 330708"/>
                <a:gd name="connsiteY5" fmla="*/ 163449 h 2068734"/>
                <a:gd name="connsiteX6" fmla="*/ 330708 w 330708"/>
                <a:gd name="connsiteY6" fmla="*/ 1901476 h 206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2068734">
                  <a:moveTo>
                    <a:pt x="330708" y="1901476"/>
                  </a:moveTo>
                  <a:cubicBezTo>
                    <a:pt x="330708" y="1994344"/>
                    <a:pt x="256413" y="2068735"/>
                    <a:pt x="167164" y="2068735"/>
                  </a:cubicBezTo>
                  <a:cubicBezTo>
                    <a:pt x="77915" y="2068735"/>
                    <a:pt x="0" y="1994440"/>
                    <a:pt x="0" y="1901476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190147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6346747A-2CC1-3697-0652-5C62FC89B7BB}"/>
                </a:ext>
              </a:extLst>
            </p:cNvPr>
            <p:cNvSpPr/>
            <p:nvPr/>
          </p:nvSpPr>
          <p:spPr>
            <a:xfrm>
              <a:off x="6236683" y="2168270"/>
              <a:ext cx="1065560" cy="2788348"/>
            </a:xfrm>
            <a:custGeom>
              <a:avLst/>
              <a:gdLst>
                <a:gd name="connsiteX0" fmla="*/ 321374 w 1065561"/>
                <a:gd name="connsiteY0" fmla="*/ 2625852 h 2788348"/>
                <a:gd name="connsiteX1" fmla="*/ 162496 w 1065561"/>
                <a:gd name="connsiteY1" fmla="*/ 2788349 h 2788348"/>
                <a:gd name="connsiteX2" fmla="*/ 0 w 1065561"/>
                <a:gd name="connsiteY2" fmla="*/ 2625852 h 2788348"/>
                <a:gd name="connsiteX3" fmla="*/ 0 w 1065561"/>
                <a:gd name="connsiteY3" fmla="*/ 158877 h 2788348"/>
                <a:gd name="connsiteX4" fmla="*/ 162496 w 1065561"/>
                <a:gd name="connsiteY4" fmla="*/ 0 h 2788348"/>
                <a:gd name="connsiteX5" fmla="*/ 903065 w 1065561"/>
                <a:gd name="connsiteY5" fmla="*/ 0 h 2788348"/>
                <a:gd name="connsiteX6" fmla="*/ 1065562 w 1065561"/>
                <a:gd name="connsiteY6" fmla="*/ 158877 h 2788348"/>
                <a:gd name="connsiteX7" fmla="*/ 903065 w 1065561"/>
                <a:gd name="connsiteY7" fmla="*/ 321374 h 2788348"/>
                <a:gd name="connsiteX8" fmla="*/ 321374 w 1065561"/>
                <a:gd name="connsiteY8" fmla="*/ 321374 h 2788348"/>
                <a:gd name="connsiteX9" fmla="*/ 321374 w 1065561"/>
                <a:gd name="connsiteY9" fmla="*/ 1216914 h 2788348"/>
                <a:gd name="connsiteX10" fmla="*/ 740569 w 1065561"/>
                <a:gd name="connsiteY10" fmla="*/ 1216914 h 2788348"/>
                <a:gd name="connsiteX11" fmla="*/ 903065 w 1065561"/>
                <a:gd name="connsiteY11" fmla="*/ 1375791 h 2788348"/>
                <a:gd name="connsiteX12" fmla="*/ 740569 w 1065561"/>
                <a:gd name="connsiteY12" fmla="*/ 1538288 h 2788348"/>
                <a:gd name="connsiteX13" fmla="*/ 321374 w 1065561"/>
                <a:gd name="connsiteY13" fmla="*/ 1538288 h 2788348"/>
                <a:gd name="connsiteX14" fmla="*/ 321374 w 1065561"/>
                <a:gd name="connsiteY14" fmla="*/ 2625757 h 278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65561" h="2788348">
                  <a:moveTo>
                    <a:pt x="321374" y="2625852"/>
                  </a:moveTo>
                  <a:cubicBezTo>
                    <a:pt x="321374" y="2716149"/>
                    <a:pt x="249174" y="2788349"/>
                    <a:pt x="162496" y="2788349"/>
                  </a:cubicBezTo>
                  <a:cubicBezTo>
                    <a:pt x="75819" y="2788349"/>
                    <a:pt x="0" y="2716149"/>
                    <a:pt x="0" y="2625852"/>
                  </a:cubicBezTo>
                  <a:lnTo>
                    <a:pt x="0" y="158877"/>
                  </a:lnTo>
                  <a:cubicBezTo>
                    <a:pt x="0" y="72200"/>
                    <a:pt x="72200" y="0"/>
                    <a:pt x="162496" y="0"/>
                  </a:cubicBezTo>
                  <a:lnTo>
                    <a:pt x="903065" y="0"/>
                  </a:lnTo>
                  <a:cubicBezTo>
                    <a:pt x="993362" y="0"/>
                    <a:pt x="1065562" y="72200"/>
                    <a:pt x="1065562" y="158877"/>
                  </a:cubicBezTo>
                  <a:cubicBezTo>
                    <a:pt x="1065562" y="245554"/>
                    <a:pt x="993362" y="321374"/>
                    <a:pt x="903065" y="321374"/>
                  </a:cubicBezTo>
                  <a:lnTo>
                    <a:pt x="321374" y="321374"/>
                  </a:lnTo>
                  <a:lnTo>
                    <a:pt x="321374" y="1216914"/>
                  </a:lnTo>
                  <a:lnTo>
                    <a:pt x="740569" y="1216914"/>
                  </a:lnTo>
                  <a:cubicBezTo>
                    <a:pt x="830866" y="1216914"/>
                    <a:pt x="903065" y="1289114"/>
                    <a:pt x="903065" y="1375791"/>
                  </a:cubicBezTo>
                  <a:cubicBezTo>
                    <a:pt x="903065" y="1462468"/>
                    <a:pt x="830866" y="1538288"/>
                    <a:pt x="740569" y="1538288"/>
                  </a:cubicBezTo>
                  <a:lnTo>
                    <a:pt x="321374" y="1538288"/>
                  </a:lnTo>
                  <a:lnTo>
                    <a:pt x="321374" y="262575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818FA729-0BD2-E7EE-1917-D330300FE62F}"/>
                </a:ext>
              </a:extLst>
            </p:cNvPr>
            <p:cNvSpPr/>
            <p:nvPr/>
          </p:nvSpPr>
          <p:spPr>
            <a:xfrm>
              <a:off x="7800593" y="2168367"/>
              <a:ext cx="1070800" cy="2751389"/>
            </a:xfrm>
            <a:custGeom>
              <a:avLst/>
              <a:gdLst>
                <a:gd name="connsiteX0" fmla="*/ 908400 w 1070800"/>
                <a:gd name="connsiteY0" fmla="*/ 2429923 h 2751391"/>
                <a:gd name="connsiteX1" fmla="*/ 321469 w 1070800"/>
                <a:gd name="connsiteY1" fmla="*/ 2429923 h 2751391"/>
                <a:gd name="connsiteX2" fmla="*/ 321469 w 1070800"/>
                <a:gd name="connsiteY2" fmla="*/ 1522476 h 2751391"/>
                <a:gd name="connsiteX3" fmla="*/ 740664 w 1070800"/>
                <a:gd name="connsiteY3" fmla="*/ 1522476 h 2751391"/>
                <a:gd name="connsiteX4" fmla="*/ 903161 w 1070800"/>
                <a:gd name="connsiteY4" fmla="*/ 1359980 h 2751391"/>
                <a:gd name="connsiteX5" fmla="*/ 740664 w 1070800"/>
                <a:gd name="connsiteY5" fmla="*/ 1201103 h 2751391"/>
                <a:gd name="connsiteX6" fmla="*/ 321469 w 1070800"/>
                <a:gd name="connsiteY6" fmla="*/ 1201103 h 2751391"/>
                <a:gd name="connsiteX7" fmla="*/ 321469 w 1070800"/>
                <a:gd name="connsiteY7" fmla="*/ 321374 h 2751391"/>
                <a:gd name="connsiteX8" fmla="*/ 903161 w 1070800"/>
                <a:gd name="connsiteY8" fmla="*/ 321374 h 2751391"/>
                <a:gd name="connsiteX9" fmla="*/ 1065657 w 1070800"/>
                <a:gd name="connsiteY9" fmla="*/ 158877 h 2751391"/>
                <a:gd name="connsiteX10" fmla="*/ 903161 w 1070800"/>
                <a:gd name="connsiteY10" fmla="*/ 0 h 2751391"/>
                <a:gd name="connsiteX11" fmla="*/ 162496 w 1070800"/>
                <a:gd name="connsiteY11" fmla="*/ 0 h 2751391"/>
                <a:gd name="connsiteX12" fmla="*/ 0 w 1070800"/>
                <a:gd name="connsiteY12" fmla="*/ 158877 h 2751391"/>
                <a:gd name="connsiteX13" fmla="*/ 0 w 1070800"/>
                <a:gd name="connsiteY13" fmla="*/ 2588895 h 2751391"/>
                <a:gd name="connsiteX14" fmla="*/ 162496 w 1070800"/>
                <a:gd name="connsiteY14" fmla="*/ 2751392 h 2751391"/>
                <a:gd name="connsiteX15" fmla="*/ 165068 w 1070800"/>
                <a:gd name="connsiteY15" fmla="*/ 2751296 h 2751391"/>
                <a:gd name="connsiteX16" fmla="*/ 167735 w 1070800"/>
                <a:gd name="connsiteY16" fmla="*/ 2751392 h 2751391"/>
                <a:gd name="connsiteX17" fmla="*/ 908304 w 1070800"/>
                <a:gd name="connsiteY17" fmla="*/ 2751392 h 2751391"/>
                <a:gd name="connsiteX18" fmla="*/ 1070801 w 1070800"/>
                <a:gd name="connsiteY18" fmla="*/ 2592515 h 2751391"/>
                <a:gd name="connsiteX19" fmla="*/ 908304 w 1070800"/>
                <a:gd name="connsiteY19" fmla="*/ 2430018 h 275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70800" h="2751391">
                  <a:moveTo>
                    <a:pt x="908400" y="2429923"/>
                  </a:moveTo>
                  <a:lnTo>
                    <a:pt x="321469" y="2429923"/>
                  </a:lnTo>
                  <a:lnTo>
                    <a:pt x="321469" y="1522476"/>
                  </a:lnTo>
                  <a:lnTo>
                    <a:pt x="740664" y="1522476"/>
                  </a:lnTo>
                  <a:cubicBezTo>
                    <a:pt x="830961" y="1522476"/>
                    <a:pt x="903161" y="1450277"/>
                    <a:pt x="903161" y="1359980"/>
                  </a:cubicBezTo>
                  <a:cubicBezTo>
                    <a:pt x="903161" y="1269683"/>
                    <a:pt x="830961" y="1201103"/>
                    <a:pt x="740664" y="1201103"/>
                  </a:cubicBezTo>
                  <a:lnTo>
                    <a:pt x="321469" y="1201103"/>
                  </a:lnTo>
                  <a:lnTo>
                    <a:pt x="321469" y="321374"/>
                  </a:lnTo>
                  <a:lnTo>
                    <a:pt x="903161" y="321374"/>
                  </a:lnTo>
                  <a:cubicBezTo>
                    <a:pt x="993458" y="321374"/>
                    <a:pt x="1065657" y="249174"/>
                    <a:pt x="1065657" y="158877"/>
                  </a:cubicBezTo>
                  <a:cubicBezTo>
                    <a:pt x="1065657" y="68580"/>
                    <a:pt x="993458" y="0"/>
                    <a:pt x="903161" y="0"/>
                  </a:cubicBezTo>
                  <a:lnTo>
                    <a:pt x="162496" y="0"/>
                  </a:lnTo>
                  <a:cubicBezTo>
                    <a:pt x="72200" y="0"/>
                    <a:pt x="0" y="72200"/>
                    <a:pt x="0" y="158877"/>
                  </a:cubicBezTo>
                  <a:lnTo>
                    <a:pt x="0" y="2588895"/>
                  </a:lnTo>
                  <a:cubicBezTo>
                    <a:pt x="0" y="2679192"/>
                    <a:pt x="72200" y="2751392"/>
                    <a:pt x="162496" y="2751392"/>
                  </a:cubicBezTo>
                  <a:cubicBezTo>
                    <a:pt x="163354" y="2751392"/>
                    <a:pt x="164211" y="2751296"/>
                    <a:pt x="165068" y="2751296"/>
                  </a:cubicBezTo>
                  <a:cubicBezTo>
                    <a:pt x="166021" y="2751296"/>
                    <a:pt x="166878" y="2751392"/>
                    <a:pt x="167735" y="2751392"/>
                  </a:cubicBezTo>
                  <a:lnTo>
                    <a:pt x="908304" y="2751392"/>
                  </a:lnTo>
                  <a:cubicBezTo>
                    <a:pt x="998601" y="2751392"/>
                    <a:pt x="1070801" y="2679192"/>
                    <a:pt x="1070801" y="2592515"/>
                  </a:cubicBezTo>
                  <a:cubicBezTo>
                    <a:pt x="1070801" y="2505837"/>
                    <a:pt x="998601" y="2430018"/>
                    <a:pt x="908304" y="24300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FE580C97-40AF-0F1C-976C-FDE77F9D473B}"/>
                </a:ext>
              </a:extLst>
            </p:cNvPr>
            <p:cNvSpPr/>
            <p:nvPr/>
          </p:nvSpPr>
          <p:spPr>
            <a:xfrm>
              <a:off x="3605500" y="228601"/>
              <a:ext cx="4960413" cy="1495996"/>
            </a:xfrm>
            <a:custGeom>
              <a:avLst/>
              <a:gdLst>
                <a:gd name="connsiteX0" fmla="*/ 4782117 w 4960413"/>
                <a:gd name="connsiteY0" fmla="*/ 1495997 h 1495996"/>
                <a:gd name="connsiteX1" fmla="*/ 4642195 w 4960413"/>
                <a:gd name="connsiteY1" fmla="*/ 1428464 h 1495996"/>
                <a:gd name="connsiteX2" fmla="*/ 2426965 w 4960413"/>
                <a:gd name="connsiteY2" fmla="*/ 356807 h 1495996"/>
                <a:gd name="connsiteX3" fmla="*/ 311844 w 4960413"/>
                <a:gd name="connsiteY3" fmla="*/ 1309211 h 1495996"/>
                <a:gd name="connsiteX4" fmla="*/ 60098 w 4960413"/>
                <a:gd name="connsiteY4" fmla="*/ 1324451 h 1495996"/>
                <a:gd name="connsiteX5" fmla="*/ 44858 w 4960413"/>
                <a:gd name="connsiteY5" fmla="*/ 1072706 h 1495996"/>
                <a:gd name="connsiteX6" fmla="*/ 2427061 w 4960413"/>
                <a:gd name="connsiteY6" fmla="*/ 0 h 1495996"/>
                <a:gd name="connsiteX7" fmla="*/ 4921849 w 4960413"/>
                <a:gd name="connsiteY7" fmla="*/ 1206818 h 1495996"/>
                <a:gd name="connsiteX8" fmla="*/ 4892798 w 4960413"/>
                <a:gd name="connsiteY8" fmla="*/ 1457420 h 1495996"/>
                <a:gd name="connsiteX9" fmla="*/ 4782117 w 4960413"/>
                <a:gd name="connsiteY9" fmla="*/ 1495997 h 1495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60413" h="1495996">
                  <a:moveTo>
                    <a:pt x="4782117" y="1495997"/>
                  </a:moveTo>
                  <a:cubicBezTo>
                    <a:pt x="4729539" y="1495997"/>
                    <a:pt x="4677437" y="1472851"/>
                    <a:pt x="4642195" y="1428464"/>
                  </a:cubicBezTo>
                  <a:cubicBezTo>
                    <a:pt x="4102413" y="747427"/>
                    <a:pt x="3294979" y="356807"/>
                    <a:pt x="2426965" y="356807"/>
                  </a:cubicBezTo>
                  <a:cubicBezTo>
                    <a:pt x="1618960" y="356807"/>
                    <a:pt x="848006" y="703898"/>
                    <a:pt x="311844" y="1309211"/>
                  </a:cubicBezTo>
                  <a:cubicBezTo>
                    <a:pt x="246502" y="1382935"/>
                    <a:pt x="133822" y="1389698"/>
                    <a:pt x="60098" y="1324451"/>
                  </a:cubicBezTo>
                  <a:cubicBezTo>
                    <a:pt x="-13625" y="1259110"/>
                    <a:pt x="-20483" y="1146429"/>
                    <a:pt x="44858" y="1072706"/>
                  </a:cubicBezTo>
                  <a:cubicBezTo>
                    <a:pt x="648743" y="390906"/>
                    <a:pt x="1517042" y="0"/>
                    <a:pt x="2427061" y="0"/>
                  </a:cubicBezTo>
                  <a:cubicBezTo>
                    <a:pt x="3404612" y="0"/>
                    <a:pt x="4313868" y="439865"/>
                    <a:pt x="4921849" y="1206818"/>
                  </a:cubicBezTo>
                  <a:cubicBezTo>
                    <a:pt x="4982999" y="1283970"/>
                    <a:pt x="4970046" y="1396175"/>
                    <a:pt x="4892798" y="1457420"/>
                  </a:cubicBezTo>
                  <a:cubicBezTo>
                    <a:pt x="4860032" y="1483424"/>
                    <a:pt x="4820979" y="1495997"/>
                    <a:pt x="4782117" y="14959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07383CD8-410E-0EF3-CC99-670833D7CE15}"/>
                </a:ext>
              </a:extLst>
            </p:cNvPr>
            <p:cNvSpPr/>
            <p:nvPr/>
          </p:nvSpPr>
          <p:spPr>
            <a:xfrm>
              <a:off x="3749206" y="5390945"/>
              <a:ext cx="546290" cy="567406"/>
            </a:xfrm>
            <a:custGeom>
              <a:avLst/>
              <a:gdLst>
                <a:gd name="connsiteX0" fmla="*/ 100703 w 546290"/>
                <a:gd name="connsiteY0" fmla="*/ 485502 h 567405"/>
                <a:gd name="connsiteX1" fmla="*/ 881 w 546290"/>
                <a:gd name="connsiteY1" fmla="*/ 299193 h 567405"/>
                <a:gd name="connsiteX2" fmla="*/ 74890 w 546290"/>
                <a:gd name="connsiteY2" fmla="*/ 100501 h 567405"/>
                <a:gd name="connsiteX3" fmla="*/ 260342 w 546290"/>
                <a:gd name="connsiteY3" fmla="*/ 489 h 567405"/>
                <a:gd name="connsiteX4" fmla="*/ 450651 w 546290"/>
                <a:gd name="connsiteY4" fmla="*/ 72402 h 567405"/>
                <a:gd name="connsiteX5" fmla="*/ 545711 w 546290"/>
                <a:gd name="connsiteY5" fmla="*/ 252520 h 567405"/>
                <a:gd name="connsiteX6" fmla="*/ 478083 w 546290"/>
                <a:gd name="connsiteY6" fmla="*/ 437972 h 567405"/>
                <a:gd name="connsiteX7" fmla="*/ 373784 w 546290"/>
                <a:gd name="connsiteY7" fmla="*/ 505408 h 567405"/>
                <a:gd name="connsiteX8" fmla="*/ 278725 w 546290"/>
                <a:gd name="connsiteY8" fmla="*/ 476929 h 567405"/>
                <a:gd name="connsiteX9" fmla="*/ 250721 w 546290"/>
                <a:gd name="connsiteY9" fmla="*/ 393966 h 567405"/>
                <a:gd name="connsiteX10" fmla="*/ 159091 w 546290"/>
                <a:gd name="connsiteY10" fmla="*/ 370439 h 567405"/>
                <a:gd name="connsiteX11" fmla="*/ 122229 w 546290"/>
                <a:gd name="connsiteY11" fmla="*/ 290810 h 567405"/>
                <a:gd name="connsiteX12" fmla="*/ 175188 w 546290"/>
                <a:gd name="connsiteY12" fmla="*/ 181464 h 567405"/>
                <a:gd name="connsiteX13" fmla="*/ 338542 w 546290"/>
                <a:gd name="connsiteY13" fmla="*/ 128219 h 567405"/>
                <a:gd name="connsiteX14" fmla="*/ 375308 w 546290"/>
                <a:gd name="connsiteY14" fmla="*/ 150888 h 567405"/>
                <a:gd name="connsiteX15" fmla="*/ 432268 w 546290"/>
                <a:gd name="connsiteY15" fmla="*/ 236994 h 567405"/>
                <a:gd name="connsiteX16" fmla="*/ 436078 w 546290"/>
                <a:gd name="connsiteY16" fmla="*/ 250805 h 567405"/>
                <a:gd name="connsiteX17" fmla="*/ 423981 w 546290"/>
                <a:gd name="connsiteY17" fmla="*/ 278618 h 567405"/>
                <a:gd name="connsiteX18" fmla="*/ 327683 w 546290"/>
                <a:gd name="connsiteY18" fmla="*/ 386823 h 567405"/>
                <a:gd name="connsiteX19" fmla="*/ 331970 w 546290"/>
                <a:gd name="connsiteY19" fmla="*/ 438448 h 567405"/>
                <a:gd name="connsiteX20" fmla="*/ 378737 w 546290"/>
                <a:gd name="connsiteY20" fmla="*/ 444544 h 567405"/>
                <a:gd name="connsiteX21" fmla="*/ 436268 w 546290"/>
                <a:gd name="connsiteY21" fmla="*/ 400729 h 567405"/>
                <a:gd name="connsiteX22" fmla="*/ 491609 w 546290"/>
                <a:gd name="connsiteY22" fmla="*/ 253091 h 567405"/>
                <a:gd name="connsiteX23" fmla="*/ 416266 w 546290"/>
                <a:gd name="connsiteY23" fmla="*/ 110502 h 567405"/>
                <a:gd name="connsiteX24" fmla="*/ 264914 w 546290"/>
                <a:gd name="connsiteY24" fmla="*/ 53352 h 567405"/>
                <a:gd name="connsiteX25" fmla="*/ 117848 w 546290"/>
                <a:gd name="connsiteY25" fmla="*/ 132695 h 567405"/>
                <a:gd name="connsiteX26" fmla="*/ 56888 w 546290"/>
                <a:gd name="connsiteY26" fmla="*/ 293287 h 567405"/>
                <a:gd name="connsiteX27" fmla="*/ 136612 w 546290"/>
                <a:gd name="connsiteY27" fmla="*/ 446259 h 567405"/>
                <a:gd name="connsiteX28" fmla="*/ 256341 w 546290"/>
                <a:gd name="connsiteY28" fmla="*/ 518172 h 567405"/>
                <a:gd name="connsiteX29" fmla="*/ 269962 w 546290"/>
                <a:gd name="connsiteY29" fmla="*/ 526364 h 567405"/>
                <a:gd name="connsiteX30" fmla="*/ 274153 w 546290"/>
                <a:gd name="connsiteY30" fmla="*/ 540270 h 567405"/>
                <a:gd name="connsiteX31" fmla="*/ 264247 w 546290"/>
                <a:gd name="connsiteY31" fmla="*/ 560177 h 567405"/>
                <a:gd name="connsiteX32" fmla="*/ 238529 w 546290"/>
                <a:gd name="connsiteY32" fmla="*/ 566083 h 567405"/>
                <a:gd name="connsiteX33" fmla="*/ 100798 w 546290"/>
                <a:gd name="connsiteY33" fmla="*/ 485406 h 567405"/>
                <a:gd name="connsiteX34" fmla="*/ 332922 w 546290"/>
                <a:gd name="connsiteY34" fmla="*/ 203752 h 567405"/>
                <a:gd name="connsiteX35" fmla="*/ 287107 w 546290"/>
                <a:gd name="connsiteY35" fmla="*/ 188512 h 567405"/>
                <a:gd name="connsiteX36" fmla="*/ 230433 w 546290"/>
                <a:gd name="connsiteY36" fmla="*/ 225374 h 567405"/>
                <a:gd name="connsiteX37" fmla="*/ 196715 w 546290"/>
                <a:gd name="connsiteY37" fmla="*/ 285095 h 567405"/>
                <a:gd name="connsiteX38" fmla="*/ 209859 w 546290"/>
                <a:gd name="connsiteY38" fmla="*/ 324624 h 567405"/>
                <a:gd name="connsiteX39" fmla="*/ 278249 w 546290"/>
                <a:gd name="connsiteY39" fmla="*/ 339674 h 567405"/>
                <a:gd name="connsiteX40" fmla="*/ 362259 w 546290"/>
                <a:gd name="connsiteY40" fmla="*/ 245281 h 567405"/>
                <a:gd name="connsiteX41" fmla="*/ 333017 w 546290"/>
                <a:gd name="connsiteY41" fmla="*/ 203656 h 567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46290" h="567405">
                  <a:moveTo>
                    <a:pt x="100703" y="485502"/>
                  </a:moveTo>
                  <a:cubicBezTo>
                    <a:pt x="40124" y="431590"/>
                    <a:pt x="6881" y="369582"/>
                    <a:pt x="881" y="299193"/>
                  </a:cubicBezTo>
                  <a:cubicBezTo>
                    <a:pt x="-5120" y="228898"/>
                    <a:pt x="19550" y="162699"/>
                    <a:pt x="74890" y="100501"/>
                  </a:cubicBezTo>
                  <a:cubicBezTo>
                    <a:pt x="130421" y="38112"/>
                    <a:pt x="192238" y="4774"/>
                    <a:pt x="260342" y="489"/>
                  </a:cubicBezTo>
                  <a:cubicBezTo>
                    <a:pt x="328541" y="-3798"/>
                    <a:pt x="391977" y="20110"/>
                    <a:pt x="450651" y="72402"/>
                  </a:cubicBezTo>
                  <a:cubicBezTo>
                    <a:pt x="509420" y="124694"/>
                    <a:pt x="541043" y="184702"/>
                    <a:pt x="545711" y="252520"/>
                  </a:cubicBezTo>
                  <a:cubicBezTo>
                    <a:pt x="550283" y="320338"/>
                    <a:pt x="527804" y="382155"/>
                    <a:pt x="478083" y="437972"/>
                  </a:cubicBezTo>
                  <a:cubicBezTo>
                    <a:pt x="443603" y="476739"/>
                    <a:pt x="408836" y="499218"/>
                    <a:pt x="373784" y="505408"/>
                  </a:cubicBezTo>
                  <a:cubicBezTo>
                    <a:pt x="338732" y="511600"/>
                    <a:pt x="307014" y="502075"/>
                    <a:pt x="278725" y="476929"/>
                  </a:cubicBezTo>
                  <a:cubicBezTo>
                    <a:pt x="250436" y="451783"/>
                    <a:pt x="241101" y="424160"/>
                    <a:pt x="250721" y="393966"/>
                  </a:cubicBezTo>
                  <a:cubicBezTo>
                    <a:pt x="213193" y="399205"/>
                    <a:pt x="182618" y="391394"/>
                    <a:pt x="159091" y="370439"/>
                  </a:cubicBezTo>
                  <a:cubicBezTo>
                    <a:pt x="135564" y="349484"/>
                    <a:pt x="123182" y="322910"/>
                    <a:pt x="122229" y="290810"/>
                  </a:cubicBezTo>
                  <a:cubicBezTo>
                    <a:pt x="121562" y="258330"/>
                    <a:pt x="139184" y="221945"/>
                    <a:pt x="175188" y="181464"/>
                  </a:cubicBezTo>
                  <a:cubicBezTo>
                    <a:pt x="227957" y="122123"/>
                    <a:pt x="282344" y="104406"/>
                    <a:pt x="338542" y="128219"/>
                  </a:cubicBezTo>
                  <a:cubicBezTo>
                    <a:pt x="351972" y="133839"/>
                    <a:pt x="364259" y="141459"/>
                    <a:pt x="375308" y="150888"/>
                  </a:cubicBezTo>
                  <a:cubicBezTo>
                    <a:pt x="401597" y="174225"/>
                    <a:pt x="420552" y="202990"/>
                    <a:pt x="432268" y="236994"/>
                  </a:cubicBezTo>
                  <a:cubicBezTo>
                    <a:pt x="434363" y="242995"/>
                    <a:pt x="435602" y="247662"/>
                    <a:pt x="436078" y="250805"/>
                  </a:cubicBezTo>
                  <a:cubicBezTo>
                    <a:pt x="437126" y="259092"/>
                    <a:pt x="433125" y="268332"/>
                    <a:pt x="423981" y="278618"/>
                  </a:cubicBezTo>
                  <a:lnTo>
                    <a:pt x="327683" y="386823"/>
                  </a:lnTo>
                  <a:cubicBezTo>
                    <a:pt x="311872" y="404634"/>
                    <a:pt x="313301" y="421779"/>
                    <a:pt x="331970" y="438448"/>
                  </a:cubicBezTo>
                  <a:cubicBezTo>
                    <a:pt x="344447" y="449592"/>
                    <a:pt x="360068" y="451593"/>
                    <a:pt x="378737" y="444544"/>
                  </a:cubicBezTo>
                  <a:cubicBezTo>
                    <a:pt x="397406" y="437495"/>
                    <a:pt x="416552" y="422827"/>
                    <a:pt x="436268" y="400729"/>
                  </a:cubicBezTo>
                  <a:cubicBezTo>
                    <a:pt x="476559" y="355390"/>
                    <a:pt x="495038" y="306146"/>
                    <a:pt x="491609" y="253091"/>
                  </a:cubicBezTo>
                  <a:cubicBezTo>
                    <a:pt x="488180" y="200037"/>
                    <a:pt x="463034" y="152507"/>
                    <a:pt x="416266" y="110502"/>
                  </a:cubicBezTo>
                  <a:cubicBezTo>
                    <a:pt x="369498" y="68878"/>
                    <a:pt x="319016" y="49828"/>
                    <a:pt x="264914" y="53352"/>
                  </a:cubicBezTo>
                  <a:cubicBezTo>
                    <a:pt x="210907" y="56686"/>
                    <a:pt x="161948" y="83166"/>
                    <a:pt x="117848" y="132695"/>
                  </a:cubicBezTo>
                  <a:cubicBezTo>
                    <a:pt x="73747" y="182225"/>
                    <a:pt x="53363" y="235756"/>
                    <a:pt x="56888" y="293287"/>
                  </a:cubicBezTo>
                  <a:cubicBezTo>
                    <a:pt x="60317" y="350723"/>
                    <a:pt x="86891" y="401776"/>
                    <a:pt x="136612" y="446259"/>
                  </a:cubicBezTo>
                  <a:cubicBezTo>
                    <a:pt x="174331" y="480168"/>
                    <a:pt x="214241" y="504170"/>
                    <a:pt x="256341" y="518172"/>
                  </a:cubicBezTo>
                  <a:cubicBezTo>
                    <a:pt x="262151" y="520744"/>
                    <a:pt x="266723" y="523506"/>
                    <a:pt x="269962" y="526364"/>
                  </a:cubicBezTo>
                  <a:cubicBezTo>
                    <a:pt x="273200" y="529221"/>
                    <a:pt x="274629" y="533889"/>
                    <a:pt x="274153" y="540270"/>
                  </a:cubicBezTo>
                  <a:cubicBezTo>
                    <a:pt x="273677" y="546652"/>
                    <a:pt x="270343" y="553319"/>
                    <a:pt x="264247" y="560177"/>
                  </a:cubicBezTo>
                  <a:cubicBezTo>
                    <a:pt x="258151" y="567036"/>
                    <a:pt x="249578" y="569035"/>
                    <a:pt x="238529" y="566083"/>
                  </a:cubicBezTo>
                  <a:cubicBezTo>
                    <a:pt x="190523" y="551319"/>
                    <a:pt x="144613" y="524458"/>
                    <a:pt x="100798" y="485406"/>
                  </a:cubicBezTo>
                  <a:moveTo>
                    <a:pt x="332922" y="203752"/>
                  </a:moveTo>
                  <a:cubicBezTo>
                    <a:pt x="319682" y="191941"/>
                    <a:pt x="304442" y="186892"/>
                    <a:pt x="287107" y="188512"/>
                  </a:cubicBezTo>
                  <a:cubicBezTo>
                    <a:pt x="269962" y="189940"/>
                    <a:pt x="251007" y="202228"/>
                    <a:pt x="230433" y="225374"/>
                  </a:cubicBezTo>
                  <a:cubicBezTo>
                    <a:pt x="209764" y="248615"/>
                    <a:pt x="198524" y="268522"/>
                    <a:pt x="196715" y="285095"/>
                  </a:cubicBezTo>
                  <a:cubicBezTo>
                    <a:pt x="194905" y="301764"/>
                    <a:pt x="199286" y="314908"/>
                    <a:pt x="209859" y="324624"/>
                  </a:cubicBezTo>
                  <a:cubicBezTo>
                    <a:pt x="227766" y="340245"/>
                    <a:pt x="250626" y="345293"/>
                    <a:pt x="278249" y="339674"/>
                  </a:cubicBezTo>
                  <a:lnTo>
                    <a:pt x="362259" y="245281"/>
                  </a:lnTo>
                  <a:cubicBezTo>
                    <a:pt x="355973" y="229374"/>
                    <a:pt x="346257" y="215467"/>
                    <a:pt x="333017" y="20365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34B60C4D-134C-621D-2601-3D402BBE309A}"/>
                </a:ext>
              </a:extLst>
            </p:cNvPr>
            <p:cNvSpPr/>
            <p:nvPr/>
          </p:nvSpPr>
          <p:spPr>
            <a:xfrm>
              <a:off x="4362046" y="5781044"/>
              <a:ext cx="399279" cy="467402"/>
            </a:xfrm>
            <a:custGeom>
              <a:avLst/>
              <a:gdLst>
                <a:gd name="connsiteX0" fmla="*/ 311680 w 399278"/>
                <a:gd name="connsiteY0" fmla="*/ 47967 h 467401"/>
                <a:gd name="connsiteX1" fmla="*/ 392166 w 399278"/>
                <a:gd name="connsiteY1" fmla="*/ 122548 h 467401"/>
                <a:gd name="connsiteX2" fmla="*/ 379879 w 399278"/>
                <a:gd name="connsiteY2" fmla="*/ 217227 h 467401"/>
                <a:gd name="connsiteX3" fmla="*/ 274342 w 399278"/>
                <a:gd name="connsiteY3" fmla="*/ 274186 h 467401"/>
                <a:gd name="connsiteX4" fmla="*/ 289011 w 399278"/>
                <a:gd name="connsiteY4" fmla="*/ 402773 h 467401"/>
                <a:gd name="connsiteX5" fmla="*/ 209953 w 399278"/>
                <a:gd name="connsiteY5" fmla="*/ 466401 h 467401"/>
                <a:gd name="connsiteX6" fmla="*/ 97177 w 399278"/>
                <a:gd name="connsiteY6" fmla="*/ 436397 h 467401"/>
                <a:gd name="connsiteX7" fmla="*/ 19453 w 399278"/>
                <a:gd name="connsiteY7" fmla="*/ 392963 h 467401"/>
                <a:gd name="connsiteX8" fmla="*/ 2117 w 399278"/>
                <a:gd name="connsiteY8" fmla="*/ 374770 h 467401"/>
                <a:gd name="connsiteX9" fmla="*/ 3546 w 399278"/>
                <a:gd name="connsiteY9" fmla="*/ 352196 h 467401"/>
                <a:gd name="connsiteX10" fmla="*/ 192617 w 399278"/>
                <a:gd name="connsiteY10" fmla="*/ 13677 h 467401"/>
                <a:gd name="connsiteX11" fmla="*/ 211286 w 399278"/>
                <a:gd name="connsiteY11" fmla="*/ 342 h 467401"/>
                <a:gd name="connsiteX12" fmla="*/ 235956 w 399278"/>
                <a:gd name="connsiteY12" fmla="*/ 5581 h 467401"/>
                <a:gd name="connsiteX13" fmla="*/ 311680 w 399278"/>
                <a:gd name="connsiteY13" fmla="*/ 47872 h 467401"/>
                <a:gd name="connsiteX14" fmla="*/ 143373 w 399278"/>
                <a:gd name="connsiteY14" fmla="*/ 242087 h 467401"/>
                <a:gd name="connsiteX15" fmla="*/ 80603 w 399278"/>
                <a:gd name="connsiteY15" fmla="*/ 354482 h 467401"/>
                <a:gd name="connsiteX16" fmla="*/ 130038 w 399278"/>
                <a:gd name="connsiteY16" fmla="*/ 382104 h 467401"/>
                <a:gd name="connsiteX17" fmla="*/ 190046 w 399278"/>
                <a:gd name="connsiteY17" fmla="*/ 398964 h 467401"/>
                <a:gd name="connsiteX18" fmla="*/ 231479 w 399278"/>
                <a:gd name="connsiteY18" fmla="*/ 365435 h 467401"/>
                <a:gd name="connsiteX19" fmla="*/ 239385 w 399278"/>
                <a:gd name="connsiteY19" fmla="*/ 313143 h 467401"/>
                <a:gd name="connsiteX20" fmla="*/ 192236 w 399278"/>
                <a:gd name="connsiteY20" fmla="*/ 269423 h 467401"/>
                <a:gd name="connsiteX21" fmla="*/ 143373 w 399278"/>
                <a:gd name="connsiteY21" fmla="*/ 242087 h 467401"/>
                <a:gd name="connsiteX22" fmla="*/ 235099 w 399278"/>
                <a:gd name="connsiteY22" fmla="*/ 77780 h 467401"/>
                <a:gd name="connsiteX23" fmla="*/ 174330 w 399278"/>
                <a:gd name="connsiteY23" fmla="*/ 186652 h 467401"/>
                <a:gd name="connsiteX24" fmla="*/ 222716 w 399278"/>
                <a:gd name="connsiteY24" fmla="*/ 213702 h 467401"/>
                <a:gd name="connsiteX25" fmla="*/ 276342 w 399278"/>
                <a:gd name="connsiteY25" fmla="*/ 224275 h 467401"/>
                <a:gd name="connsiteX26" fmla="*/ 316538 w 399278"/>
                <a:gd name="connsiteY26" fmla="*/ 190461 h 467401"/>
                <a:gd name="connsiteX27" fmla="*/ 323872 w 399278"/>
                <a:gd name="connsiteY27" fmla="*/ 142455 h 467401"/>
                <a:gd name="connsiteX28" fmla="*/ 281676 w 399278"/>
                <a:gd name="connsiteY28" fmla="*/ 103784 h 467401"/>
                <a:gd name="connsiteX29" fmla="*/ 235194 w 399278"/>
                <a:gd name="connsiteY29" fmla="*/ 77780 h 467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9278" h="467401">
                  <a:moveTo>
                    <a:pt x="311680" y="47967"/>
                  </a:moveTo>
                  <a:cubicBezTo>
                    <a:pt x="352733" y="70923"/>
                    <a:pt x="379593" y="95783"/>
                    <a:pt x="392166" y="122548"/>
                  </a:cubicBezTo>
                  <a:cubicBezTo>
                    <a:pt x="404739" y="149409"/>
                    <a:pt x="400644" y="180936"/>
                    <a:pt x="379879" y="217227"/>
                  </a:cubicBezTo>
                  <a:cubicBezTo>
                    <a:pt x="356733" y="258755"/>
                    <a:pt x="321491" y="277711"/>
                    <a:pt x="274342" y="274186"/>
                  </a:cubicBezTo>
                  <a:cubicBezTo>
                    <a:pt x="312918" y="308285"/>
                    <a:pt x="317871" y="351243"/>
                    <a:pt x="289011" y="402773"/>
                  </a:cubicBezTo>
                  <a:cubicBezTo>
                    <a:pt x="267770" y="440779"/>
                    <a:pt x="241481" y="461924"/>
                    <a:pt x="209953" y="466401"/>
                  </a:cubicBezTo>
                  <a:cubicBezTo>
                    <a:pt x="178520" y="470782"/>
                    <a:pt x="140897" y="460781"/>
                    <a:pt x="97177" y="436397"/>
                  </a:cubicBezTo>
                  <a:lnTo>
                    <a:pt x="19453" y="392963"/>
                  </a:lnTo>
                  <a:cubicBezTo>
                    <a:pt x="11166" y="388296"/>
                    <a:pt x="5356" y="382295"/>
                    <a:pt x="2117" y="374770"/>
                  </a:cubicBezTo>
                  <a:cubicBezTo>
                    <a:pt x="-1121" y="367245"/>
                    <a:pt x="-645" y="359816"/>
                    <a:pt x="3546" y="352196"/>
                  </a:cubicBezTo>
                  <a:lnTo>
                    <a:pt x="192617" y="13677"/>
                  </a:lnTo>
                  <a:cubicBezTo>
                    <a:pt x="196904" y="5962"/>
                    <a:pt x="203190" y="1486"/>
                    <a:pt x="211286" y="342"/>
                  </a:cubicBezTo>
                  <a:cubicBezTo>
                    <a:pt x="219383" y="-801"/>
                    <a:pt x="227574" y="914"/>
                    <a:pt x="235956" y="5581"/>
                  </a:cubicBezTo>
                  <a:lnTo>
                    <a:pt x="311680" y="47872"/>
                  </a:lnTo>
                  <a:close/>
                  <a:moveTo>
                    <a:pt x="143373" y="242087"/>
                  </a:moveTo>
                  <a:lnTo>
                    <a:pt x="80603" y="354482"/>
                  </a:lnTo>
                  <a:lnTo>
                    <a:pt x="130038" y="382104"/>
                  </a:lnTo>
                  <a:cubicBezTo>
                    <a:pt x="153946" y="395439"/>
                    <a:pt x="174044" y="401154"/>
                    <a:pt x="190046" y="398964"/>
                  </a:cubicBezTo>
                  <a:cubicBezTo>
                    <a:pt x="206333" y="396963"/>
                    <a:pt x="220145" y="385724"/>
                    <a:pt x="231479" y="365435"/>
                  </a:cubicBezTo>
                  <a:cubicBezTo>
                    <a:pt x="242719" y="345243"/>
                    <a:pt x="245386" y="327812"/>
                    <a:pt x="239385" y="313143"/>
                  </a:cubicBezTo>
                  <a:cubicBezTo>
                    <a:pt x="233385" y="298475"/>
                    <a:pt x="217668" y="283902"/>
                    <a:pt x="192236" y="269423"/>
                  </a:cubicBezTo>
                  <a:lnTo>
                    <a:pt x="143373" y="242087"/>
                  </a:lnTo>
                  <a:close/>
                  <a:moveTo>
                    <a:pt x="235099" y="77780"/>
                  </a:moveTo>
                  <a:lnTo>
                    <a:pt x="174330" y="186652"/>
                  </a:lnTo>
                  <a:lnTo>
                    <a:pt x="222716" y="213702"/>
                  </a:lnTo>
                  <a:cubicBezTo>
                    <a:pt x="242052" y="224752"/>
                    <a:pt x="259959" y="228276"/>
                    <a:pt x="276342" y="224275"/>
                  </a:cubicBezTo>
                  <a:cubicBezTo>
                    <a:pt x="292725" y="220275"/>
                    <a:pt x="306156" y="209035"/>
                    <a:pt x="316538" y="190461"/>
                  </a:cubicBezTo>
                  <a:cubicBezTo>
                    <a:pt x="326920" y="171887"/>
                    <a:pt x="329301" y="155885"/>
                    <a:pt x="323872" y="142455"/>
                  </a:cubicBezTo>
                  <a:cubicBezTo>
                    <a:pt x="318062" y="129120"/>
                    <a:pt x="303965" y="116262"/>
                    <a:pt x="281676" y="103784"/>
                  </a:cubicBezTo>
                  <a:lnTo>
                    <a:pt x="235194" y="777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8D70896B-17F4-7CD1-FDE5-D0716C43FDDB}"/>
                </a:ext>
              </a:extLst>
            </p:cNvPr>
            <p:cNvSpPr/>
            <p:nvPr/>
          </p:nvSpPr>
          <p:spPr>
            <a:xfrm>
              <a:off x="4761393" y="5957067"/>
              <a:ext cx="452210" cy="522721"/>
            </a:xfrm>
            <a:custGeom>
              <a:avLst/>
              <a:gdLst>
                <a:gd name="connsiteX0" fmla="*/ 2344 w 452211"/>
                <a:gd name="connsiteY0" fmla="*/ 389440 h 522723"/>
                <a:gd name="connsiteX1" fmla="*/ 140551 w 452211"/>
                <a:gd name="connsiteY1" fmla="*/ 17679 h 522723"/>
                <a:gd name="connsiteX2" fmla="*/ 183604 w 452211"/>
                <a:gd name="connsiteY2" fmla="*/ 3963 h 522723"/>
                <a:gd name="connsiteX3" fmla="*/ 212846 w 452211"/>
                <a:gd name="connsiteY3" fmla="*/ 28347 h 522723"/>
                <a:gd name="connsiteX4" fmla="*/ 216561 w 452211"/>
                <a:gd name="connsiteY4" fmla="*/ 45873 h 522723"/>
                <a:gd name="connsiteX5" fmla="*/ 283712 w 452211"/>
                <a:gd name="connsiteY5" fmla="*/ 384487 h 522723"/>
                <a:gd name="connsiteX6" fmla="*/ 386106 w 452211"/>
                <a:gd name="connsiteY6" fmla="*/ 109024 h 522723"/>
                <a:gd name="connsiteX7" fmla="*/ 402298 w 452211"/>
                <a:gd name="connsiteY7" fmla="*/ 92546 h 522723"/>
                <a:gd name="connsiteX8" fmla="*/ 427730 w 452211"/>
                <a:gd name="connsiteY8" fmla="*/ 94736 h 522723"/>
                <a:gd name="connsiteX9" fmla="*/ 448590 w 452211"/>
                <a:gd name="connsiteY9" fmla="*/ 110071 h 522723"/>
                <a:gd name="connsiteX10" fmla="*/ 450209 w 452211"/>
                <a:gd name="connsiteY10" fmla="*/ 132836 h 522723"/>
                <a:gd name="connsiteX11" fmla="*/ 312001 w 452211"/>
                <a:gd name="connsiteY11" fmla="*/ 504693 h 522723"/>
                <a:gd name="connsiteX12" fmla="*/ 271044 w 452211"/>
                <a:gd name="connsiteY12" fmla="*/ 519170 h 522723"/>
                <a:gd name="connsiteX13" fmla="*/ 249517 w 452211"/>
                <a:gd name="connsiteY13" fmla="*/ 505835 h 522723"/>
                <a:gd name="connsiteX14" fmla="*/ 239611 w 452211"/>
                <a:gd name="connsiteY14" fmla="*/ 491548 h 522723"/>
                <a:gd name="connsiteX15" fmla="*/ 235135 w 452211"/>
                <a:gd name="connsiteY15" fmla="*/ 473355 h 522723"/>
                <a:gd name="connsiteX16" fmla="*/ 168555 w 452211"/>
                <a:gd name="connsiteY16" fmla="*/ 138361 h 522723"/>
                <a:gd name="connsiteX17" fmla="*/ 66352 w 452211"/>
                <a:gd name="connsiteY17" fmla="*/ 413348 h 522723"/>
                <a:gd name="connsiteX18" fmla="*/ 50445 w 452211"/>
                <a:gd name="connsiteY18" fmla="*/ 429921 h 522723"/>
                <a:gd name="connsiteX19" fmla="*/ 24727 w 452211"/>
                <a:gd name="connsiteY19" fmla="*/ 427635 h 522723"/>
                <a:gd name="connsiteX20" fmla="*/ 2248 w 452211"/>
                <a:gd name="connsiteY20" fmla="*/ 389535 h 52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52211" h="522723">
                  <a:moveTo>
                    <a:pt x="2344" y="389440"/>
                  </a:moveTo>
                  <a:lnTo>
                    <a:pt x="140551" y="17679"/>
                  </a:lnTo>
                  <a:cubicBezTo>
                    <a:pt x="147028" y="248"/>
                    <a:pt x="161411" y="-4229"/>
                    <a:pt x="183604" y="3963"/>
                  </a:cubicBezTo>
                  <a:cubicBezTo>
                    <a:pt x="200273" y="10154"/>
                    <a:pt x="209989" y="18346"/>
                    <a:pt x="212846" y="28347"/>
                  </a:cubicBezTo>
                  <a:cubicBezTo>
                    <a:pt x="213989" y="31871"/>
                    <a:pt x="215227" y="37681"/>
                    <a:pt x="216561" y="45873"/>
                  </a:cubicBezTo>
                  <a:lnTo>
                    <a:pt x="283712" y="384487"/>
                  </a:lnTo>
                  <a:lnTo>
                    <a:pt x="386106" y="109024"/>
                  </a:lnTo>
                  <a:cubicBezTo>
                    <a:pt x="389440" y="100165"/>
                    <a:pt x="394774" y="94641"/>
                    <a:pt x="402298" y="92546"/>
                  </a:cubicBezTo>
                  <a:cubicBezTo>
                    <a:pt x="409823" y="90545"/>
                    <a:pt x="418205" y="91212"/>
                    <a:pt x="427730" y="94736"/>
                  </a:cubicBezTo>
                  <a:cubicBezTo>
                    <a:pt x="437160" y="98260"/>
                    <a:pt x="444113" y="103404"/>
                    <a:pt x="448590" y="110071"/>
                  </a:cubicBezTo>
                  <a:cubicBezTo>
                    <a:pt x="452781" y="116739"/>
                    <a:pt x="453352" y="124264"/>
                    <a:pt x="450209" y="132836"/>
                  </a:cubicBezTo>
                  <a:lnTo>
                    <a:pt x="312001" y="504693"/>
                  </a:lnTo>
                  <a:cubicBezTo>
                    <a:pt x="305524" y="522028"/>
                    <a:pt x="291904" y="526885"/>
                    <a:pt x="271044" y="519170"/>
                  </a:cubicBezTo>
                  <a:cubicBezTo>
                    <a:pt x="261900" y="515741"/>
                    <a:pt x="254756" y="511360"/>
                    <a:pt x="249517" y="505835"/>
                  </a:cubicBezTo>
                  <a:cubicBezTo>
                    <a:pt x="244279" y="500406"/>
                    <a:pt x="240945" y="495644"/>
                    <a:pt x="239611" y="491548"/>
                  </a:cubicBezTo>
                  <a:cubicBezTo>
                    <a:pt x="238278" y="487547"/>
                    <a:pt x="236754" y="481452"/>
                    <a:pt x="235135" y="473355"/>
                  </a:cubicBezTo>
                  <a:lnTo>
                    <a:pt x="168555" y="138361"/>
                  </a:lnTo>
                  <a:lnTo>
                    <a:pt x="66352" y="413348"/>
                  </a:lnTo>
                  <a:cubicBezTo>
                    <a:pt x="63304" y="422110"/>
                    <a:pt x="58065" y="427635"/>
                    <a:pt x="50445" y="429921"/>
                  </a:cubicBezTo>
                  <a:cubicBezTo>
                    <a:pt x="42920" y="432207"/>
                    <a:pt x="34348" y="431445"/>
                    <a:pt x="24727" y="427635"/>
                  </a:cubicBezTo>
                  <a:cubicBezTo>
                    <a:pt x="3296" y="419634"/>
                    <a:pt x="-4229" y="406966"/>
                    <a:pt x="2248" y="3895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3FB4892A-B9D2-C38A-176E-B8BB3BA2CAE4}"/>
                </a:ext>
              </a:extLst>
            </p:cNvPr>
            <p:cNvSpPr/>
            <p:nvPr/>
          </p:nvSpPr>
          <p:spPr>
            <a:xfrm>
              <a:off x="5261998" y="6106779"/>
              <a:ext cx="330190" cy="441242"/>
            </a:xfrm>
            <a:custGeom>
              <a:avLst/>
              <a:gdLst>
                <a:gd name="connsiteX0" fmla="*/ 79905 w 330188"/>
                <a:gd name="connsiteY0" fmla="*/ 21794 h 441242"/>
                <a:gd name="connsiteX1" fmla="*/ 93525 w 330188"/>
                <a:gd name="connsiteY1" fmla="*/ 3126 h 441242"/>
                <a:gd name="connsiteX2" fmla="*/ 119148 w 330188"/>
                <a:gd name="connsiteY2" fmla="*/ 1125 h 441242"/>
                <a:gd name="connsiteX3" fmla="*/ 202015 w 330188"/>
                <a:gd name="connsiteY3" fmla="*/ 18270 h 441242"/>
                <a:gd name="connsiteX4" fmla="*/ 312029 w 330188"/>
                <a:gd name="connsiteY4" fmla="*/ 73134 h 441242"/>
                <a:gd name="connsiteX5" fmla="*/ 324411 w 330188"/>
                <a:gd name="connsiteY5" fmla="*/ 189149 h 441242"/>
                <a:gd name="connsiteX6" fmla="*/ 260022 w 330188"/>
                <a:gd name="connsiteY6" fmla="*/ 293733 h 441242"/>
                <a:gd name="connsiteX7" fmla="*/ 142198 w 330188"/>
                <a:gd name="connsiteY7" fmla="*/ 306401 h 441242"/>
                <a:gd name="connsiteX8" fmla="*/ 93144 w 330188"/>
                <a:gd name="connsiteY8" fmla="*/ 296305 h 441242"/>
                <a:gd name="connsiteX9" fmla="*/ 67522 w 330188"/>
                <a:gd name="connsiteY9" fmla="*/ 420416 h 441242"/>
                <a:gd name="connsiteX10" fmla="*/ 53997 w 330188"/>
                <a:gd name="connsiteY10" fmla="*/ 438513 h 441242"/>
                <a:gd name="connsiteX11" fmla="*/ 28755 w 330188"/>
                <a:gd name="connsiteY11" fmla="*/ 440037 h 441242"/>
                <a:gd name="connsiteX12" fmla="*/ 5895 w 330188"/>
                <a:gd name="connsiteY12" fmla="*/ 428417 h 441242"/>
                <a:gd name="connsiteX13" fmla="*/ 752 w 330188"/>
                <a:gd name="connsiteY13" fmla="*/ 405842 h 441242"/>
                <a:gd name="connsiteX14" fmla="*/ 79905 w 330188"/>
                <a:gd name="connsiteY14" fmla="*/ 21890 h 441242"/>
                <a:gd name="connsiteX15" fmla="*/ 139722 w 330188"/>
                <a:gd name="connsiteY15" fmla="*/ 70182 h 441242"/>
                <a:gd name="connsiteX16" fmla="*/ 106384 w 330188"/>
                <a:gd name="connsiteY16" fmla="*/ 231726 h 441242"/>
                <a:gd name="connsiteX17" fmla="*/ 149151 w 330188"/>
                <a:gd name="connsiteY17" fmla="*/ 244965 h 441242"/>
                <a:gd name="connsiteX18" fmla="*/ 219922 w 330188"/>
                <a:gd name="connsiteY18" fmla="*/ 240298 h 441242"/>
                <a:gd name="connsiteX19" fmla="*/ 256308 w 330188"/>
                <a:gd name="connsiteY19" fmla="*/ 180195 h 441242"/>
                <a:gd name="connsiteX20" fmla="*/ 250116 w 330188"/>
                <a:gd name="connsiteY20" fmla="*/ 111901 h 441242"/>
                <a:gd name="connsiteX21" fmla="*/ 189347 w 330188"/>
                <a:gd name="connsiteY21" fmla="*/ 80373 h 441242"/>
                <a:gd name="connsiteX22" fmla="*/ 139626 w 330188"/>
                <a:gd name="connsiteY22" fmla="*/ 70086 h 441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0188" h="441242">
                  <a:moveTo>
                    <a:pt x="79905" y="21794"/>
                  </a:moveTo>
                  <a:cubicBezTo>
                    <a:pt x="81810" y="12651"/>
                    <a:pt x="86286" y="6459"/>
                    <a:pt x="93525" y="3126"/>
                  </a:cubicBezTo>
                  <a:cubicBezTo>
                    <a:pt x="100764" y="-208"/>
                    <a:pt x="109242" y="-875"/>
                    <a:pt x="119148" y="1125"/>
                  </a:cubicBezTo>
                  <a:lnTo>
                    <a:pt x="202015" y="18270"/>
                  </a:lnTo>
                  <a:cubicBezTo>
                    <a:pt x="256403" y="29510"/>
                    <a:pt x="293074" y="47798"/>
                    <a:pt x="312029" y="73134"/>
                  </a:cubicBezTo>
                  <a:cubicBezTo>
                    <a:pt x="330984" y="98470"/>
                    <a:pt x="335079" y="137237"/>
                    <a:pt x="324411" y="189149"/>
                  </a:cubicBezTo>
                  <a:cubicBezTo>
                    <a:pt x="313743" y="240869"/>
                    <a:pt x="292312" y="275731"/>
                    <a:pt x="260022" y="293733"/>
                  </a:cubicBezTo>
                  <a:cubicBezTo>
                    <a:pt x="227733" y="311735"/>
                    <a:pt x="188585" y="315926"/>
                    <a:pt x="142198" y="306401"/>
                  </a:cubicBezTo>
                  <a:cubicBezTo>
                    <a:pt x="122767" y="302401"/>
                    <a:pt x="106384" y="299068"/>
                    <a:pt x="93144" y="296305"/>
                  </a:cubicBezTo>
                  <a:lnTo>
                    <a:pt x="67522" y="420416"/>
                  </a:lnTo>
                  <a:cubicBezTo>
                    <a:pt x="65522" y="429179"/>
                    <a:pt x="61045" y="435275"/>
                    <a:pt x="53997" y="438513"/>
                  </a:cubicBezTo>
                  <a:cubicBezTo>
                    <a:pt x="47043" y="441561"/>
                    <a:pt x="38661" y="442037"/>
                    <a:pt x="28755" y="440037"/>
                  </a:cubicBezTo>
                  <a:cubicBezTo>
                    <a:pt x="18849" y="437942"/>
                    <a:pt x="11229" y="434132"/>
                    <a:pt x="5895" y="428417"/>
                  </a:cubicBezTo>
                  <a:cubicBezTo>
                    <a:pt x="561" y="422607"/>
                    <a:pt x="-1153" y="415177"/>
                    <a:pt x="752" y="405842"/>
                  </a:cubicBezTo>
                  <a:lnTo>
                    <a:pt x="79905" y="21890"/>
                  </a:lnTo>
                  <a:close/>
                  <a:moveTo>
                    <a:pt x="139722" y="70182"/>
                  </a:moveTo>
                  <a:lnTo>
                    <a:pt x="106384" y="231726"/>
                  </a:lnTo>
                  <a:cubicBezTo>
                    <a:pt x="120386" y="237536"/>
                    <a:pt x="134578" y="242012"/>
                    <a:pt x="149151" y="244965"/>
                  </a:cubicBezTo>
                  <a:cubicBezTo>
                    <a:pt x="178393" y="250966"/>
                    <a:pt x="202015" y="249442"/>
                    <a:pt x="219922" y="240298"/>
                  </a:cubicBezTo>
                  <a:cubicBezTo>
                    <a:pt x="237829" y="231154"/>
                    <a:pt x="249926" y="211151"/>
                    <a:pt x="256308" y="180195"/>
                  </a:cubicBezTo>
                  <a:cubicBezTo>
                    <a:pt x="262689" y="149239"/>
                    <a:pt x="260594" y="126474"/>
                    <a:pt x="250116" y="111901"/>
                  </a:cubicBezTo>
                  <a:cubicBezTo>
                    <a:pt x="239639" y="97328"/>
                    <a:pt x="219351" y="86850"/>
                    <a:pt x="189347" y="80373"/>
                  </a:cubicBezTo>
                  <a:lnTo>
                    <a:pt x="139626" y="700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39924B53-A6AB-2DAB-980B-22F78FD1F9F3}"/>
                </a:ext>
              </a:extLst>
            </p:cNvPr>
            <p:cNvSpPr/>
            <p:nvPr/>
          </p:nvSpPr>
          <p:spPr>
            <a:xfrm>
              <a:off x="5935501" y="6183331"/>
              <a:ext cx="274235" cy="448834"/>
            </a:xfrm>
            <a:custGeom>
              <a:avLst/>
              <a:gdLst>
                <a:gd name="connsiteX0" fmla="*/ 0 w 274236"/>
                <a:gd name="connsiteY0" fmla="*/ 29258 h 448833"/>
                <a:gd name="connsiteX1" fmla="*/ 9430 w 274236"/>
                <a:gd name="connsiteY1" fmla="*/ 8113 h 448833"/>
                <a:gd name="connsiteX2" fmla="*/ 34100 w 274236"/>
                <a:gd name="connsiteY2" fmla="*/ 778 h 448833"/>
                <a:gd name="connsiteX3" fmla="*/ 118681 w 274236"/>
                <a:gd name="connsiteY3" fmla="*/ 16 h 448833"/>
                <a:gd name="connsiteX4" fmla="*/ 237744 w 274236"/>
                <a:gd name="connsiteY4" fmla="*/ 30591 h 448833"/>
                <a:gd name="connsiteX5" fmla="*/ 274225 w 274236"/>
                <a:gd name="connsiteY5" fmla="*/ 141367 h 448833"/>
                <a:gd name="connsiteX6" fmla="*/ 233267 w 274236"/>
                <a:gd name="connsiteY6" fmla="*/ 257096 h 448833"/>
                <a:gd name="connsiteX7" fmla="*/ 120777 w 274236"/>
                <a:gd name="connsiteY7" fmla="*/ 294243 h 448833"/>
                <a:gd name="connsiteX8" fmla="*/ 70676 w 274236"/>
                <a:gd name="connsiteY8" fmla="*/ 294719 h 448833"/>
                <a:gd name="connsiteX9" fmla="*/ 71819 w 274236"/>
                <a:gd name="connsiteY9" fmla="*/ 421497 h 448833"/>
                <a:gd name="connsiteX10" fmla="*/ 62389 w 274236"/>
                <a:gd name="connsiteY10" fmla="*/ 441976 h 448833"/>
                <a:gd name="connsiteX11" fmla="*/ 38005 w 274236"/>
                <a:gd name="connsiteY11" fmla="*/ 448834 h 448833"/>
                <a:gd name="connsiteX12" fmla="*/ 13240 w 274236"/>
                <a:gd name="connsiteY12" fmla="*/ 442262 h 448833"/>
                <a:gd name="connsiteX13" fmla="*/ 3429 w 274236"/>
                <a:gd name="connsiteY13" fmla="*/ 421307 h 448833"/>
                <a:gd name="connsiteX14" fmla="*/ 95 w 274236"/>
                <a:gd name="connsiteY14" fmla="*/ 29258 h 448833"/>
                <a:gd name="connsiteX15" fmla="*/ 68675 w 274236"/>
                <a:gd name="connsiteY15" fmla="*/ 63929 h 448833"/>
                <a:gd name="connsiteX16" fmla="*/ 70104 w 274236"/>
                <a:gd name="connsiteY16" fmla="*/ 228902 h 448833"/>
                <a:gd name="connsiteX17" fmla="*/ 114681 w 274236"/>
                <a:gd name="connsiteY17" fmla="*/ 232902 h 448833"/>
                <a:gd name="connsiteX18" fmla="*/ 182880 w 274236"/>
                <a:gd name="connsiteY18" fmla="*/ 213472 h 448833"/>
                <a:gd name="connsiteX19" fmla="*/ 205835 w 274236"/>
                <a:gd name="connsiteY19" fmla="*/ 147082 h 448833"/>
                <a:gd name="connsiteX20" fmla="*/ 185452 w 274236"/>
                <a:gd name="connsiteY20" fmla="*/ 81645 h 448833"/>
                <a:gd name="connsiteX21" fmla="*/ 119444 w 274236"/>
                <a:gd name="connsiteY21" fmla="*/ 63643 h 448833"/>
                <a:gd name="connsiteX22" fmla="*/ 68675 w 274236"/>
                <a:gd name="connsiteY22" fmla="*/ 64024 h 448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74236" h="448833">
                  <a:moveTo>
                    <a:pt x="0" y="29258"/>
                  </a:moveTo>
                  <a:cubicBezTo>
                    <a:pt x="0" y="19923"/>
                    <a:pt x="3048" y="12970"/>
                    <a:pt x="9430" y="8113"/>
                  </a:cubicBezTo>
                  <a:cubicBezTo>
                    <a:pt x="15812" y="3255"/>
                    <a:pt x="24003" y="873"/>
                    <a:pt x="34100" y="778"/>
                  </a:cubicBezTo>
                  <a:lnTo>
                    <a:pt x="118681" y="16"/>
                  </a:lnTo>
                  <a:cubicBezTo>
                    <a:pt x="174212" y="-460"/>
                    <a:pt x="213931" y="9732"/>
                    <a:pt x="237744" y="30591"/>
                  </a:cubicBezTo>
                  <a:cubicBezTo>
                    <a:pt x="261556" y="51451"/>
                    <a:pt x="273749" y="88313"/>
                    <a:pt x="274225" y="141367"/>
                  </a:cubicBezTo>
                  <a:cubicBezTo>
                    <a:pt x="274701" y="194231"/>
                    <a:pt x="260985" y="232807"/>
                    <a:pt x="233267" y="257096"/>
                  </a:cubicBezTo>
                  <a:cubicBezTo>
                    <a:pt x="205550" y="281480"/>
                    <a:pt x="168021" y="293863"/>
                    <a:pt x="120777" y="294243"/>
                  </a:cubicBezTo>
                  <a:cubicBezTo>
                    <a:pt x="100965" y="294434"/>
                    <a:pt x="84296" y="294529"/>
                    <a:pt x="70676" y="294719"/>
                  </a:cubicBezTo>
                  <a:lnTo>
                    <a:pt x="71819" y="421497"/>
                  </a:lnTo>
                  <a:cubicBezTo>
                    <a:pt x="71628" y="430451"/>
                    <a:pt x="68580" y="437309"/>
                    <a:pt x="62389" y="441976"/>
                  </a:cubicBezTo>
                  <a:cubicBezTo>
                    <a:pt x="56197" y="446453"/>
                    <a:pt x="48101" y="448739"/>
                    <a:pt x="38005" y="448834"/>
                  </a:cubicBezTo>
                  <a:cubicBezTo>
                    <a:pt x="27908" y="448834"/>
                    <a:pt x="19621" y="446739"/>
                    <a:pt x="13240" y="442262"/>
                  </a:cubicBezTo>
                  <a:cubicBezTo>
                    <a:pt x="6858" y="437785"/>
                    <a:pt x="3524" y="430832"/>
                    <a:pt x="3429" y="421307"/>
                  </a:cubicBezTo>
                  <a:lnTo>
                    <a:pt x="95" y="29258"/>
                  </a:lnTo>
                  <a:close/>
                  <a:moveTo>
                    <a:pt x="68675" y="63929"/>
                  </a:moveTo>
                  <a:lnTo>
                    <a:pt x="70104" y="228902"/>
                  </a:lnTo>
                  <a:cubicBezTo>
                    <a:pt x="84963" y="231664"/>
                    <a:pt x="99822" y="232998"/>
                    <a:pt x="114681" y="232902"/>
                  </a:cubicBezTo>
                  <a:cubicBezTo>
                    <a:pt x="144589" y="232617"/>
                    <a:pt x="167354" y="226139"/>
                    <a:pt x="182880" y="213472"/>
                  </a:cubicBezTo>
                  <a:cubicBezTo>
                    <a:pt x="198406" y="200708"/>
                    <a:pt x="206121" y="178610"/>
                    <a:pt x="205835" y="147082"/>
                  </a:cubicBezTo>
                  <a:cubicBezTo>
                    <a:pt x="205550" y="115554"/>
                    <a:pt x="198787" y="93742"/>
                    <a:pt x="185452" y="81645"/>
                  </a:cubicBezTo>
                  <a:cubicBezTo>
                    <a:pt x="172117" y="69644"/>
                    <a:pt x="150114" y="63643"/>
                    <a:pt x="119444" y="63643"/>
                  </a:cubicBezTo>
                  <a:lnTo>
                    <a:pt x="68675" y="6402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ADAC57A0-4F88-FF63-FABE-1AB2A360817D}"/>
                </a:ext>
              </a:extLst>
            </p:cNvPr>
            <p:cNvSpPr/>
            <p:nvPr/>
          </p:nvSpPr>
          <p:spPr>
            <a:xfrm>
              <a:off x="6296608" y="6156294"/>
              <a:ext cx="335473" cy="465514"/>
            </a:xfrm>
            <a:custGeom>
              <a:avLst/>
              <a:gdLst>
                <a:gd name="connsiteX0" fmla="*/ 653 w 335474"/>
                <a:gd name="connsiteY0" fmla="*/ 447488 h 465516"/>
                <a:gd name="connsiteX1" fmla="*/ 367 w 335474"/>
                <a:gd name="connsiteY1" fmla="*/ 435677 h 465516"/>
                <a:gd name="connsiteX2" fmla="*/ 66661 w 335474"/>
                <a:gd name="connsiteY2" fmla="*/ 34579 h 465516"/>
                <a:gd name="connsiteX3" fmla="*/ 97237 w 335474"/>
                <a:gd name="connsiteY3" fmla="*/ 4194 h 465516"/>
                <a:gd name="connsiteX4" fmla="*/ 125812 w 335474"/>
                <a:gd name="connsiteY4" fmla="*/ 384 h 465516"/>
                <a:gd name="connsiteX5" fmla="*/ 163150 w 335474"/>
                <a:gd name="connsiteY5" fmla="*/ 24292 h 465516"/>
                <a:gd name="connsiteX6" fmla="*/ 331837 w 335474"/>
                <a:gd name="connsiteY6" fmla="*/ 391767 h 465516"/>
                <a:gd name="connsiteX7" fmla="*/ 335362 w 335474"/>
                <a:gd name="connsiteY7" fmla="*/ 404149 h 465516"/>
                <a:gd name="connsiteX8" fmla="*/ 328599 w 335474"/>
                <a:gd name="connsiteY8" fmla="*/ 418627 h 465516"/>
                <a:gd name="connsiteX9" fmla="*/ 306120 w 335474"/>
                <a:gd name="connsiteY9" fmla="*/ 428247 h 465516"/>
                <a:gd name="connsiteX10" fmla="*/ 263353 w 335474"/>
                <a:gd name="connsiteY10" fmla="*/ 406054 h 465516"/>
                <a:gd name="connsiteX11" fmla="*/ 228872 w 335474"/>
                <a:gd name="connsiteY11" fmla="*/ 328711 h 465516"/>
                <a:gd name="connsiteX12" fmla="*/ 73996 w 335474"/>
                <a:gd name="connsiteY12" fmla="*/ 349571 h 465516"/>
                <a:gd name="connsiteX13" fmla="*/ 61899 w 335474"/>
                <a:gd name="connsiteY13" fmla="*/ 430057 h 465516"/>
                <a:gd name="connsiteX14" fmla="*/ 53612 w 335474"/>
                <a:gd name="connsiteY14" fmla="*/ 455298 h 465516"/>
                <a:gd name="connsiteX15" fmla="*/ 32657 w 335474"/>
                <a:gd name="connsiteY15" fmla="*/ 465014 h 465516"/>
                <a:gd name="connsiteX16" fmla="*/ 10083 w 335474"/>
                <a:gd name="connsiteY16" fmla="*/ 461204 h 465516"/>
                <a:gd name="connsiteX17" fmla="*/ 749 w 335474"/>
                <a:gd name="connsiteY17" fmla="*/ 447488 h 465516"/>
                <a:gd name="connsiteX18" fmla="*/ 115525 w 335474"/>
                <a:gd name="connsiteY18" fmla="*/ 74394 h 465516"/>
                <a:gd name="connsiteX19" fmla="*/ 83616 w 335474"/>
                <a:gd name="connsiteY19" fmla="*/ 286134 h 465516"/>
                <a:gd name="connsiteX20" fmla="*/ 202774 w 335474"/>
                <a:gd name="connsiteY20" fmla="*/ 270037 h 465516"/>
                <a:gd name="connsiteX21" fmla="*/ 115429 w 335474"/>
                <a:gd name="connsiteY21" fmla="*/ 74394 h 4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35474" h="465516">
                  <a:moveTo>
                    <a:pt x="653" y="447488"/>
                  </a:moveTo>
                  <a:cubicBezTo>
                    <a:pt x="-109" y="441963"/>
                    <a:pt x="-204" y="438058"/>
                    <a:pt x="367" y="435677"/>
                  </a:cubicBezTo>
                  <a:lnTo>
                    <a:pt x="66661" y="34579"/>
                  </a:lnTo>
                  <a:cubicBezTo>
                    <a:pt x="69233" y="16672"/>
                    <a:pt x="79425" y="6576"/>
                    <a:pt x="97237" y="4194"/>
                  </a:cubicBezTo>
                  <a:lnTo>
                    <a:pt x="125812" y="384"/>
                  </a:lnTo>
                  <a:cubicBezTo>
                    <a:pt x="142861" y="-1902"/>
                    <a:pt x="155339" y="6004"/>
                    <a:pt x="163150" y="24292"/>
                  </a:cubicBezTo>
                  <a:lnTo>
                    <a:pt x="331837" y="391767"/>
                  </a:lnTo>
                  <a:cubicBezTo>
                    <a:pt x="333552" y="395386"/>
                    <a:pt x="334790" y="399577"/>
                    <a:pt x="335362" y="404149"/>
                  </a:cubicBezTo>
                  <a:cubicBezTo>
                    <a:pt x="336028" y="408721"/>
                    <a:pt x="333742" y="413579"/>
                    <a:pt x="328599" y="418627"/>
                  </a:cubicBezTo>
                  <a:cubicBezTo>
                    <a:pt x="323455" y="423866"/>
                    <a:pt x="315931" y="427104"/>
                    <a:pt x="306120" y="428247"/>
                  </a:cubicBezTo>
                  <a:cubicBezTo>
                    <a:pt x="285641" y="431010"/>
                    <a:pt x="271449" y="423580"/>
                    <a:pt x="263353" y="406054"/>
                  </a:cubicBezTo>
                  <a:lnTo>
                    <a:pt x="228872" y="328711"/>
                  </a:lnTo>
                  <a:lnTo>
                    <a:pt x="73996" y="349571"/>
                  </a:lnTo>
                  <a:lnTo>
                    <a:pt x="61899" y="430057"/>
                  </a:lnTo>
                  <a:cubicBezTo>
                    <a:pt x="60756" y="441392"/>
                    <a:pt x="57994" y="449869"/>
                    <a:pt x="53612" y="455298"/>
                  </a:cubicBezTo>
                  <a:cubicBezTo>
                    <a:pt x="49135" y="460537"/>
                    <a:pt x="42182" y="463776"/>
                    <a:pt x="32657" y="465014"/>
                  </a:cubicBezTo>
                  <a:cubicBezTo>
                    <a:pt x="23132" y="466347"/>
                    <a:pt x="15607" y="465014"/>
                    <a:pt x="10083" y="461204"/>
                  </a:cubicBezTo>
                  <a:cubicBezTo>
                    <a:pt x="4558" y="457394"/>
                    <a:pt x="1510" y="452822"/>
                    <a:pt x="749" y="447488"/>
                  </a:cubicBezTo>
                  <a:moveTo>
                    <a:pt x="115525" y="74394"/>
                  </a:moveTo>
                  <a:lnTo>
                    <a:pt x="83616" y="286134"/>
                  </a:lnTo>
                  <a:lnTo>
                    <a:pt x="202774" y="270037"/>
                  </a:lnTo>
                  <a:lnTo>
                    <a:pt x="115429" y="74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C08C8EEF-02E0-097E-99EE-6CE5160C8B7E}"/>
                </a:ext>
              </a:extLst>
            </p:cNvPr>
            <p:cNvSpPr/>
            <p:nvPr/>
          </p:nvSpPr>
          <p:spPr>
            <a:xfrm>
              <a:off x="6670015" y="6070848"/>
              <a:ext cx="373971" cy="468438"/>
            </a:xfrm>
            <a:custGeom>
              <a:avLst/>
              <a:gdLst>
                <a:gd name="connsiteX0" fmla="*/ 172934 w 373970"/>
                <a:gd name="connsiteY0" fmla="*/ 430349 h 468437"/>
                <a:gd name="connsiteX1" fmla="*/ 169409 w 373970"/>
                <a:gd name="connsiteY1" fmla="*/ 453209 h 468437"/>
                <a:gd name="connsiteX2" fmla="*/ 147692 w 373970"/>
                <a:gd name="connsiteY2" fmla="*/ 466354 h 468437"/>
                <a:gd name="connsiteX3" fmla="*/ 122070 w 373970"/>
                <a:gd name="connsiteY3" fmla="*/ 466449 h 468437"/>
                <a:gd name="connsiteX4" fmla="*/ 107116 w 373970"/>
                <a:gd name="connsiteY4" fmla="*/ 448732 h 468437"/>
                <a:gd name="connsiteX5" fmla="*/ 1293 w 373970"/>
                <a:gd name="connsiteY5" fmla="*/ 71257 h 468437"/>
                <a:gd name="connsiteX6" fmla="*/ 4722 w 373970"/>
                <a:gd name="connsiteY6" fmla="*/ 48397 h 468437"/>
                <a:gd name="connsiteX7" fmla="*/ 26344 w 373970"/>
                <a:gd name="connsiteY7" fmla="*/ 34967 h 468437"/>
                <a:gd name="connsiteX8" fmla="*/ 112069 w 373970"/>
                <a:gd name="connsiteY8" fmla="*/ 10963 h 468437"/>
                <a:gd name="connsiteX9" fmla="*/ 230274 w 373970"/>
                <a:gd name="connsiteY9" fmla="*/ 8678 h 468437"/>
                <a:gd name="connsiteX10" fmla="*/ 295139 w 373970"/>
                <a:gd name="connsiteY10" fmla="*/ 100689 h 468437"/>
                <a:gd name="connsiteX11" fmla="*/ 261516 w 373970"/>
                <a:gd name="connsiteY11" fmla="*/ 236420 h 468437"/>
                <a:gd name="connsiteX12" fmla="*/ 364862 w 373970"/>
                <a:gd name="connsiteY12" fmla="*/ 362722 h 468437"/>
                <a:gd name="connsiteX13" fmla="*/ 373054 w 373970"/>
                <a:gd name="connsiteY13" fmla="*/ 378724 h 468437"/>
                <a:gd name="connsiteX14" fmla="*/ 370863 w 373970"/>
                <a:gd name="connsiteY14" fmla="*/ 396059 h 468437"/>
                <a:gd name="connsiteX15" fmla="*/ 352004 w 373970"/>
                <a:gd name="connsiteY15" fmla="*/ 409013 h 468437"/>
                <a:gd name="connsiteX16" fmla="*/ 303712 w 373970"/>
                <a:gd name="connsiteY16" fmla="*/ 393678 h 468437"/>
                <a:gd name="connsiteX17" fmla="*/ 204080 w 373970"/>
                <a:gd name="connsiteY17" fmla="*/ 270901 h 468437"/>
                <a:gd name="connsiteX18" fmla="*/ 174457 w 373970"/>
                <a:gd name="connsiteY18" fmla="*/ 281092 h 468437"/>
                <a:gd name="connsiteX19" fmla="*/ 133405 w 373970"/>
                <a:gd name="connsiteY19" fmla="*/ 289379 h 468437"/>
                <a:gd name="connsiteX20" fmla="*/ 172934 w 373970"/>
                <a:gd name="connsiteY20" fmla="*/ 430349 h 468437"/>
                <a:gd name="connsiteX21" fmla="*/ 76636 w 373970"/>
                <a:gd name="connsiteY21" fmla="*/ 86782 h 468437"/>
                <a:gd name="connsiteX22" fmla="*/ 116641 w 373970"/>
                <a:gd name="connsiteY22" fmla="*/ 229467 h 468437"/>
                <a:gd name="connsiteX23" fmla="*/ 175124 w 373970"/>
                <a:gd name="connsiteY23" fmla="*/ 216894 h 468437"/>
                <a:gd name="connsiteX24" fmla="*/ 230179 w 373970"/>
                <a:gd name="connsiteY24" fmla="*/ 122120 h 468437"/>
                <a:gd name="connsiteX25" fmla="*/ 195603 w 373970"/>
                <a:gd name="connsiteY25" fmla="*/ 69828 h 468437"/>
                <a:gd name="connsiteX26" fmla="*/ 129976 w 373970"/>
                <a:gd name="connsiteY26" fmla="*/ 71828 h 468437"/>
                <a:gd name="connsiteX27" fmla="*/ 76636 w 373970"/>
                <a:gd name="connsiteY27" fmla="*/ 86782 h 46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73970" h="468437">
                  <a:moveTo>
                    <a:pt x="172934" y="430349"/>
                  </a:moveTo>
                  <a:cubicBezTo>
                    <a:pt x="175220" y="439302"/>
                    <a:pt x="174077" y="446923"/>
                    <a:pt x="169409" y="453209"/>
                  </a:cubicBezTo>
                  <a:cubicBezTo>
                    <a:pt x="164647" y="459210"/>
                    <a:pt x="157408" y="463686"/>
                    <a:pt x="147692" y="466354"/>
                  </a:cubicBezTo>
                  <a:cubicBezTo>
                    <a:pt x="137977" y="469116"/>
                    <a:pt x="129404" y="469116"/>
                    <a:pt x="122070" y="466449"/>
                  </a:cubicBezTo>
                  <a:cubicBezTo>
                    <a:pt x="114640" y="463782"/>
                    <a:pt x="109687" y="457972"/>
                    <a:pt x="107116" y="448732"/>
                  </a:cubicBezTo>
                  <a:lnTo>
                    <a:pt x="1293" y="71257"/>
                  </a:lnTo>
                  <a:cubicBezTo>
                    <a:pt x="-1183" y="62303"/>
                    <a:pt x="-136" y="54683"/>
                    <a:pt x="4722" y="48397"/>
                  </a:cubicBezTo>
                  <a:cubicBezTo>
                    <a:pt x="9580" y="42110"/>
                    <a:pt x="16723" y="37633"/>
                    <a:pt x="26344" y="34967"/>
                  </a:cubicBezTo>
                  <a:lnTo>
                    <a:pt x="112069" y="10963"/>
                  </a:lnTo>
                  <a:cubicBezTo>
                    <a:pt x="161218" y="-2848"/>
                    <a:pt x="200556" y="-3610"/>
                    <a:pt x="230274" y="8678"/>
                  </a:cubicBezTo>
                  <a:cubicBezTo>
                    <a:pt x="259992" y="20869"/>
                    <a:pt x="281614" y="51540"/>
                    <a:pt x="295139" y="100689"/>
                  </a:cubicBezTo>
                  <a:cubicBezTo>
                    <a:pt x="311808" y="160125"/>
                    <a:pt x="300569" y="205368"/>
                    <a:pt x="261516" y="236420"/>
                  </a:cubicBezTo>
                  <a:lnTo>
                    <a:pt x="364862" y="362722"/>
                  </a:lnTo>
                  <a:cubicBezTo>
                    <a:pt x="368768" y="367865"/>
                    <a:pt x="371530" y="373199"/>
                    <a:pt x="373054" y="378724"/>
                  </a:cubicBezTo>
                  <a:cubicBezTo>
                    <a:pt x="374768" y="384248"/>
                    <a:pt x="374102" y="389963"/>
                    <a:pt x="370863" y="396059"/>
                  </a:cubicBezTo>
                  <a:cubicBezTo>
                    <a:pt x="367720" y="402345"/>
                    <a:pt x="361433" y="406632"/>
                    <a:pt x="352004" y="409013"/>
                  </a:cubicBezTo>
                  <a:cubicBezTo>
                    <a:pt x="332192" y="414538"/>
                    <a:pt x="316094" y="409394"/>
                    <a:pt x="303712" y="393678"/>
                  </a:cubicBezTo>
                  <a:lnTo>
                    <a:pt x="204080" y="270901"/>
                  </a:lnTo>
                  <a:cubicBezTo>
                    <a:pt x="196270" y="274425"/>
                    <a:pt x="186364" y="277759"/>
                    <a:pt x="174457" y="281092"/>
                  </a:cubicBezTo>
                  <a:cubicBezTo>
                    <a:pt x="162551" y="284426"/>
                    <a:pt x="148835" y="287188"/>
                    <a:pt x="133405" y="289379"/>
                  </a:cubicBezTo>
                  <a:lnTo>
                    <a:pt x="172934" y="430349"/>
                  </a:lnTo>
                  <a:close/>
                  <a:moveTo>
                    <a:pt x="76636" y="86782"/>
                  </a:moveTo>
                  <a:lnTo>
                    <a:pt x="116641" y="229467"/>
                  </a:lnTo>
                  <a:cubicBezTo>
                    <a:pt x="132167" y="227657"/>
                    <a:pt x="151693" y="223466"/>
                    <a:pt x="175124" y="216894"/>
                  </a:cubicBezTo>
                  <a:cubicBezTo>
                    <a:pt x="225607" y="202987"/>
                    <a:pt x="243990" y="171364"/>
                    <a:pt x="230179" y="122120"/>
                  </a:cubicBezTo>
                  <a:cubicBezTo>
                    <a:pt x="222178" y="93736"/>
                    <a:pt x="210653" y="76305"/>
                    <a:pt x="195603" y="69828"/>
                  </a:cubicBezTo>
                  <a:cubicBezTo>
                    <a:pt x="180458" y="63351"/>
                    <a:pt x="158646" y="64018"/>
                    <a:pt x="129976" y="71828"/>
                  </a:cubicBezTo>
                  <a:lnTo>
                    <a:pt x="76636" y="867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" name="Forme libre : forme 21">
              <a:extLst>
                <a:ext uri="{FF2B5EF4-FFF2-40B4-BE49-F238E27FC236}">
                  <a16:creationId xmlns:a16="http://schemas.microsoft.com/office/drawing/2014/main" id="{37C66C4C-2231-EF09-0FD7-936BE589120B}"/>
                </a:ext>
              </a:extLst>
            </p:cNvPr>
            <p:cNvSpPr/>
            <p:nvPr/>
          </p:nvSpPr>
          <p:spPr>
            <a:xfrm>
              <a:off x="7050453" y="5974182"/>
              <a:ext cx="216664" cy="426936"/>
            </a:xfrm>
            <a:custGeom>
              <a:avLst/>
              <a:gdLst>
                <a:gd name="connsiteX0" fmla="*/ 2426 w 216666"/>
                <a:gd name="connsiteY0" fmla="*/ 42480 h 426937"/>
                <a:gd name="connsiteX1" fmla="*/ 3474 w 216666"/>
                <a:gd name="connsiteY1" fmla="*/ 19334 h 426937"/>
                <a:gd name="connsiteX2" fmla="*/ 23858 w 216666"/>
                <a:gd name="connsiteY2" fmla="*/ 3713 h 426937"/>
                <a:gd name="connsiteX3" fmla="*/ 49480 w 216666"/>
                <a:gd name="connsiteY3" fmla="*/ 1046 h 426937"/>
                <a:gd name="connsiteX4" fmla="*/ 65863 w 216666"/>
                <a:gd name="connsiteY4" fmla="*/ 16762 h 426937"/>
                <a:gd name="connsiteX5" fmla="*/ 214453 w 216666"/>
                <a:gd name="connsiteY5" fmla="*/ 384523 h 426937"/>
                <a:gd name="connsiteX6" fmla="*/ 213405 w 216666"/>
                <a:gd name="connsiteY6" fmla="*/ 407668 h 426937"/>
                <a:gd name="connsiteX7" fmla="*/ 193307 w 216666"/>
                <a:gd name="connsiteY7" fmla="*/ 423099 h 426937"/>
                <a:gd name="connsiteX8" fmla="*/ 167781 w 216666"/>
                <a:gd name="connsiteY8" fmla="*/ 426052 h 426937"/>
                <a:gd name="connsiteX9" fmla="*/ 151016 w 216666"/>
                <a:gd name="connsiteY9" fmla="*/ 410145 h 426937"/>
                <a:gd name="connsiteX10" fmla="*/ 2426 w 216666"/>
                <a:gd name="connsiteY10" fmla="*/ 42384 h 4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66" h="426937">
                  <a:moveTo>
                    <a:pt x="2426" y="42480"/>
                  </a:moveTo>
                  <a:cubicBezTo>
                    <a:pt x="-1098" y="33622"/>
                    <a:pt x="-812" y="26002"/>
                    <a:pt x="3474" y="19334"/>
                  </a:cubicBezTo>
                  <a:cubicBezTo>
                    <a:pt x="7665" y="12762"/>
                    <a:pt x="14523" y="7523"/>
                    <a:pt x="23858" y="3713"/>
                  </a:cubicBezTo>
                  <a:cubicBezTo>
                    <a:pt x="33192" y="-97"/>
                    <a:pt x="41765" y="-954"/>
                    <a:pt x="49480" y="1046"/>
                  </a:cubicBezTo>
                  <a:cubicBezTo>
                    <a:pt x="57195" y="3047"/>
                    <a:pt x="62624" y="8285"/>
                    <a:pt x="65863" y="16762"/>
                  </a:cubicBezTo>
                  <a:lnTo>
                    <a:pt x="214453" y="384523"/>
                  </a:lnTo>
                  <a:cubicBezTo>
                    <a:pt x="217691" y="393190"/>
                    <a:pt x="217406" y="400906"/>
                    <a:pt x="213405" y="407668"/>
                  </a:cubicBezTo>
                  <a:cubicBezTo>
                    <a:pt x="209405" y="414145"/>
                    <a:pt x="202642" y="419384"/>
                    <a:pt x="193307" y="423099"/>
                  </a:cubicBezTo>
                  <a:cubicBezTo>
                    <a:pt x="183973" y="426909"/>
                    <a:pt x="175400" y="427861"/>
                    <a:pt x="167781" y="426052"/>
                  </a:cubicBezTo>
                  <a:cubicBezTo>
                    <a:pt x="160160" y="424242"/>
                    <a:pt x="154541" y="418908"/>
                    <a:pt x="151016" y="410145"/>
                  </a:cubicBezTo>
                  <a:lnTo>
                    <a:pt x="2426" y="4238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24BE1A2F-7AF5-2A7A-DCB7-ECCF3DF72338}"/>
                </a:ext>
              </a:extLst>
            </p:cNvPr>
            <p:cNvSpPr/>
            <p:nvPr/>
          </p:nvSpPr>
          <p:spPr>
            <a:xfrm>
              <a:off x="7249150" y="5827329"/>
              <a:ext cx="402091" cy="465770"/>
            </a:xfrm>
            <a:custGeom>
              <a:avLst/>
              <a:gdLst>
                <a:gd name="connsiteX0" fmla="*/ 96247 w 402092"/>
                <a:gd name="connsiteY0" fmla="*/ 28552 h 465771"/>
                <a:gd name="connsiteX1" fmla="*/ 202451 w 402092"/>
                <a:gd name="connsiteY1" fmla="*/ 834 h 465771"/>
                <a:gd name="connsiteX2" fmla="*/ 275603 w 402092"/>
                <a:gd name="connsiteY2" fmla="*/ 62080 h 465771"/>
                <a:gd name="connsiteX3" fmla="*/ 266935 w 402092"/>
                <a:gd name="connsiteY3" fmla="*/ 181714 h 465771"/>
                <a:gd name="connsiteX4" fmla="*/ 383235 w 402092"/>
                <a:gd name="connsiteY4" fmla="*/ 238483 h 465771"/>
                <a:gd name="connsiteX5" fmla="*/ 394380 w 402092"/>
                <a:gd name="connsiteY5" fmla="*/ 339353 h 465771"/>
                <a:gd name="connsiteX6" fmla="*/ 308464 w 402092"/>
                <a:gd name="connsiteY6" fmla="*/ 418315 h 465771"/>
                <a:gd name="connsiteX7" fmla="*/ 230073 w 402092"/>
                <a:gd name="connsiteY7" fmla="*/ 460511 h 465771"/>
                <a:gd name="connsiteX8" fmla="*/ 205404 w 402092"/>
                <a:gd name="connsiteY8" fmla="*/ 465369 h 465771"/>
                <a:gd name="connsiteX9" fmla="*/ 187116 w 402092"/>
                <a:gd name="connsiteY9" fmla="*/ 452034 h 465771"/>
                <a:gd name="connsiteX10" fmla="*/ 3474 w 402092"/>
                <a:gd name="connsiteY10" fmla="*/ 110563 h 465771"/>
                <a:gd name="connsiteX11" fmla="*/ 2235 w 402092"/>
                <a:gd name="connsiteY11" fmla="*/ 87702 h 465771"/>
                <a:gd name="connsiteX12" fmla="*/ 19952 w 402092"/>
                <a:gd name="connsiteY12" fmla="*/ 69700 h 465771"/>
                <a:gd name="connsiteX13" fmla="*/ 96342 w 402092"/>
                <a:gd name="connsiteY13" fmla="*/ 28647 h 465771"/>
                <a:gd name="connsiteX14" fmla="*/ 80245 w 402092"/>
                <a:gd name="connsiteY14" fmla="*/ 109134 h 465771"/>
                <a:gd name="connsiteX15" fmla="*/ 139300 w 402092"/>
                <a:gd name="connsiteY15" fmla="*/ 218957 h 465771"/>
                <a:gd name="connsiteX16" fmla="*/ 188068 w 402092"/>
                <a:gd name="connsiteY16" fmla="*/ 192763 h 465771"/>
                <a:gd name="connsiteX17" fmla="*/ 225882 w 402092"/>
                <a:gd name="connsiteY17" fmla="*/ 153234 h 465771"/>
                <a:gd name="connsiteX18" fmla="*/ 218929 w 402092"/>
                <a:gd name="connsiteY18" fmla="*/ 101132 h 465771"/>
                <a:gd name="connsiteX19" fmla="*/ 182448 w 402092"/>
                <a:gd name="connsiteY19" fmla="*/ 69128 h 465771"/>
                <a:gd name="connsiteX20" fmla="*/ 127108 w 402092"/>
                <a:gd name="connsiteY20" fmla="*/ 83892 h 465771"/>
                <a:gd name="connsiteX21" fmla="*/ 80245 w 402092"/>
                <a:gd name="connsiteY21" fmla="*/ 109134 h 465771"/>
                <a:gd name="connsiteX22" fmla="*/ 169399 w 402092"/>
                <a:gd name="connsiteY22" fmla="*/ 274773 h 465771"/>
                <a:gd name="connsiteX23" fmla="*/ 230359 w 402092"/>
                <a:gd name="connsiteY23" fmla="*/ 388121 h 465771"/>
                <a:gd name="connsiteX24" fmla="*/ 280175 w 402092"/>
                <a:gd name="connsiteY24" fmla="*/ 361260 h 465771"/>
                <a:gd name="connsiteX25" fmla="*/ 326657 w 402092"/>
                <a:gd name="connsiteY25" fmla="*/ 319731 h 465771"/>
                <a:gd name="connsiteX26" fmla="*/ 320656 w 402092"/>
                <a:gd name="connsiteY26" fmla="*/ 266772 h 465771"/>
                <a:gd name="connsiteX27" fmla="*/ 280841 w 402092"/>
                <a:gd name="connsiteY27" fmla="*/ 231911 h 465771"/>
                <a:gd name="connsiteX28" fmla="*/ 218643 w 402092"/>
                <a:gd name="connsiteY28" fmla="*/ 248198 h 465771"/>
                <a:gd name="connsiteX29" fmla="*/ 169304 w 402092"/>
                <a:gd name="connsiteY29" fmla="*/ 274773 h 46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2092" h="465771">
                  <a:moveTo>
                    <a:pt x="96247" y="28552"/>
                  </a:moveTo>
                  <a:cubicBezTo>
                    <a:pt x="137681" y="6264"/>
                    <a:pt x="173019" y="-2976"/>
                    <a:pt x="202451" y="834"/>
                  </a:cubicBezTo>
                  <a:cubicBezTo>
                    <a:pt x="231788" y="4645"/>
                    <a:pt x="256172" y="25123"/>
                    <a:pt x="275603" y="62080"/>
                  </a:cubicBezTo>
                  <a:cubicBezTo>
                    <a:pt x="298082" y="103895"/>
                    <a:pt x="295224" y="143805"/>
                    <a:pt x="266935" y="181714"/>
                  </a:cubicBezTo>
                  <a:cubicBezTo>
                    <a:pt x="316465" y="167522"/>
                    <a:pt x="355232" y="186477"/>
                    <a:pt x="383235" y="238483"/>
                  </a:cubicBezTo>
                  <a:cubicBezTo>
                    <a:pt x="403905" y="276773"/>
                    <a:pt x="407524" y="310397"/>
                    <a:pt x="394380" y="339353"/>
                  </a:cubicBezTo>
                  <a:cubicBezTo>
                    <a:pt x="381140" y="368214"/>
                    <a:pt x="352470" y="394503"/>
                    <a:pt x="308464" y="418315"/>
                  </a:cubicBezTo>
                  <a:lnTo>
                    <a:pt x="230073" y="460511"/>
                  </a:lnTo>
                  <a:cubicBezTo>
                    <a:pt x="221691" y="464987"/>
                    <a:pt x="213500" y="466607"/>
                    <a:pt x="205404" y="465369"/>
                  </a:cubicBezTo>
                  <a:cubicBezTo>
                    <a:pt x="197307" y="464035"/>
                    <a:pt x="191307" y="459653"/>
                    <a:pt x="187116" y="452034"/>
                  </a:cubicBezTo>
                  <a:lnTo>
                    <a:pt x="3474" y="110563"/>
                  </a:lnTo>
                  <a:cubicBezTo>
                    <a:pt x="-717" y="102752"/>
                    <a:pt x="-1098" y="95132"/>
                    <a:pt x="2235" y="87702"/>
                  </a:cubicBezTo>
                  <a:cubicBezTo>
                    <a:pt x="5664" y="80273"/>
                    <a:pt x="11570" y="74272"/>
                    <a:pt x="19952" y="69700"/>
                  </a:cubicBezTo>
                  <a:lnTo>
                    <a:pt x="96342" y="28647"/>
                  </a:lnTo>
                  <a:close/>
                  <a:moveTo>
                    <a:pt x="80245" y="109134"/>
                  </a:moveTo>
                  <a:lnTo>
                    <a:pt x="139300" y="218957"/>
                  </a:lnTo>
                  <a:lnTo>
                    <a:pt x="188068" y="192763"/>
                  </a:lnTo>
                  <a:cubicBezTo>
                    <a:pt x="207785" y="182381"/>
                    <a:pt x="220358" y="169236"/>
                    <a:pt x="225882" y="153234"/>
                  </a:cubicBezTo>
                  <a:cubicBezTo>
                    <a:pt x="231312" y="137232"/>
                    <a:pt x="229025" y="119897"/>
                    <a:pt x="218929" y="101132"/>
                  </a:cubicBezTo>
                  <a:cubicBezTo>
                    <a:pt x="208833" y="82368"/>
                    <a:pt x="196641" y="71700"/>
                    <a:pt x="182448" y="69128"/>
                  </a:cubicBezTo>
                  <a:cubicBezTo>
                    <a:pt x="168066" y="66843"/>
                    <a:pt x="149682" y="71796"/>
                    <a:pt x="127108" y="83892"/>
                  </a:cubicBezTo>
                  <a:lnTo>
                    <a:pt x="80245" y="109134"/>
                  </a:lnTo>
                  <a:close/>
                  <a:moveTo>
                    <a:pt x="169399" y="274773"/>
                  </a:moveTo>
                  <a:lnTo>
                    <a:pt x="230359" y="388121"/>
                  </a:lnTo>
                  <a:lnTo>
                    <a:pt x="280175" y="361260"/>
                  </a:lnTo>
                  <a:cubicBezTo>
                    <a:pt x="304368" y="348211"/>
                    <a:pt x="319894" y="334400"/>
                    <a:pt x="326657" y="319731"/>
                  </a:cubicBezTo>
                  <a:cubicBezTo>
                    <a:pt x="333705" y="304968"/>
                    <a:pt x="331705" y="287251"/>
                    <a:pt x="320656" y="266772"/>
                  </a:cubicBezTo>
                  <a:cubicBezTo>
                    <a:pt x="309702" y="246389"/>
                    <a:pt x="296463" y="234768"/>
                    <a:pt x="280841" y="231911"/>
                  </a:cubicBezTo>
                  <a:cubicBezTo>
                    <a:pt x="265221" y="229054"/>
                    <a:pt x="244551" y="234482"/>
                    <a:pt x="218643" y="248198"/>
                  </a:cubicBezTo>
                  <a:lnTo>
                    <a:pt x="169304" y="27477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" name="Forme libre : forme 23">
              <a:extLst>
                <a:ext uri="{FF2B5EF4-FFF2-40B4-BE49-F238E27FC236}">
                  <a16:creationId xmlns:a16="http://schemas.microsoft.com/office/drawing/2014/main" id="{A31280A2-865F-2C95-EB69-87E7082EB0E9}"/>
                </a:ext>
              </a:extLst>
            </p:cNvPr>
            <p:cNvSpPr/>
            <p:nvPr/>
          </p:nvSpPr>
          <p:spPr>
            <a:xfrm>
              <a:off x="7642412" y="5637252"/>
              <a:ext cx="417192" cy="467370"/>
            </a:xfrm>
            <a:custGeom>
              <a:avLst/>
              <a:gdLst>
                <a:gd name="connsiteX0" fmla="*/ 141039 w 417193"/>
                <a:gd name="connsiteY0" fmla="*/ 459804 h 467371"/>
                <a:gd name="connsiteX1" fmla="*/ 135134 w 417193"/>
                <a:gd name="connsiteY1" fmla="*/ 449518 h 467371"/>
                <a:gd name="connsiteX2" fmla="*/ 2832 w 417193"/>
                <a:gd name="connsiteY2" fmla="*/ 65183 h 467371"/>
                <a:gd name="connsiteX3" fmla="*/ 15309 w 417193"/>
                <a:gd name="connsiteY3" fmla="*/ 23845 h 467371"/>
                <a:gd name="connsiteX4" fmla="*/ 38646 w 417193"/>
                <a:gd name="connsiteY4" fmla="*/ 6890 h 467371"/>
                <a:gd name="connsiteX5" fmla="*/ 82841 w 417193"/>
                <a:gd name="connsiteY5" fmla="*/ 10129 h 467371"/>
                <a:gd name="connsiteX6" fmla="*/ 405930 w 417193"/>
                <a:gd name="connsiteY6" fmla="*/ 253207 h 467371"/>
                <a:gd name="connsiteX7" fmla="*/ 414883 w 417193"/>
                <a:gd name="connsiteY7" fmla="*/ 262351 h 467371"/>
                <a:gd name="connsiteX8" fmla="*/ 415740 w 417193"/>
                <a:gd name="connsiteY8" fmla="*/ 278353 h 467371"/>
                <a:gd name="connsiteX9" fmla="*/ 400500 w 417193"/>
                <a:gd name="connsiteY9" fmla="*/ 297498 h 467371"/>
                <a:gd name="connsiteX10" fmla="*/ 352399 w 417193"/>
                <a:gd name="connsiteY10" fmla="*/ 298260 h 467371"/>
                <a:gd name="connsiteX11" fmla="*/ 285248 w 417193"/>
                <a:gd name="connsiteY11" fmla="*/ 246635 h 467371"/>
                <a:gd name="connsiteX12" fmla="*/ 158851 w 417193"/>
                <a:gd name="connsiteY12" fmla="*/ 338646 h 467371"/>
                <a:gd name="connsiteX13" fmla="*/ 186474 w 417193"/>
                <a:gd name="connsiteY13" fmla="*/ 415227 h 467371"/>
                <a:gd name="connsiteX14" fmla="*/ 191141 w 417193"/>
                <a:gd name="connsiteY14" fmla="*/ 441326 h 467371"/>
                <a:gd name="connsiteX15" fmla="*/ 177330 w 417193"/>
                <a:gd name="connsiteY15" fmla="*/ 459899 h 467371"/>
                <a:gd name="connsiteX16" fmla="*/ 155613 w 417193"/>
                <a:gd name="connsiteY16" fmla="*/ 467234 h 467371"/>
                <a:gd name="connsiteX17" fmla="*/ 140849 w 417193"/>
                <a:gd name="connsiteY17" fmla="*/ 459614 h 467371"/>
                <a:gd name="connsiteX18" fmla="*/ 64458 w 417193"/>
                <a:gd name="connsiteY18" fmla="*/ 76804 h 467371"/>
                <a:gd name="connsiteX19" fmla="*/ 137039 w 417193"/>
                <a:gd name="connsiteY19" fmla="*/ 278258 h 467371"/>
                <a:gd name="connsiteX20" fmla="*/ 234289 w 417193"/>
                <a:gd name="connsiteY20" fmla="*/ 207487 h 467371"/>
                <a:gd name="connsiteX21" fmla="*/ 64458 w 417193"/>
                <a:gd name="connsiteY21" fmla="*/ 76804 h 467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7193" h="467371">
                  <a:moveTo>
                    <a:pt x="141039" y="459804"/>
                  </a:moveTo>
                  <a:cubicBezTo>
                    <a:pt x="137801" y="455328"/>
                    <a:pt x="135800" y="451899"/>
                    <a:pt x="135134" y="449518"/>
                  </a:cubicBezTo>
                  <a:lnTo>
                    <a:pt x="2832" y="65183"/>
                  </a:lnTo>
                  <a:cubicBezTo>
                    <a:pt x="-3455" y="48229"/>
                    <a:pt x="736" y="34513"/>
                    <a:pt x="15309" y="23845"/>
                  </a:cubicBezTo>
                  <a:lnTo>
                    <a:pt x="38646" y="6890"/>
                  </a:lnTo>
                  <a:cubicBezTo>
                    <a:pt x="52552" y="-3301"/>
                    <a:pt x="67316" y="-2158"/>
                    <a:pt x="82841" y="10129"/>
                  </a:cubicBezTo>
                  <a:lnTo>
                    <a:pt x="405930" y="253207"/>
                  </a:lnTo>
                  <a:cubicBezTo>
                    <a:pt x="409168" y="255588"/>
                    <a:pt x="412216" y="258636"/>
                    <a:pt x="414883" y="262351"/>
                  </a:cubicBezTo>
                  <a:cubicBezTo>
                    <a:pt x="417645" y="266066"/>
                    <a:pt x="417931" y="271400"/>
                    <a:pt x="415740" y="278353"/>
                  </a:cubicBezTo>
                  <a:cubicBezTo>
                    <a:pt x="413740" y="285401"/>
                    <a:pt x="408597" y="291783"/>
                    <a:pt x="400500" y="297498"/>
                  </a:cubicBezTo>
                  <a:cubicBezTo>
                    <a:pt x="383832" y="309690"/>
                    <a:pt x="367734" y="309976"/>
                    <a:pt x="352399" y="298260"/>
                  </a:cubicBezTo>
                  <a:lnTo>
                    <a:pt x="285248" y="246635"/>
                  </a:lnTo>
                  <a:lnTo>
                    <a:pt x="158851" y="338646"/>
                  </a:lnTo>
                  <a:lnTo>
                    <a:pt x="186474" y="415227"/>
                  </a:lnTo>
                  <a:cubicBezTo>
                    <a:pt x="190855" y="425800"/>
                    <a:pt x="192474" y="434468"/>
                    <a:pt x="191141" y="441326"/>
                  </a:cubicBezTo>
                  <a:cubicBezTo>
                    <a:pt x="189712" y="447993"/>
                    <a:pt x="185140" y="454185"/>
                    <a:pt x="177330" y="459899"/>
                  </a:cubicBezTo>
                  <a:cubicBezTo>
                    <a:pt x="169519" y="465614"/>
                    <a:pt x="162280" y="467995"/>
                    <a:pt x="155613" y="467234"/>
                  </a:cubicBezTo>
                  <a:cubicBezTo>
                    <a:pt x="148945" y="466472"/>
                    <a:pt x="144087" y="463900"/>
                    <a:pt x="140849" y="459614"/>
                  </a:cubicBezTo>
                  <a:moveTo>
                    <a:pt x="64458" y="76804"/>
                  </a:moveTo>
                  <a:lnTo>
                    <a:pt x="137039" y="278258"/>
                  </a:lnTo>
                  <a:lnTo>
                    <a:pt x="234289" y="207487"/>
                  </a:lnTo>
                  <a:lnTo>
                    <a:pt x="64458" y="7680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3" name="Forme libre : forme 32">
              <a:extLst>
                <a:ext uri="{FF2B5EF4-FFF2-40B4-BE49-F238E27FC236}">
                  <a16:creationId xmlns:a16="http://schemas.microsoft.com/office/drawing/2014/main" id="{0CE547E4-9EEA-2753-0041-AE6189C14B5E}"/>
                </a:ext>
              </a:extLst>
            </p:cNvPr>
            <p:cNvSpPr/>
            <p:nvPr/>
          </p:nvSpPr>
          <p:spPr>
            <a:xfrm>
              <a:off x="7901337" y="5362908"/>
              <a:ext cx="414995" cy="434935"/>
            </a:xfrm>
            <a:custGeom>
              <a:avLst/>
              <a:gdLst>
                <a:gd name="connsiteX0" fmla="*/ 48130 w 414994"/>
                <a:gd name="connsiteY0" fmla="*/ 45670 h 434933"/>
                <a:gd name="connsiteX1" fmla="*/ 138617 w 414994"/>
                <a:gd name="connsiteY1" fmla="*/ 712 h 434933"/>
                <a:gd name="connsiteX2" fmla="*/ 217579 w 414994"/>
                <a:gd name="connsiteY2" fmla="*/ 27573 h 434933"/>
                <a:gd name="connsiteX3" fmla="*/ 227295 w 414994"/>
                <a:gd name="connsiteY3" fmla="*/ 52528 h 434933"/>
                <a:gd name="connsiteX4" fmla="*/ 213484 w 414994"/>
                <a:gd name="connsiteY4" fmla="*/ 77770 h 434933"/>
                <a:gd name="connsiteX5" fmla="*/ 174336 w 414994"/>
                <a:gd name="connsiteY5" fmla="*/ 84342 h 434933"/>
                <a:gd name="connsiteX6" fmla="*/ 134045 w 414994"/>
                <a:gd name="connsiteY6" fmla="*/ 71483 h 434933"/>
                <a:gd name="connsiteX7" fmla="*/ 91469 w 414994"/>
                <a:gd name="connsiteY7" fmla="*/ 92057 h 434933"/>
                <a:gd name="connsiteX8" fmla="*/ 67465 w 414994"/>
                <a:gd name="connsiteY8" fmla="*/ 133872 h 434933"/>
                <a:gd name="connsiteX9" fmla="*/ 81848 w 414994"/>
                <a:gd name="connsiteY9" fmla="*/ 174925 h 434933"/>
                <a:gd name="connsiteX10" fmla="*/ 128521 w 414994"/>
                <a:gd name="connsiteY10" fmla="*/ 193213 h 434933"/>
                <a:gd name="connsiteX11" fmla="*/ 188814 w 414994"/>
                <a:gd name="connsiteY11" fmla="*/ 183592 h 434933"/>
                <a:gd name="connsiteX12" fmla="*/ 253203 w 414994"/>
                <a:gd name="connsiteY12" fmla="*/ 166543 h 434933"/>
                <a:gd name="connsiteX13" fmla="*/ 319878 w 414994"/>
                <a:gd name="connsiteY13" fmla="*/ 164066 h 434933"/>
                <a:gd name="connsiteX14" fmla="*/ 378171 w 414994"/>
                <a:gd name="connsiteY14" fmla="*/ 195594 h 434933"/>
                <a:gd name="connsiteX15" fmla="*/ 414366 w 414994"/>
                <a:gd name="connsiteY15" fmla="*/ 288082 h 434933"/>
                <a:gd name="connsiteX16" fmla="*/ 363503 w 414994"/>
                <a:gd name="connsiteY16" fmla="*/ 380760 h 434933"/>
                <a:gd name="connsiteX17" fmla="*/ 286826 w 414994"/>
                <a:gd name="connsiteY17" fmla="*/ 426194 h 434933"/>
                <a:gd name="connsiteX18" fmla="*/ 220151 w 414994"/>
                <a:gd name="connsiteY18" fmla="*/ 424861 h 434933"/>
                <a:gd name="connsiteX19" fmla="*/ 210340 w 414994"/>
                <a:gd name="connsiteY19" fmla="*/ 401620 h 434933"/>
                <a:gd name="connsiteX20" fmla="*/ 217008 w 414994"/>
                <a:gd name="connsiteY20" fmla="*/ 379331 h 434933"/>
                <a:gd name="connsiteX21" fmla="*/ 233867 w 414994"/>
                <a:gd name="connsiteY21" fmla="*/ 370949 h 434933"/>
                <a:gd name="connsiteX22" fmla="*/ 322068 w 414994"/>
                <a:gd name="connsiteY22" fmla="*/ 332468 h 434933"/>
                <a:gd name="connsiteX23" fmla="*/ 333880 w 414994"/>
                <a:gd name="connsiteY23" fmla="*/ 248362 h 434933"/>
                <a:gd name="connsiteX24" fmla="*/ 291303 w 414994"/>
                <a:gd name="connsiteY24" fmla="*/ 233885 h 434933"/>
                <a:gd name="connsiteX25" fmla="*/ 231391 w 414994"/>
                <a:gd name="connsiteY25" fmla="*/ 244362 h 434933"/>
                <a:gd name="connsiteX26" fmla="*/ 166049 w 414994"/>
                <a:gd name="connsiteY26" fmla="*/ 261126 h 434933"/>
                <a:gd name="connsiteX27" fmla="*/ 97564 w 414994"/>
                <a:gd name="connsiteY27" fmla="*/ 261126 h 434933"/>
                <a:gd name="connsiteX28" fmla="*/ 36604 w 414994"/>
                <a:gd name="connsiteY28" fmla="*/ 226455 h 434933"/>
                <a:gd name="connsiteX29" fmla="*/ 600 w 414994"/>
                <a:gd name="connsiteY29" fmla="*/ 134634 h 434933"/>
                <a:gd name="connsiteX30" fmla="*/ 48034 w 414994"/>
                <a:gd name="connsiteY30" fmla="*/ 45670 h 434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14994" h="434933">
                  <a:moveTo>
                    <a:pt x="48130" y="45670"/>
                  </a:moveTo>
                  <a:cubicBezTo>
                    <a:pt x="75943" y="19095"/>
                    <a:pt x="106137" y="4141"/>
                    <a:pt x="138617" y="712"/>
                  </a:cubicBezTo>
                  <a:cubicBezTo>
                    <a:pt x="171193" y="-2717"/>
                    <a:pt x="197482" y="6237"/>
                    <a:pt x="217579" y="27573"/>
                  </a:cubicBezTo>
                  <a:cubicBezTo>
                    <a:pt x="224819" y="35193"/>
                    <a:pt x="228057" y="43575"/>
                    <a:pt x="227295" y="52528"/>
                  </a:cubicBezTo>
                  <a:cubicBezTo>
                    <a:pt x="226438" y="61577"/>
                    <a:pt x="221866" y="69959"/>
                    <a:pt x="213484" y="77770"/>
                  </a:cubicBezTo>
                  <a:cubicBezTo>
                    <a:pt x="199577" y="91010"/>
                    <a:pt x="186528" y="93200"/>
                    <a:pt x="174336" y="84342"/>
                  </a:cubicBezTo>
                  <a:cubicBezTo>
                    <a:pt x="162049" y="75484"/>
                    <a:pt x="148714" y="71197"/>
                    <a:pt x="134045" y="71483"/>
                  </a:cubicBezTo>
                  <a:cubicBezTo>
                    <a:pt x="119472" y="71769"/>
                    <a:pt x="105280" y="78627"/>
                    <a:pt x="91469" y="92057"/>
                  </a:cubicBezTo>
                  <a:cubicBezTo>
                    <a:pt x="77848" y="105106"/>
                    <a:pt x="69847" y="119013"/>
                    <a:pt x="67465" y="133872"/>
                  </a:cubicBezTo>
                  <a:cubicBezTo>
                    <a:pt x="65084" y="148731"/>
                    <a:pt x="69847" y="162352"/>
                    <a:pt x="81848" y="174925"/>
                  </a:cubicBezTo>
                  <a:cubicBezTo>
                    <a:pt x="93850" y="187497"/>
                    <a:pt x="109375" y="193593"/>
                    <a:pt x="128521" y="193213"/>
                  </a:cubicBezTo>
                  <a:cubicBezTo>
                    <a:pt x="147571" y="192736"/>
                    <a:pt x="167669" y="189498"/>
                    <a:pt x="188814" y="183592"/>
                  </a:cubicBezTo>
                  <a:cubicBezTo>
                    <a:pt x="209959" y="177591"/>
                    <a:pt x="231486" y="171972"/>
                    <a:pt x="253203" y="166543"/>
                  </a:cubicBezTo>
                  <a:cubicBezTo>
                    <a:pt x="275015" y="161113"/>
                    <a:pt x="297208" y="160351"/>
                    <a:pt x="319878" y="164066"/>
                  </a:cubicBezTo>
                  <a:cubicBezTo>
                    <a:pt x="342547" y="167781"/>
                    <a:pt x="361978" y="178354"/>
                    <a:pt x="378171" y="195594"/>
                  </a:cubicBezTo>
                  <a:cubicBezTo>
                    <a:pt x="405984" y="224645"/>
                    <a:pt x="417985" y="255506"/>
                    <a:pt x="414366" y="288082"/>
                  </a:cubicBezTo>
                  <a:cubicBezTo>
                    <a:pt x="410746" y="320657"/>
                    <a:pt x="393792" y="351518"/>
                    <a:pt x="363503" y="380760"/>
                  </a:cubicBezTo>
                  <a:cubicBezTo>
                    <a:pt x="344453" y="398952"/>
                    <a:pt x="318926" y="414097"/>
                    <a:pt x="286826" y="426194"/>
                  </a:cubicBezTo>
                  <a:cubicBezTo>
                    <a:pt x="254727" y="438291"/>
                    <a:pt x="232534" y="437815"/>
                    <a:pt x="220151" y="424861"/>
                  </a:cubicBezTo>
                  <a:cubicBezTo>
                    <a:pt x="214531" y="419051"/>
                    <a:pt x="211293" y="411335"/>
                    <a:pt x="210340" y="401620"/>
                  </a:cubicBezTo>
                  <a:cubicBezTo>
                    <a:pt x="209388" y="391904"/>
                    <a:pt x="211674" y="384570"/>
                    <a:pt x="217008" y="379331"/>
                  </a:cubicBezTo>
                  <a:cubicBezTo>
                    <a:pt x="222437" y="374188"/>
                    <a:pt x="228057" y="371426"/>
                    <a:pt x="233867" y="370949"/>
                  </a:cubicBezTo>
                  <a:cubicBezTo>
                    <a:pt x="268348" y="368282"/>
                    <a:pt x="297684" y="355423"/>
                    <a:pt x="322068" y="332468"/>
                  </a:cubicBezTo>
                  <a:cubicBezTo>
                    <a:pt x="354168" y="301702"/>
                    <a:pt x="358169" y="273699"/>
                    <a:pt x="333880" y="248362"/>
                  </a:cubicBezTo>
                  <a:cubicBezTo>
                    <a:pt x="323878" y="237885"/>
                    <a:pt x="309686" y="233122"/>
                    <a:pt x="291303" y="233885"/>
                  </a:cubicBezTo>
                  <a:cubicBezTo>
                    <a:pt x="272920" y="234646"/>
                    <a:pt x="252917" y="238170"/>
                    <a:pt x="231391" y="244362"/>
                  </a:cubicBezTo>
                  <a:cubicBezTo>
                    <a:pt x="209959" y="250648"/>
                    <a:pt x="188147" y="256173"/>
                    <a:pt x="166049" y="261126"/>
                  </a:cubicBezTo>
                  <a:cubicBezTo>
                    <a:pt x="143665" y="265698"/>
                    <a:pt x="120805" y="265698"/>
                    <a:pt x="97564" y="261126"/>
                  </a:cubicBezTo>
                  <a:cubicBezTo>
                    <a:pt x="74323" y="256553"/>
                    <a:pt x="53940" y="244933"/>
                    <a:pt x="36604" y="226455"/>
                  </a:cubicBezTo>
                  <a:cubicBezTo>
                    <a:pt x="9077" y="197689"/>
                    <a:pt x="-2924" y="167114"/>
                    <a:pt x="600" y="134634"/>
                  </a:cubicBezTo>
                  <a:cubicBezTo>
                    <a:pt x="4410" y="101868"/>
                    <a:pt x="20221" y="72245"/>
                    <a:pt x="48034" y="456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99A0522-CCEF-D1D9-B840-AA83E3383A69}"/>
              </a:ext>
            </a:extLst>
          </p:cNvPr>
          <p:cNvSpPr/>
          <p:nvPr userDrawn="1"/>
        </p:nvSpPr>
        <p:spPr>
          <a:xfrm>
            <a:off x="528320" y="284480"/>
            <a:ext cx="1254760" cy="5076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9" name="Image 58">
            <a:extLst>
              <a:ext uri="{FF2B5EF4-FFF2-40B4-BE49-F238E27FC236}">
                <a16:creationId xmlns:a16="http://schemas.microsoft.com/office/drawing/2014/main" id="{734CA668-2C4E-EE96-21D5-9E21626D8C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165" b="7786"/>
          <a:stretch/>
        </p:blipFill>
        <p:spPr>
          <a:xfrm>
            <a:off x="2947554" y="0"/>
            <a:ext cx="2310246" cy="6029960"/>
          </a:xfrm>
          <a:prstGeom prst="rect">
            <a:avLst/>
          </a:prstGeom>
        </p:spPr>
      </p:pic>
      <p:sp>
        <p:nvSpPr>
          <p:cNvPr id="79" name="Espace réservé du texte 33">
            <a:extLst>
              <a:ext uri="{FF2B5EF4-FFF2-40B4-BE49-F238E27FC236}">
                <a16:creationId xmlns:a16="http://schemas.microsoft.com/office/drawing/2014/main" id="{8E16D38E-65A7-57D4-95DB-EE8AA74753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7632" y="1845733"/>
            <a:ext cx="542967" cy="38127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anchor="ctr">
            <a:noAutofit/>
          </a:bodyPr>
          <a:lstStyle>
            <a:lvl1pPr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1</a:t>
            </a:r>
          </a:p>
        </p:txBody>
      </p:sp>
      <p:sp>
        <p:nvSpPr>
          <p:cNvPr id="80" name="Espace réservé du texte 48">
            <a:extLst>
              <a:ext uri="{FF2B5EF4-FFF2-40B4-BE49-F238E27FC236}">
                <a16:creationId xmlns:a16="http://schemas.microsoft.com/office/drawing/2014/main" id="{FFDC81BB-F356-CCE3-EAD9-369CB0782DD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09574" y="1911723"/>
            <a:ext cx="4685000" cy="249299"/>
          </a:xfrm>
        </p:spPr>
        <p:txBody>
          <a:bodyPr wrap="non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une longue ligne de texte</a:t>
            </a:r>
          </a:p>
        </p:txBody>
      </p:sp>
      <p:sp>
        <p:nvSpPr>
          <p:cNvPr id="82" name="Espace réservé du texte 48">
            <a:extLst>
              <a:ext uri="{FF2B5EF4-FFF2-40B4-BE49-F238E27FC236}">
                <a16:creationId xmlns:a16="http://schemas.microsoft.com/office/drawing/2014/main" id="{CEB746C7-55D0-EBC1-300E-DDB81CED584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09574" y="2586308"/>
            <a:ext cx="4685000" cy="249299"/>
          </a:xfrm>
        </p:spPr>
        <p:txBody>
          <a:bodyPr wrap="non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une longue ligne de texte</a:t>
            </a:r>
          </a:p>
        </p:txBody>
      </p:sp>
      <p:sp>
        <p:nvSpPr>
          <p:cNvPr id="84" name="Espace réservé du texte 48">
            <a:extLst>
              <a:ext uri="{FF2B5EF4-FFF2-40B4-BE49-F238E27FC236}">
                <a16:creationId xmlns:a16="http://schemas.microsoft.com/office/drawing/2014/main" id="{55803124-95D4-6915-1339-3EF9DB4F4D8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09574" y="3260893"/>
            <a:ext cx="4685000" cy="249299"/>
          </a:xfrm>
        </p:spPr>
        <p:txBody>
          <a:bodyPr wrap="non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une longue ligne de texte</a:t>
            </a:r>
          </a:p>
        </p:txBody>
      </p:sp>
      <p:sp>
        <p:nvSpPr>
          <p:cNvPr id="86" name="Espace réservé du texte 48">
            <a:extLst>
              <a:ext uri="{FF2B5EF4-FFF2-40B4-BE49-F238E27FC236}">
                <a16:creationId xmlns:a16="http://schemas.microsoft.com/office/drawing/2014/main" id="{668E4555-1906-0897-EB97-1FB586D7655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09574" y="3935478"/>
            <a:ext cx="4685000" cy="249299"/>
          </a:xfrm>
        </p:spPr>
        <p:txBody>
          <a:bodyPr wrap="non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une longue ligne de texte</a:t>
            </a:r>
          </a:p>
        </p:txBody>
      </p:sp>
      <p:sp>
        <p:nvSpPr>
          <p:cNvPr id="87" name="Espace réservé du texte 33">
            <a:extLst>
              <a:ext uri="{FF2B5EF4-FFF2-40B4-BE49-F238E27FC236}">
                <a16:creationId xmlns:a16="http://schemas.microsoft.com/office/drawing/2014/main" id="{F55AEF32-E70B-EC4C-E13B-27FDA03DE10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27632" y="2520318"/>
            <a:ext cx="542967" cy="381279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anchor="ctr">
            <a:noAutofit/>
          </a:bodyPr>
          <a:lstStyle>
            <a:lvl1pPr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2</a:t>
            </a:r>
          </a:p>
        </p:txBody>
      </p:sp>
      <p:sp>
        <p:nvSpPr>
          <p:cNvPr id="88" name="Espace réservé du texte 33">
            <a:extLst>
              <a:ext uri="{FF2B5EF4-FFF2-40B4-BE49-F238E27FC236}">
                <a16:creationId xmlns:a16="http://schemas.microsoft.com/office/drawing/2014/main" id="{3030E154-4494-206A-8D45-D58D1067DED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27632" y="3194903"/>
            <a:ext cx="542967" cy="38127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</p:spPr>
        <p:txBody>
          <a:bodyPr wrap="none" anchor="ctr">
            <a:noAutofit/>
          </a:bodyPr>
          <a:lstStyle>
            <a:lvl1pPr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3</a:t>
            </a:r>
          </a:p>
        </p:txBody>
      </p:sp>
      <p:sp>
        <p:nvSpPr>
          <p:cNvPr id="89" name="Espace réservé du texte 33">
            <a:extLst>
              <a:ext uri="{FF2B5EF4-FFF2-40B4-BE49-F238E27FC236}">
                <a16:creationId xmlns:a16="http://schemas.microsoft.com/office/drawing/2014/main" id="{063C9C74-DC1E-0DCA-0712-68CDC08039E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527632" y="3869488"/>
            <a:ext cx="542967" cy="38127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anchor="ctr">
            <a:noAutofit/>
          </a:bodyPr>
          <a:lstStyle>
            <a:lvl1pPr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30797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 complexe - 8 partie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Espace réservé de la date 29">
            <a:extLst>
              <a:ext uri="{FF2B5EF4-FFF2-40B4-BE49-F238E27FC236}">
                <a16:creationId xmlns:a16="http://schemas.microsoft.com/office/drawing/2014/main" id="{C6CA0E2E-DD0E-8573-A2BD-8F9639550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9B93F-5A2C-4BE4-8E2B-05CA4746F95D}" type="datetime1">
              <a:rPr lang="fr-FR" smtClean="0"/>
              <a:t>21/08/2026</a:t>
            </a:fld>
            <a:endParaRPr lang="fr-FR"/>
          </a:p>
        </p:txBody>
      </p:sp>
      <p:sp>
        <p:nvSpPr>
          <p:cNvPr id="31" name="Espace réservé du pied de page 30">
            <a:extLst>
              <a:ext uri="{FF2B5EF4-FFF2-40B4-BE49-F238E27FC236}">
                <a16:creationId xmlns:a16="http://schemas.microsoft.com/office/drawing/2014/main" id="{69C8EDE0-208D-3B43-B5A9-19D8DD4F1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32" name="Espace réservé du numéro de diapositive 31">
            <a:extLst>
              <a:ext uri="{FF2B5EF4-FFF2-40B4-BE49-F238E27FC236}">
                <a16:creationId xmlns:a16="http://schemas.microsoft.com/office/drawing/2014/main" id="{2AF07D3A-B874-88C6-B5E3-6E732E845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5F4A-9FB0-4812-AB35-92F9E0180226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30B1D9A-2A60-9061-ADDC-7FD0C3700F77}"/>
              </a:ext>
            </a:extLst>
          </p:cNvPr>
          <p:cNvSpPr txBox="1"/>
          <p:nvPr userDrawn="1"/>
        </p:nvSpPr>
        <p:spPr>
          <a:xfrm rot="16200000">
            <a:off x="-1003598" y="2577512"/>
            <a:ext cx="3800719" cy="92333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ctr"/>
            <a:r>
              <a:rPr lang="fr-FR" sz="6000" b="1" cap="all">
                <a:solidFill>
                  <a:schemeClr val="accent1"/>
                </a:solidFill>
                <a:latin typeface="BNPPSans" panose="02000000000000000000" pitchFamily="2" charset="0"/>
              </a:rPr>
              <a:t>CONTENTS</a:t>
            </a:r>
          </a:p>
        </p:txBody>
      </p:sp>
      <p:grpSp>
        <p:nvGrpSpPr>
          <p:cNvPr id="8" name="Graphique 44">
            <a:extLst>
              <a:ext uri="{FF2B5EF4-FFF2-40B4-BE49-F238E27FC236}">
                <a16:creationId xmlns:a16="http://schemas.microsoft.com/office/drawing/2014/main" id="{D4CC2DAA-4A86-41DB-E268-EF57B06BB6B0}"/>
              </a:ext>
            </a:extLst>
          </p:cNvPr>
          <p:cNvGrpSpPr/>
          <p:nvPr userDrawn="1"/>
        </p:nvGrpSpPr>
        <p:grpSpPr>
          <a:xfrm>
            <a:off x="2023100" y="2179968"/>
            <a:ext cx="1452330" cy="1675104"/>
            <a:chOff x="3319466" y="228601"/>
            <a:chExt cx="5551927" cy="6403564"/>
          </a:xfrm>
          <a:solidFill>
            <a:schemeClr val="accent1"/>
          </a:solidFill>
        </p:grpSpPr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AAA0A2D8-B2AD-0702-80E3-DE4F89CCA8A8}"/>
                </a:ext>
              </a:extLst>
            </p:cNvPr>
            <p:cNvSpPr/>
            <p:nvPr/>
          </p:nvSpPr>
          <p:spPr>
            <a:xfrm>
              <a:off x="3319466" y="1781951"/>
              <a:ext cx="1254828" cy="3190491"/>
            </a:xfrm>
            <a:custGeom>
              <a:avLst/>
              <a:gdLst>
                <a:gd name="connsiteX0" fmla="*/ 185 w 1254828"/>
                <a:gd name="connsiteY0" fmla="*/ 186391 h 3190491"/>
                <a:gd name="connsiteX1" fmla="*/ 174017 w 1254828"/>
                <a:gd name="connsiteY1" fmla="*/ 178 h 3190491"/>
                <a:gd name="connsiteX2" fmla="*/ 360040 w 1254828"/>
                <a:gd name="connsiteY2" fmla="*/ 169913 h 3190491"/>
                <a:gd name="connsiteX3" fmla="*/ 481198 w 1254828"/>
                <a:gd name="connsiteY3" fmla="*/ 2822340 h 3190491"/>
                <a:gd name="connsiteX4" fmla="*/ 1064509 w 1254828"/>
                <a:gd name="connsiteY4" fmla="*/ 2795670 h 3190491"/>
                <a:gd name="connsiteX5" fmla="*/ 1254628 w 1254828"/>
                <a:gd name="connsiteY5" fmla="*/ 2965310 h 3190491"/>
                <a:gd name="connsiteX6" fmla="*/ 1080987 w 1254828"/>
                <a:gd name="connsiteY6" fmla="*/ 3155525 h 3190491"/>
                <a:gd name="connsiteX7" fmla="*/ 319749 w 1254828"/>
                <a:gd name="connsiteY7" fmla="*/ 3190291 h 3190491"/>
                <a:gd name="connsiteX8" fmla="*/ 129535 w 1254828"/>
                <a:gd name="connsiteY8" fmla="*/ 3016650 h 3190491"/>
                <a:gd name="connsiteX9" fmla="*/ 185 w 1254828"/>
                <a:gd name="connsiteY9" fmla="*/ 186391 h 319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54828" h="3190491">
                  <a:moveTo>
                    <a:pt x="185" y="186391"/>
                  </a:moveTo>
                  <a:cubicBezTo>
                    <a:pt x="-4291" y="89332"/>
                    <a:pt x="72861" y="4845"/>
                    <a:pt x="174017" y="178"/>
                  </a:cubicBezTo>
                  <a:cubicBezTo>
                    <a:pt x="271076" y="-4204"/>
                    <a:pt x="355563" y="72949"/>
                    <a:pt x="360040" y="169913"/>
                  </a:cubicBezTo>
                  <a:lnTo>
                    <a:pt x="481198" y="2822340"/>
                  </a:lnTo>
                  <a:lnTo>
                    <a:pt x="1064509" y="2795670"/>
                  </a:lnTo>
                  <a:cubicBezTo>
                    <a:pt x="1165569" y="2791003"/>
                    <a:pt x="1250151" y="2868251"/>
                    <a:pt x="1254628" y="2965310"/>
                  </a:cubicBezTo>
                  <a:cubicBezTo>
                    <a:pt x="1259295" y="3066371"/>
                    <a:pt x="1182047" y="3150953"/>
                    <a:pt x="1080987" y="3155525"/>
                  </a:cubicBezTo>
                  <a:lnTo>
                    <a:pt x="319749" y="3190291"/>
                  </a:lnTo>
                  <a:cubicBezTo>
                    <a:pt x="218689" y="3194958"/>
                    <a:pt x="134107" y="3117710"/>
                    <a:pt x="129535" y="3016650"/>
                  </a:cubicBezTo>
                  <a:lnTo>
                    <a:pt x="185" y="18639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68030720-CB9A-D27F-4DCF-234CF3D8219D}"/>
                </a:ext>
              </a:extLst>
            </p:cNvPr>
            <p:cNvSpPr/>
            <p:nvPr/>
          </p:nvSpPr>
          <p:spPr>
            <a:xfrm>
              <a:off x="5104447" y="1808323"/>
              <a:ext cx="330708" cy="559213"/>
            </a:xfrm>
            <a:custGeom>
              <a:avLst/>
              <a:gdLst>
                <a:gd name="connsiteX0" fmla="*/ 330708 w 330708"/>
                <a:gd name="connsiteY0" fmla="*/ 391954 h 559212"/>
                <a:gd name="connsiteX1" fmla="*/ 167164 w 330708"/>
                <a:gd name="connsiteY1" fmla="*/ 559213 h 559212"/>
                <a:gd name="connsiteX2" fmla="*/ 0 w 330708"/>
                <a:gd name="connsiteY2" fmla="*/ 391954 h 559212"/>
                <a:gd name="connsiteX3" fmla="*/ 0 w 330708"/>
                <a:gd name="connsiteY3" fmla="*/ 163449 h 559212"/>
                <a:gd name="connsiteX4" fmla="*/ 167164 w 330708"/>
                <a:gd name="connsiteY4" fmla="*/ 0 h 559212"/>
                <a:gd name="connsiteX5" fmla="*/ 330708 w 330708"/>
                <a:gd name="connsiteY5" fmla="*/ 163449 h 559212"/>
                <a:gd name="connsiteX6" fmla="*/ 330708 w 330708"/>
                <a:gd name="connsiteY6" fmla="*/ 391954 h 559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559212">
                  <a:moveTo>
                    <a:pt x="330708" y="391954"/>
                  </a:moveTo>
                  <a:cubicBezTo>
                    <a:pt x="330708" y="484822"/>
                    <a:pt x="256413" y="559213"/>
                    <a:pt x="167164" y="559213"/>
                  </a:cubicBezTo>
                  <a:cubicBezTo>
                    <a:pt x="77915" y="559213"/>
                    <a:pt x="0" y="484918"/>
                    <a:pt x="0" y="391954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3919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FC850F33-1873-831D-94E4-84ED4BBE9FE5}"/>
                </a:ext>
              </a:extLst>
            </p:cNvPr>
            <p:cNvSpPr/>
            <p:nvPr/>
          </p:nvSpPr>
          <p:spPr>
            <a:xfrm>
              <a:off x="5104447" y="2882648"/>
              <a:ext cx="330708" cy="2068735"/>
            </a:xfrm>
            <a:custGeom>
              <a:avLst/>
              <a:gdLst>
                <a:gd name="connsiteX0" fmla="*/ 330708 w 330708"/>
                <a:gd name="connsiteY0" fmla="*/ 1901476 h 2068734"/>
                <a:gd name="connsiteX1" fmla="*/ 167164 w 330708"/>
                <a:gd name="connsiteY1" fmla="*/ 2068735 h 2068734"/>
                <a:gd name="connsiteX2" fmla="*/ 0 w 330708"/>
                <a:gd name="connsiteY2" fmla="*/ 1901476 h 2068734"/>
                <a:gd name="connsiteX3" fmla="*/ 0 w 330708"/>
                <a:gd name="connsiteY3" fmla="*/ 163449 h 2068734"/>
                <a:gd name="connsiteX4" fmla="*/ 167164 w 330708"/>
                <a:gd name="connsiteY4" fmla="*/ 0 h 2068734"/>
                <a:gd name="connsiteX5" fmla="*/ 330708 w 330708"/>
                <a:gd name="connsiteY5" fmla="*/ 163449 h 2068734"/>
                <a:gd name="connsiteX6" fmla="*/ 330708 w 330708"/>
                <a:gd name="connsiteY6" fmla="*/ 1901476 h 206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2068734">
                  <a:moveTo>
                    <a:pt x="330708" y="1901476"/>
                  </a:moveTo>
                  <a:cubicBezTo>
                    <a:pt x="330708" y="1994344"/>
                    <a:pt x="256413" y="2068735"/>
                    <a:pt x="167164" y="2068735"/>
                  </a:cubicBezTo>
                  <a:cubicBezTo>
                    <a:pt x="77915" y="2068735"/>
                    <a:pt x="0" y="1994440"/>
                    <a:pt x="0" y="1901476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190147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6346747A-2CC1-3697-0652-5C62FC89B7BB}"/>
                </a:ext>
              </a:extLst>
            </p:cNvPr>
            <p:cNvSpPr/>
            <p:nvPr/>
          </p:nvSpPr>
          <p:spPr>
            <a:xfrm>
              <a:off x="6236683" y="2168270"/>
              <a:ext cx="1065560" cy="2788348"/>
            </a:xfrm>
            <a:custGeom>
              <a:avLst/>
              <a:gdLst>
                <a:gd name="connsiteX0" fmla="*/ 321374 w 1065561"/>
                <a:gd name="connsiteY0" fmla="*/ 2625852 h 2788348"/>
                <a:gd name="connsiteX1" fmla="*/ 162496 w 1065561"/>
                <a:gd name="connsiteY1" fmla="*/ 2788349 h 2788348"/>
                <a:gd name="connsiteX2" fmla="*/ 0 w 1065561"/>
                <a:gd name="connsiteY2" fmla="*/ 2625852 h 2788348"/>
                <a:gd name="connsiteX3" fmla="*/ 0 w 1065561"/>
                <a:gd name="connsiteY3" fmla="*/ 158877 h 2788348"/>
                <a:gd name="connsiteX4" fmla="*/ 162496 w 1065561"/>
                <a:gd name="connsiteY4" fmla="*/ 0 h 2788348"/>
                <a:gd name="connsiteX5" fmla="*/ 903065 w 1065561"/>
                <a:gd name="connsiteY5" fmla="*/ 0 h 2788348"/>
                <a:gd name="connsiteX6" fmla="*/ 1065562 w 1065561"/>
                <a:gd name="connsiteY6" fmla="*/ 158877 h 2788348"/>
                <a:gd name="connsiteX7" fmla="*/ 903065 w 1065561"/>
                <a:gd name="connsiteY7" fmla="*/ 321374 h 2788348"/>
                <a:gd name="connsiteX8" fmla="*/ 321374 w 1065561"/>
                <a:gd name="connsiteY8" fmla="*/ 321374 h 2788348"/>
                <a:gd name="connsiteX9" fmla="*/ 321374 w 1065561"/>
                <a:gd name="connsiteY9" fmla="*/ 1216914 h 2788348"/>
                <a:gd name="connsiteX10" fmla="*/ 740569 w 1065561"/>
                <a:gd name="connsiteY10" fmla="*/ 1216914 h 2788348"/>
                <a:gd name="connsiteX11" fmla="*/ 903065 w 1065561"/>
                <a:gd name="connsiteY11" fmla="*/ 1375791 h 2788348"/>
                <a:gd name="connsiteX12" fmla="*/ 740569 w 1065561"/>
                <a:gd name="connsiteY12" fmla="*/ 1538288 h 2788348"/>
                <a:gd name="connsiteX13" fmla="*/ 321374 w 1065561"/>
                <a:gd name="connsiteY13" fmla="*/ 1538288 h 2788348"/>
                <a:gd name="connsiteX14" fmla="*/ 321374 w 1065561"/>
                <a:gd name="connsiteY14" fmla="*/ 2625757 h 278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65561" h="2788348">
                  <a:moveTo>
                    <a:pt x="321374" y="2625852"/>
                  </a:moveTo>
                  <a:cubicBezTo>
                    <a:pt x="321374" y="2716149"/>
                    <a:pt x="249174" y="2788349"/>
                    <a:pt x="162496" y="2788349"/>
                  </a:cubicBezTo>
                  <a:cubicBezTo>
                    <a:pt x="75819" y="2788349"/>
                    <a:pt x="0" y="2716149"/>
                    <a:pt x="0" y="2625852"/>
                  </a:cubicBezTo>
                  <a:lnTo>
                    <a:pt x="0" y="158877"/>
                  </a:lnTo>
                  <a:cubicBezTo>
                    <a:pt x="0" y="72200"/>
                    <a:pt x="72200" y="0"/>
                    <a:pt x="162496" y="0"/>
                  </a:cubicBezTo>
                  <a:lnTo>
                    <a:pt x="903065" y="0"/>
                  </a:lnTo>
                  <a:cubicBezTo>
                    <a:pt x="993362" y="0"/>
                    <a:pt x="1065562" y="72200"/>
                    <a:pt x="1065562" y="158877"/>
                  </a:cubicBezTo>
                  <a:cubicBezTo>
                    <a:pt x="1065562" y="245554"/>
                    <a:pt x="993362" y="321374"/>
                    <a:pt x="903065" y="321374"/>
                  </a:cubicBezTo>
                  <a:lnTo>
                    <a:pt x="321374" y="321374"/>
                  </a:lnTo>
                  <a:lnTo>
                    <a:pt x="321374" y="1216914"/>
                  </a:lnTo>
                  <a:lnTo>
                    <a:pt x="740569" y="1216914"/>
                  </a:lnTo>
                  <a:cubicBezTo>
                    <a:pt x="830866" y="1216914"/>
                    <a:pt x="903065" y="1289114"/>
                    <a:pt x="903065" y="1375791"/>
                  </a:cubicBezTo>
                  <a:cubicBezTo>
                    <a:pt x="903065" y="1462468"/>
                    <a:pt x="830866" y="1538288"/>
                    <a:pt x="740569" y="1538288"/>
                  </a:cubicBezTo>
                  <a:lnTo>
                    <a:pt x="321374" y="1538288"/>
                  </a:lnTo>
                  <a:lnTo>
                    <a:pt x="321374" y="262575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818FA729-0BD2-E7EE-1917-D330300FE62F}"/>
                </a:ext>
              </a:extLst>
            </p:cNvPr>
            <p:cNvSpPr/>
            <p:nvPr/>
          </p:nvSpPr>
          <p:spPr>
            <a:xfrm>
              <a:off x="7800593" y="2168367"/>
              <a:ext cx="1070800" cy="2751389"/>
            </a:xfrm>
            <a:custGeom>
              <a:avLst/>
              <a:gdLst>
                <a:gd name="connsiteX0" fmla="*/ 908400 w 1070800"/>
                <a:gd name="connsiteY0" fmla="*/ 2429923 h 2751391"/>
                <a:gd name="connsiteX1" fmla="*/ 321469 w 1070800"/>
                <a:gd name="connsiteY1" fmla="*/ 2429923 h 2751391"/>
                <a:gd name="connsiteX2" fmla="*/ 321469 w 1070800"/>
                <a:gd name="connsiteY2" fmla="*/ 1522476 h 2751391"/>
                <a:gd name="connsiteX3" fmla="*/ 740664 w 1070800"/>
                <a:gd name="connsiteY3" fmla="*/ 1522476 h 2751391"/>
                <a:gd name="connsiteX4" fmla="*/ 903161 w 1070800"/>
                <a:gd name="connsiteY4" fmla="*/ 1359980 h 2751391"/>
                <a:gd name="connsiteX5" fmla="*/ 740664 w 1070800"/>
                <a:gd name="connsiteY5" fmla="*/ 1201103 h 2751391"/>
                <a:gd name="connsiteX6" fmla="*/ 321469 w 1070800"/>
                <a:gd name="connsiteY6" fmla="*/ 1201103 h 2751391"/>
                <a:gd name="connsiteX7" fmla="*/ 321469 w 1070800"/>
                <a:gd name="connsiteY7" fmla="*/ 321374 h 2751391"/>
                <a:gd name="connsiteX8" fmla="*/ 903161 w 1070800"/>
                <a:gd name="connsiteY8" fmla="*/ 321374 h 2751391"/>
                <a:gd name="connsiteX9" fmla="*/ 1065657 w 1070800"/>
                <a:gd name="connsiteY9" fmla="*/ 158877 h 2751391"/>
                <a:gd name="connsiteX10" fmla="*/ 903161 w 1070800"/>
                <a:gd name="connsiteY10" fmla="*/ 0 h 2751391"/>
                <a:gd name="connsiteX11" fmla="*/ 162496 w 1070800"/>
                <a:gd name="connsiteY11" fmla="*/ 0 h 2751391"/>
                <a:gd name="connsiteX12" fmla="*/ 0 w 1070800"/>
                <a:gd name="connsiteY12" fmla="*/ 158877 h 2751391"/>
                <a:gd name="connsiteX13" fmla="*/ 0 w 1070800"/>
                <a:gd name="connsiteY13" fmla="*/ 2588895 h 2751391"/>
                <a:gd name="connsiteX14" fmla="*/ 162496 w 1070800"/>
                <a:gd name="connsiteY14" fmla="*/ 2751392 h 2751391"/>
                <a:gd name="connsiteX15" fmla="*/ 165068 w 1070800"/>
                <a:gd name="connsiteY15" fmla="*/ 2751296 h 2751391"/>
                <a:gd name="connsiteX16" fmla="*/ 167735 w 1070800"/>
                <a:gd name="connsiteY16" fmla="*/ 2751392 h 2751391"/>
                <a:gd name="connsiteX17" fmla="*/ 908304 w 1070800"/>
                <a:gd name="connsiteY17" fmla="*/ 2751392 h 2751391"/>
                <a:gd name="connsiteX18" fmla="*/ 1070801 w 1070800"/>
                <a:gd name="connsiteY18" fmla="*/ 2592515 h 2751391"/>
                <a:gd name="connsiteX19" fmla="*/ 908304 w 1070800"/>
                <a:gd name="connsiteY19" fmla="*/ 2430018 h 275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70800" h="2751391">
                  <a:moveTo>
                    <a:pt x="908400" y="2429923"/>
                  </a:moveTo>
                  <a:lnTo>
                    <a:pt x="321469" y="2429923"/>
                  </a:lnTo>
                  <a:lnTo>
                    <a:pt x="321469" y="1522476"/>
                  </a:lnTo>
                  <a:lnTo>
                    <a:pt x="740664" y="1522476"/>
                  </a:lnTo>
                  <a:cubicBezTo>
                    <a:pt x="830961" y="1522476"/>
                    <a:pt x="903161" y="1450277"/>
                    <a:pt x="903161" y="1359980"/>
                  </a:cubicBezTo>
                  <a:cubicBezTo>
                    <a:pt x="903161" y="1269683"/>
                    <a:pt x="830961" y="1201103"/>
                    <a:pt x="740664" y="1201103"/>
                  </a:cubicBezTo>
                  <a:lnTo>
                    <a:pt x="321469" y="1201103"/>
                  </a:lnTo>
                  <a:lnTo>
                    <a:pt x="321469" y="321374"/>
                  </a:lnTo>
                  <a:lnTo>
                    <a:pt x="903161" y="321374"/>
                  </a:lnTo>
                  <a:cubicBezTo>
                    <a:pt x="993458" y="321374"/>
                    <a:pt x="1065657" y="249174"/>
                    <a:pt x="1065657" y="158877"/>
                  </a:cubicBezTo>
                  <a:cubicBezTo>
                    <a:pt x="1065657" y="68580"/>
                    <a:pt x="993458" y="0"/>
                    <a:pt x="903161" y="0"/>
                  </a:cubicBezTo>
                  <a:lnTo>
                    <a:pt x="162496" y="0"/>
                  </a:lnTo>
                  <a:cubicBezTo>
                    <a:pt x="72200" y="0"/>
                    <a:pt x="0" y="72200"/>
                    <a:pt x="0" y="158877"/>
                  </a:cubicBezTo>
                  <a:lnTo>
                    <a:pt x="0" y="2588895"/>
                  </a:lnTo>
                  <a:cubicBezTo>
                    <a:pt x="0" y="2679192"/>
                    <a:pt x="72200" y="2751392"/>
                    <a:pt x="162496" y="2751392"/>
                  </a:cubicBezTo>
                  <a:cubicBezTo>
                    <a:pt x="163354" y="2751392"/>
                    <a:pt x="164211" y="2751296"/>
                    <a:pt x="165068" y="2751296"/>
                  </a:cubicBezTo>
                  <a:cubicBezTo>
                    <a:pt x="166021" y="2751296"/>
                    <a:pt x="166878" y="2751392"/>
                    <a:pt x="167735" y="2751392"/>
                  </a:cubicBezTo>
                  <a:lnTo>
                    <a:pt x="908304" y="2751392"/>
                  </a:lnTo>
                  <a:cubicBezTo>
                    <a:pt x="998601" y="2751392"/>
                    <a:pt x="1070801" y="2679192"/>
                    <a:pt x="1070801" y="2592515"/>
                  </a:cubicBezTo>
                  <a:cubicBezTo>
                    <a:pt x="1070801" y="2505837"/>
                    <a:pt x="998601" y="2430018"/>
                    <a:pt x="908304" y="24300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FE580C97-40AF-0F1C-976C-FDE77F9D473B}"/>
                </a:ext>
              </a:extLst>
            </p:cNvPr>
            <p:cNvSpPr/>
            <p:nvPr/>
          </p:nvSpPr>
          <p:spPr>
            <a:xfrm>
              <a:off x="3605500" y="228601"/>
              <a:ext cx="4960413" cy="1495996"/>
            </a:xfrm>
            <a:custGeom>
              <a:avLst/>
              <a:gdLst>
                <a:gd name="connsiteX0" fmla="*/ 4782117 w 4960413"/>
                <a:gd name="connsiteY0" fmla="*/ 1495997 h 1495996"/>
                <a:gd name="connsiteX1" fmla="*/ 4642195 w 4960413"/>
                <a:gd name="connsiteY1" fmla="*/ 1428464 h 1495996"/>
                <a:gd name="connsiteX2" fmla="*/ 2426965 w 4960413"/>
                <a:gd name="connsiteY2" fmla="*/ 356807 h 1495996"/>
                <a:gd name="connsiteX3" fmla="*/ 311844 w 4960413"/>
                <a:gd name="connsiteY3" fmla="*/ 1309211 h 1495996"/>
                <a:gd name="connsiteX4" fmla="*/ 60098 w 4960413"/>
                <a:gd name="connsiteY4" fmla="*/ 1324451 h 1495996"/>
                <a:gd name="connsiteX5" fmla="*/ 44858 w 4960413"/>
                <a:gd name="connsiteY5" fmla="*/ 1072706 h 1495996"/>
                <a:gd name="connsiteX6" fmla="*/ 2427061 w 4960413"/>
                <a:gd name="connsiteY6" fmla="*/ 0 h 1495996"/>
                <a:gd name="connsiteX7" fmla="*/ 4921849 w 4960413"/>
                <a:gd name="connsiteY7" fmla="*/ 1206818 h 1495996"/>
                <a:gd name="connsiteX8" fmla="*/ 4892798 w 4960413"/>
                <a:gd name="connsiteY8" fmla="*/ 1457420 h 1495996"/>
                <a:gd name="connsiteX9" fmla="*/ 4782117 w 4960413"/>
                <a:gd name="connsiteY9" fmla="*/ 1495997 h 1495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60413" h="1495996">
                  <a:moveTo>
                    <a:pt x="4782117" y="1495997"/>
                  </a:moveTo>
                  <a:cubicBezTo>
                    <a:pt x="4729539" y="1495997"/>
                    <a:pt x="4677437" y="1472851"/>
                    <a:pt x="4642195" y="1428464"/>
                  </a:cubicBezTo>
                  <a:cubicBezTo>
                    <a:pt x="4102413" y="747427"/>
                    <a:pt x="3294979" y="356807"/>
                    <a:pt x="2426965" y="356807"/>
                  </a:cubicBezTo>
                  <a:cubicBezTo>
                    <a:pt x="1618960" y="356807"/>
                    <a:pt x="848006" y="703898"/>
                    <a:pt x="311844" y="1309211"/>
                  </a:cubicBezTo>
                  <a:cubicBezTo>
                    <a:pt x="246502" y="1382935"/>
                    <a:pt x="133822" y="1389698"/>
                    <a:pt x="60098" y="1324451"/>
                  </a:cubicBezTo>
                  <a:cubicBezTo>
                    <a:pt x="-13625" y="1259110"/>
                    <a:pt x="-20483" y="1146429"/>
                    <a:pt x="44858" y="1072706"/>
                  </a:cubicBezTo>
                  <a:cubicBezTo>
                    <a:pt x="648743" y="390906"/>
                    <a:pt x="1517042" y="0"/>
                    <a:pt x="2427061" y="0"/>
                  </a:cubicBezTo>
                  <a:cubicBezTo>
                    <a:pt x="3404612" y="0"/>
                    <a:pt x="4313868" y="439865"/>
                    <a:pt x="4921849" y="1206818"/>
                  </a:cubicBezTo>
                  <a:cubicBezTo>
                    <a:pt x="4982999" y="1283970"/>
                    <a:pt x="4970046" y="1396175"/>
                    <a:pt x="4892798" y="1457420"/>
                  </a:cubicBezTo>
                  <a:cubicBezTo>
                    <a:pt x="4860032" y="1483424"/>
                    <a:pt x="4820979" y="1495997"/>
                    <a:pt x="4782117" y="14959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07383CD8-410E-0EF3-CC99-670833D7CE15}"/>
                </a:ext>
              </a:extLst>
            </p:cNvPr>
            <p:cNvSpPr/>
            <p:nvPr/>
          </p:nvSpPr>
          <p:spPr>
            <a:xfrm>
              <a:off x="3749206" y="5390945"/>
              <a:ext cx="546290" cy="567406"/>
            </a:xfrm>
            <a:custGeom>
              <a:avLst/>
              <a:gdLst>
                <a:gd name="connsiteX0" fmla="*/ 100703 w 546290"/>
                <a:gd name="connsiteY0" fmla="*/ 485502 h 567405"/>
                <a:gd name="connsiteX1" fmla="*/ 881 w 546290"/>
                <a:gd name="connsiteY1" fmla="*/ 299193 h 567405"/>
                <a:gd name="connsiteX2" fmla="*/ 74890 w 546290"/>
                <a:gd name="connsiteY2" fmla="*/ 100501 h 567405"/>
                <a:gd name="connsiteX3" fmla="*/ 260342 w 546290"/>
                <a:gd name="connsiteY3" fmla="*/ 489 h 567405"/>
                <a:gd name="connsiteX4" fmla="*/ 450651 w 546290"/>
                <a:gd name="connsiteY4" fmla="*/ 72402 h 567405"/>
                <a:gd name="connsiteX5" fmla="*/ 545711 w 546290"/>
                <a:gd name="connsiteY5" fmla="*/ 252520 h 567405"/>
                <a:gd name="connsiteX6" fmla="*/ 478083 w 546290"/>
                <a:gd name="connsiteY6" fmla="*/ 437972 h 567405"/>
                <a:gd name="connsiteX7" fmla="*/ 373784 w 546290"/>
                <a:gd name="connsiteY7" fmla="*/ 505408 h 567405"/>
                <a:gd name="connsiteX8" fmla="*/ 278725 w 546290"/>
                <a:gd name="connsiteY8" fmla="*/ 476929 h 567405"/>
                <a:gd name="connsiteX9" fmla="*/ 250721 w 546290"/>
                <a:gd name="connsiteY9" fmla="*/ 393966 h 567405"/>
                <a:gd name="connsiteX10" fmla="*/ 159091 w 546290"/>
                <a:gd name="connsiteY10" fmla="*/ 370439 h 567405"/>
                <a:gd name="connsiteX11" fmla="*/ 122229 w 546290"/>
                <a:gd name="connsiteY11" fmla="*/ 290810 h 567405"/>
                <a:gd name="connsiteX12" fmla="*/ 175188 w 546290"/>
                <a:gd name="connsiteY12" fmla="*/ 181464 h 567405"/>
                <a:gd name="connsiteX13" fmla="*/ 338542 w 546290"/>
                <a:gd name="connsiteY13" fmla="*/ 128219 h 567405"/>
                <a:gd name="connsiteX14" fmla="*/ 375308 w 546290"/>
                <a:gd name="connsiteY14" fmla="*/ 150888 h 567405"/>
                <a:gd name="connsiteX15" fmla="*/ 432268 w 546290"/>
                <a:gd name="connsiteY15" fmla="*/ 236994 h 567405"/>
                <a:gd name="connsiteX16" fmla="*/ 436078 w 546290"/>
                <a:gd name="connsiteY16" fmla="*/ 250805 h 567405"/>
                <a:gd name="connsiteX17" fmla="*/ 423981 w 546290"/>
                <a:gd name="connsiteY17" fmla="*/ 278618 h 567405"/>
                <a:gd name="connsiteX18" fmla="*/ 327683 w 546290"/>
                <a:gd name="connsiteY18" fmla="*/ 386823 h 567405"/>
                <a:gd name="connsiteX19" fmla="*/ 331970 w 546290"/>
                <a:gd name="connsiteY19" fmla="*/ 438448 h 567405"/>
                <a:gd name="connsiteX20" fmla="*/ 378737 w 546290"/>
                <a:gd name="connsiteY20" fmla="*/ 444544 h 567405"/>
                <a:gd name="connsiteX21" fmla="*/ 436268 w 546290"/>
                <a:gd name="connsiteY21" fmla="*/ 400729 h 567405"/>
                <a:gd name="connsiteX22" fmla="*/ 491609 w 546290"/>
                <a:gd name="connsiteY22" fmla="*/ 253091 h 567405"/>
                <a:gd name="connsiteX23" fmla="*/ 416266 w 546290"/>
                <a:gd name="connsiteY23" fmla="*/ 110502 h 567405"/>
                <a:gd name="connsiteX24" fmla="*/ 264914 w 546290"/>
                <a:gd name="connsiteY24" fmla="*/ 53352 h 567405"/>
                <a:gd name="connsiteX25" fmla="*/ 117848 w 546290"/>
                <a:gd name="connsiteY25" fmla="*/ 132695 h 567405"/>
                <a:gd name="connsiteX26" fmla="*/ 56888 w 546290"/>
                <a:gd name="connsiteY26" fmla="*/ 293287 h 567405"/>
                <a:gd name="connsiteX27" fmla="*/ 136612 w 546290"/>
                <a:gd name="connsiteY27" fmla="*/ 446259 h 567405"/>
                <a:gd name="connsiteX28" fmla="*/ 256341 w 546290"/>
                <a:gd name="connsiteY28" fmla="*/ 518172 h 567405"/>
                <a:gd name="connsiteX29" fmla="*/ 269962 w 546290"/>
                <a:gd name="connsiteY29" fmla="*/ 526364 h 567405"/>
                <a:gd name="connsiteX30" fmla="*/ 274153 w 546290"/>
                <a:gd name="connsiteY30" fmla="*/ 540270 h 567405"/>
                <a:gd name="connsiteX31" fmla="*/ 264247 w 546290"/>
                <a:gd name="connsiteY31" fmla="*/ 560177 h 567405"/>
                <a:gd name="connsiteX32" fmla="*/ 238529 w 546290"/>
                <a:gd name="connsiteY32" fmla="*/ 566083 h 567405"/>
                <a:gd name="connsiteX33" fmla="*/ 100798 w 546290"/>
                <a:gd name="connsiteY33" fmla="*/ 485406 h 567405"/>
                <a:gd name="connsiteX34" fmla="*/ 332922 w 546290"/>
                <a:gd name="connsiteY34" fmla="*/ 203752 h 567405"/>
                <a:gd name="connsiteX35" fmla="*/ 287107 w 546290"/>
                <a:gd name="connsiteY35" fmla="*/ 188512 h 567405"/>
                <a:gd name="connsiteX36" fmla="*/ 230433 w 546290"/>
                <a:gd name="connsiteY36" fmla="*/ 225374 h 567405"/>
                <a:gd name="connsiteX37" fmla="*/ 196715 w 546290"/>
                <a:gd name="connsiteY37" fmla="*/ 285095 h 567405"/>
                <a:gd name="connsiteX38" fmla="*/ 209859 w 546290"/>
                <a:gd name="connsiteY38" fmla="*/ 324624 h 567405"/>
                <a:gd name="connsiteX39" fmla="*/ 278249 w 546290"/>
                <a:gd name="connsiteY39" fmla="*/ 339674 h 567405"/>
                <a:gd name="connsiteX40" fmla="*/ 362259 w 546290"/>
                <a:gd name="connsiteY40" fmla="*/ 245281 h 567405"/>
                <a:gd name="connsiteX41" fmla="*/ 333017 w 546290"/>
                <a:gd name="connsiteY41" fmla="*/ 203656 h 567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46290" h="567405">
                  <a:moveTo>
                    <a:pt x="100703" y="485502"/>
                  </a:moveTo>
                  <a:cubicBezTo>
                    <a:pt x="40124" y="431590"/>
                    <a:pt x="6881" y="369582"/>
                    <a:pt x="881" y="299193"/>
                  </a:cubicBezTo>
                  <a:cubicBezTo>
                    <a:pt x="-5120" y="228898"/>
                    <a:pt x="19550" y="162699"/>
                    <a:pt x="74890" y="100501"/>
                  </a:cubicBezTo>
                  <a:cubicBezTo>
                    <a:pt x="130421" y="38112"/>
                    <a:pt x="192238" y="4774"/>
                    <a:pt x="260342" y="489"/>
                  </a:cubicBezTo>
                  <a:cubicBezTo>
                    <a:pt x="328541" y="-3798"/>
                    <a:pt x="391977" y="20110"/>
                    <a:pt x="450651" y="72402"/>
                  </a:cubicBezTo>
                  <a:cubicBezTo>
                    <a:pt x="509420" y="124694"/>
                    <a:pt x="541043" y="184702"/>
                    <a:pt x="545711" y="252520"/>
                  </a:cubicBezTo>
                  <a:cubicBezTo>
                    <a:pt x="550283" y="320338"/>
                    <a:pt x="527804" y="382155"/>
                    <a:pt x="478083" y="437972"/>
                  </a:cubicBezTo>
                  <a:cubicBezTo>
                    <a:pt x="443603" y="476739"/>
                    <a:pt x="408836" y="499218"/>
                    <a:pt x="373784" y="505408"/>
                  </a:cubicBezTo>
                  <a:cubicBezTo>
                    <a:pt x="338732" y="511600"/>
                    <a:pt x="307014" y="502075"/>
                    <a:pt x="278725" y="476929"/>
                  </a:cubicBezTo>
                  <a:cubicBezTo>
                    <a:pt x="250436" y="451783"/>
                    <a:pt x="241101" y="424160"/>
                    <a:pt x="250721" y="393966"/>
                  </a:cubicBezTo>
                  <a:cubicBezTo>
                    <a:pt x="213193" y="399205"/>
                    <a:pt x="182618" y="391394"/>
                    <a:pt x="159091" y="370439"/>
                  </a:cubicBezTo>
                  <a:cubicBezTo>
                    <a:pt x="135564" y="349484"/>
                    <a:pt x="123182" y="322910"/>
                    <a:pt x="122229" y="290810"/>
                  </a:cubicBezTo>
                  <a:cubicBezTo>
                    <a:pt x="121562" y="258330"/>
                    <a:pt x="139184" y="221945"/>
                    <a:pt x="175188" y="181464"/>
                  </a:cubicBezTo>
                  <a:cubicBezTo>
                    <a:pt x="227957" y="122123"/>
                    <a:pt x="282344" y="104406"/>
                    <a:pt x="338542" y="128219"/>
                  </a:cubicBezTo>
                  <a:cubicBezTo>
                    <a:pt x="351972" y="133839"/>
                    <a:pt x="364259" y="141459"/>
                    <a:pt x="375308" y="150888"/>
                  </a:cubicBezTo>
                  <a:cubicBezTo>
                    <a:pt x="401597" y="174225"/>
                    <a:pt x="420552" y="202990"/>
                    <a:pt x="432268" y="236994"/>
                  </a:cubicBezTo>
                  <a:cubicBezTo>
                    <a:pt x="434363" y="242995"/>
                    <a:pt x="435602" y="247662"/>
                    <a:pt x="436078" y="250805"/>
                  </a:cubicBezTo>
                  <a:cubicBezTo>
                    <a:pt x="437126" y="259092"/>
                    <a:pt x="433125" y="268332"/>
                    <a:pt x="423981" y="278618"/>
                  </a:cubicBezTo>
                  <a:lnTo>
                    <a:pt x="327683" y="386823"/>
                  </a:lnTo>
                  <a:cubicBezTo>
                    <a:pt x="311872" y="404634"/>
                    <a:pt x="313301" y="421779"/>
                    <a:pt x="331970" y="438448"/>
                  </a:cubicBezTo>
                  <a:cubicBezTo>
                    <a:pt x="344447" y="449592"/>
                    <a:pt x="360068" y="451593"/>
                    <a:pt x="378737" y="444544"/>
                  </a:cubicBezTo>
                  <a:cubicBezTo>
                    <a:pt x="397406" y="437495"/>
                    <a:pt x="416552" y="422827"/>
                    <a:pt x="436268" y="400729"/>
                  </a:cubicBezTo>
                  <a:cubicBezTo>
                    <a:pt x="476559" y="355390"/>
                    <a:pt x="495038" y="306146"/>
                    <a:pt x="491609" y="253091"/>
                  </a:cubicBezTo>
                  <a:cubicBezTo>
                    <a:pt x="488180" y="200037"/>
                    <a:pt x="463034" y="152507"/>
                    <a:pt x="416266" y="110502"/>
                  </a:cubicBezTo>
                  <a:cubicBezTo>
                    <a:pt x="369498" y="68878"/>
                    <a:pt x="319016" y="49828"/>
                    <a:pt x="264914" y="53352"/>
                  </a:cubicBezTo>
                  <a:cubicBezTo>
                    <a:pt x="210907" y="56686"/>
                    <a:pt x="161948" y="83166"/>
                    <a:pt x="117848" y="132695"/>
                  </a:cubicBezTo>
                  <a:cubicBezTo>
                    <a:pt x="73747" y="182225"/>
                    <a:pt x="53363" y="235756"/>
                    <a:pt x="56888" y="293287"/>
                  </a:cubicBezTo>
                  <a:cubicBezTo>
                    <a:pt x="60317" y="350723"/>
                    <a:pt x="86891" y="401776"/>
                    <a:pt x="136612" y="446259"/>
                  </a:cubicBezTo>
                  <a:cubicBezTo>
                    <a:pt x="174331" y="480168"/>
                    <a:pt x="214241" y="504170"/>
                    <a:pt x="256341" y="518172"/>
                  </a:cubicBezTo>
                  <a:cubicBezTo>
                    <a:pt x="262151" y="520744"/>
                    <a:pt x="266723" y="523506"/>
                    <a:pt x="269962" y="526364"/>
                  </a:cubicBezTo>
                  <a:cubicBezTo>
                    <a:pt x="273200" y="529221"/>
                    <a:pt x="274629" y="533889"/>
                    <a:pt x="274153" y="540270"/>
                  </a:cubicBezTo>
                  <a:cubicBezTo>
                    <a:pt x="273677" y="546652"/>
                    <a:pt x="270343" y="553319"/>
                    <a:pt x="264247" y="560177"/>
                  </a:cubicBezTo>
                  <a:cubicBezTo>
                    <a:pt x="258151" y="567036"/>
                    <a:pt x="249578" y="569035"/>
                    <a:pt x="238529" y="566083"/>
                  </a:cubicBezTo>
                  <a:cubicBezTo>
                    <a:pt x="190523" y="551319"/>
                    <a:pt x="144613" y="524458"/>
                    <a:pt x="100798" y="485406"/>
                  </a:cubicBezTo>
                  <a:moveTo>
                    <a:pt x="332922" y="203752"/>
                  </a:moveTo>
                  <a:cubicBezTo>
                    <a:pt x="319682" y="191941"/>
                    <a:pt x="304442" y="186892"/>
                    <a:pt x="287107" y="188512"/>
                  </a:cubicBezTo>
                  <a:cubicBezTo>
                    <a:pt x="269962" y="189940"/>
                    <a:pt x="251007" y="202228"/>
                    <a:pt x="230433" y="225374"/>
                  </a:cubicBezTo>
                  <a:cubicBezTo>
                    <a:pt x="209764" y="248615"/>
                    <a:pt x="198524" y="268522"/>
                    <a:pt x="196715" y="285095"/>
                  </a:cubicBezTo>
                  <a:cubicBezTo>
                    <a:pt x="194905" y="301764"/>
                    <a:pt x="199286" y="314908"/>
                    <a:pt x="209859" y="324624"/>
                  </a:cubicBezTo>
                  <a:cubicBezTo>
                    <a:pt x="227766" y="340245"/>
                    <a:pt x="250626" y="345293"/>
                    <a:pt x="278249" y="339674"/>
                  </a:cubicBezTo>
                  <a:lnTo>
                    <a:pt x="362259" y="245281"/>
                  </a:lnTo>
                  <a:cubicBezTo>
                    <a:pt x="355973" y="229374"/>
                    <a:pt x="346257" y="215467"/>
                    <a:pt x="333017" y="20365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34B60C4D-134C-621D-2601-3D402BBE309A}"/>
                </a:ext>
              </a:extLst>
            </p:cNvPr>
            <p:cNvSpPr/>
            <p:nvPr/>
          </p:nvSpPr>
          <p:spPr>
            <a:xfrm>
              <a:off x="4362046" y="5781044"/>
              <a:ext cx="399279" cy="467402"/>
            </a:xfrm>
            <a:custGeom>
              <a:avLst/>
              <a:gdLst>
                <a:gd name="connsiteX0" fmla="*/ 311680 w 399278"/>
                <a:gd name="connsiteY0" fmla="*/ 47967 h 467401"/>
                <a:gd name="connsiteX1" fmla="*/ 392166 w 399278"/>
                <a:gd name="connsiteY1" fmla="*/ 122548 h 467401"/>
                <a:gd name="connsiteX2" fmla="*/ 379879 w 399278"/>
                <a:gd name="connsiteY2" fmla="*/ 217227 h 467401"/>
                <a:gd name="connsiteX3" fmla="*/ 274342 w 399278"/>
                <a:gd name="connsiteY3" fmla="*/ 274186 h 467401"/>
                <a:gd name="connsiteX4" fmla="*/ 289011 w 399278"/>
                <a:gd name="connsiteY4" fmla="*/ 402773 h 467401"/>
                <a:gd name="connsiteX5" fmla="*/ 209953 w 399278"/>
                <a:gd name="connsiteY5" fmla="*/ 466401 h 467401"/>
                <a:gd name="connsiteX6" fmla="*/ 97177 w 399278"/>
                <a:gd name="connsiteY6" fmla="*/ 436397 h 467401"/>
                <a:gd name="connsiteX7" fmla="*/ 19453 w 399278"/>
                <a:gd name="connsiteY7" fmla="*/ 392963 h 467401"/>
                <a:gd name="connsiteX8" fmla="*/ 2117 w 399278"/>
                <a:gd name="connsiteY8" fmla="*/ 374770 h 467401"/>
                <a:gd name="connsiteX9" fmla="*/ 3546 w 399278"/>
                <a:gd name="connsiteY9" fmla="*/ 352196 h 467401"/>
                <a:gd name="connsiteX10" fmla="*/ 192617 w 399278"/>
                <a:gd name="connsiteY10" fmla="*/ 13677 h 467401"/>
                <a:gd name="connsiteX11" fmla="*/ 211286 w 399278"/>
                <a:gd name="connsiteY11" fmla="*/ 342 h 467401"/>
                <a:gd name="connsiteX12" fmla="*/ 235956 w 399278"/>
                <a:gd name="connsiteY12" fmla="*/ 5581 h 467401"/>
                <a:gd name="connsiteX13" fmla="*/ 311680 w 399278"/>
                <a:gd name="connsiteY13" fmla="*/ 47872 h 467401"/>
                <a:gd name="connsiteX14" fmla="*/ 143373 w 399278"/>
                <a:gd name="connsiteY14" fmla="*/ 242087 h 467401"/>
                <a:gd name="connsiteX15" fmla="*/ 80603 w 399278"/>
                <a:gd name="connsiteY15" fmla="*/ 354482 h 467401"/>
                <a:gd name="connsiteX16" fmla="*/ 130038 w 399278"/>
                <a:gd name="connsiteY16" fmla="*/ 382104 h 467401"/>
                <a:gd name="connsiteX17" fmla="*/ 190046 w 399278"/>
                <a:gd name="connsiteY17" fmla="*/ 398964 h 467401"/>
                <a:gd name="connsiteX18" fmla="*/ 231479 w 399278"/>
                <a:gd name="connsiteY18" fmla="*/ 365435 h 467401"/>
                <a:gd name="connsiteX19" fmla="*/ 239385 w 399278"/>
                <a:gd name="connsiteY19" fmla="*/ 313143 h 467401"/>
                <a:gd name="connsiteX20" fmla="*/ 192236 w 399278"/>
                <a:gd name="connsiteY20" fmla="*/ 269423 h 467401"/>
                <a:gd name="connsiteX21" fmla="*/ 143373 w 399278"/>
                <a:gd name="connsiteY21" fmla="*/ 242087 h 467401"/>
                <a:gd name="connsiteX22" fmla="*/ 235099 w 399278"/>
                <a:gd name="connsiteY22" fmla="*/ 77780 h 467401"/>
                <a:gd name="connsiteX23" fmla="*/ 174330 w 399278"/>
                <a:gd name="connsiteY23" fmla="*/ 186652 h 467401"/>
                <a:gd name="connsiteX24" fmla="*/ 222716 w 399278"/>
                <a:gd name="connsiteY24" fmla="*/ 213702 h 467401"/>
                <a:gd name="connsiteX25" fmla="*/ 276342 w 399278"/>
                <a:gd name="connsiteY25" fmla="*/ 224275 h 467401"/>
                <a:gd name="connsiteX26" fmla="*/ 316538 w 399278"/>
                <a:gd name="connsiteY26" fmla="*/ 190461 h 467401"/>
                <a:gd name="connsiteX27" fmla="*/ 323872 w 399278"/>
                <a:gd name="connsiteY27" fmla="*/ 142455 h 467401"/>
                <a:gd name="connsiteX28" fmla="*/ 281676 w 399278"/>
                <a:gd name="connsiteY28" fmla="*/ 103784 h 467401"/>
                <a:gd name="connsiteX29" fmla="*/ 235194 w 399278"/>
                <a:gd name="connsiteY29" fmla="*/ 77780 h 467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9278" h="467401">
                  <a:moveTo>
                    <a:pt x="311680" y="47967"/>
                  </a:moveTo>
                  <a:cubicBezTo>
                    <a:pt x="352733" y="70923"/>
                    <a:pt x="379593" y="95783"/>
                    <a:pt x="392166" y="122548"/>
                  </a:cubicBezTo>
                  <a:cubicBezTo>
                    <a:pt x="404739" y="149409"/>
                    <a:pt x="400644" y="180936"/>
                    <a:pt x="379879" y="217227"/>
                  </a:cubicBezTo>
                  <a:cubicBezTo>
                    <a:pt x="356733" y="258755"/>
                    <a:pt x="321491" y="277711"/>
                    <a:pt x="274342" y="274186"/>
                  </a:cubicBezTo>
                  <a:cubicBezTo>
                    <a:pt x="312918" y="308285"/>
                    <a:pt x="317871" y="351243"/>
                    <a:pt x="289011" y="402773"/>
                  </a:cubicBezTo>
                  <a:cubicBezTo>
                    <a:pt x="267770" y="440779"/>
                    <a:pt x="241481" y="461924"/>
                    <a:pt x="209953" y="466401"/>
                  </a:cubicBezTo>
                  <a:cubicBezTo>
                    <a:pt x="178520" y="470782"/>
                    <a:pt x="140897" y="460781"/>
                    <a:pt x="97177" y="436397"/>
                  </a:cubicBezTo>
                  <a:lnTo>
                    <a:pt x="19453" y="392963"/>
                  </a:lnTo>
                  <a:cubicBezTo>
                    <a:pt x="11166" y="388296"/>
                    <a:pt x="5356" y="382295"/>
                    <a:pt x="2117" y="374770"/>
                  </a:cubicBezTo>
                  <a:cubicBezTo>
                    <a:pt x="-1121" y="367245"/>
                    <a:pt x="-645" y="359816"/>
                    <a:pt x="3546" y="352196"/>
                  </a:cubicBezTo>
                  <a:lnTo>
                    <a:pt x="192617" y="13677"/>
                  </a:lnTo>
                  <a:cubicBezTo>
                    <a:pt x="196904" y="5962"/>
                    <a:pt x="203190" y="1486"/>
                    <a:pt x="211286" y="342"/>
                  </a:cubicBezTo>
                  <a:cubicBezTo>
                    <a:pt x="219383" y="-801"/>
                    <a:pt x="227574" y="914"/>
                    <a:pt x="235956" y="5581"/>
                  </a:cubicBezTo>
                  <a:lnTo>
                    <a:pt x="311680" y="47872"/>
                  </a:lnTo>
                  <a:close/>
                  <a:moveTo>
                    <a:pt x="143373" y="242087"/>
                  </a:moveTo>
                  <a:lnTo>
                    <a:pt x="80603" y="354482"/>
                  </a:lnTo>
                  <a:lnTo>
                    <a:pt x="130038" y="382104"/>
                  </a:lnTo>
                  <a:cubicBezTo>
                    <a:pt x="153946" y="395439"/>
                    <a:pt x="174044" y="401154"/>
                    <a:pt x="190046" y="398964"/>
                  </a:cubicBezTo>
                  <a:cubicBezTo>
                    <a:pt x="206333" y="396963"/>
                    <a:pt x="220145" y="385724"/>
                    <a:pt x="231479" y="365435"/>
                  </a:cubicBezTo>
                  <a:cubicBezTo>
                    <a:pt x="242719" y="345243"/>
                    <a:pt x="245386" y="327812"/>
                    <a:pt x="239385" y="313143"/>
                  </a:cubicBezTo>
                  <a:cubicBezTo>
                    <a:pt x="233385" y="298475"/>
                    <a:pt x="217668" y="283902"/>
                    <a:pt x="192236" y="269423"/>
                  </a:cubicBezTo>
                  <a:lnTo>
                    <a:pt x="143373" y="242087"/>
                  </a:lnTo>
                  <a:close/>
                  <a:moveTo>
                    <a:pt x="235099" y="77780"/>
                  </a:moveTo>
                  <a:lnTo>
                    <a:pt x="174330" y="186652"/>
                  </a:lnTo>
                  <a:lnTo>
                    <a:pt x="222716" y="213702"/>
                  </a:lnTo>
                  <a:cubicBezTo>
                    <a:pt x="242052" y="224752"/>
                    <a:pt x="259959" y="228276"/>
                    <a:pt x="276342" y="224275"/>
                  </a:cubicBezTo>
                  <a:cubicBezTo>
                    <a:pt x="292725" y="220275"/>
                    <a:pt x="306156" y="209035"/>
                    <a:pt x="316538" y="190461"/>
                  </a:cubicBezTo>
                  <a:cubicBezTo>
                    <a:pt x="326920" y="171887"/>
                    <a:pt x="329301" y="155885"/>
                    <a:pt x="323872" y="142455"/>
                  </a:cubicBezTo>
                  <a:cubicBezTo>
                    <a:pt x="318062" y="129120"/>
                    <a:pt x="303965" y="116262"/>
                    <a:pt x="281676" y="103784"/>
                  </a:cubicBezTo>
                  <a:lnTo>
                    <a:pt x="235194" y="777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8D70896B-17F4-7CD1-FDE5-D0716C43FDDB}"/>
                </a:ext>
              </a:extLst>
            </p:cNvPr>
            <p:cNvSpPr/>
            <p:nvPr/>
          </p:nvSpPr>
          <p:spPr>
            <a:xfrm>
              <a:off x="4761393" y="5957067"/>
              <a:ext cx="452210" cy="522721"/>
            </a:xfrm>
            <a:custGeom>
              <a:avLst/>
              <a:gdLst>
                <a:gd name="connsiteX0" fmla="*/ 2344 w 452211"/>
                <a:gd name="connsiteY0" fmla="*/ 389440 h 522723"/>
                <a:gd name="connsiteX1" fmla="*/ 140551 w 452211"/>
                <a:gd name="connsiteY1" fmla="*/ 17679 h 522723"/>
                <a:gd name="connsiteX2" fmla="*/ 183604 w 452211"/>
                <a:gd name="connsiteY2" fmla="*/ 3963 h 522723"/>
                <a:gd name="connsiteX3" fmla="*/ 212846 w 452211"/>
                <a:gd name="connsiteY3" fmla="*/ 28347 h 522723"/>
                <a:gd name="connsiteX4" fmla="*/ 216561 w 452211"/>
                <a:gd name="connsiteY4" fmla="*/ 45873 h 522723"/>
                <a:gd name="connsiteX5" fmla="*/ 283712 w 452211"/>
                <a:gd name="connsiteY5" fmla="*/ 384487 h 522723"/>
                <a:gd name="connsiteX6" fmla="*/ 386106 w 452211"/>
                <a:gd name="connsiteY6" fmla="*/ 109024 h 522723"/>
                <a:gd name="connsiteX7" fmla="*/ 402298 w 452211"/>
                <a:gd name="connsiteY7" fmla="*/ 92546 h 522723"/>
                <a:gd name="connsiteX8" fmla="*/ 427730 w 452211"/>
                <a:gd name="connsiteY8" fmla="*/ 94736 h 522723"/>
                <a:gd name="connsiteX9" fmla="*/ 448590 w 452211"/>
                <a:gd name="connsiteY9" fmla="*/ 110071 h 522723"/>
                <a:gd name="connsiteX10" fmla="*/ 450209 w 452211"/>
                <a:gd name="connsiteY10" fmla="*/ 132836 h 522723"/>
                <a:gd name="connsiteX11" fmla="*/ 312001 w 452211"/>
                <a:gd name="connsiteY11" fmla="*/ 504693 h 522723"/>
                <a:gd name="connsiteX12" fmla="*/ 271044 w 452211"/>
                <a:gd name="connsiteY12" fmla="*/ 519170 h 522723"/>
                <a:gd name="connsiteX13" fmla="*/ 249517 w 452211"/>
                <a:gd name="connsiteY13" fmla="*/ 505835 h 522723"/>
                <a:gd name="connsiteX14" fmla="*/ 239611 w 452211"/>
                <a:gd name="connsiteY14" fmla="*/ 491548 h 522723"/>
                <a:gd name="connsiteX15" fmla="*/ 235135 w 452211"/>
                <a:gd name="connsiteY15" fmla="*/ 473355 h 522723"/>
                <a:gd name="connsiteX16" fmla="*/ 168555 w 452211"/>
                <a:gd name="connsiteY16" fmla="*/ 138361 h 522723"/>
                <a:gd name="connsiteX17" fmla="*/ 66352 w 452211"/>
                <a:gd name="connsiteY17" fmla="*/ 413348 h 522723"/>
                <a:gd name="connsiteX18" fmla="*/ 50445 w 452211"/>
                <a:gd name="connsiteY18" fmla="*/ 429921 h 522723"/>
                <a:gd name="connsiteX19" fmla="*/ 24727 w 452211"/>
                <a:gd name="connsiteY19" fmla="*/ 427635 h 522723"/>
                <a:gd name="connsiteX20" fmla="*/ 2248 w 452211"/>
                <a:gd name="connsiteY20" fmla="*/ 389535 h 52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52211" h="522723">
                  <a:moveTo>
                    <a:pt x="2344" y="389440"/>
                  </a:moveTo>
                  <a:lnTo>
                    <a:pt x="140551" y="17679"/>
                  </a:lnTo>
                  <a:cubicBezTo>
                    <a:pt x="147028" y="248"/>
                    <a:pt x="161411" y="-4229"/>
                    <a:pt x="183604" y="3963"/>
                  </a:cubicBezTo>
                  <a:cubicBezTo>
                    <a:pt x="200273" y="10154"/>
                    <a:pt x="209989" y="18346"/>
                    <a:pt x="212846" y="28347"/>
                  </a:cubicBezTo>
                  <a:cubicBezTo>
                    <a:pt x="213989" y="31871"/>
                    <a:pt x="215227" y="37681"/>
                    <a:pt x="216561" y="45873"/>
                  </a:cubicBezTo>
                  <a:lnTo>
                    <a:pt x="283712" y="384487"/>
                  </a:lnTo>
                  <a:lnTo>
                    <a:pt x="386106" y="109024"/>
                  </a:lnTo>
                  <a:cubicBezTo>
                    <a:pt x="389440" y="100165"/>
                    <a:pt x="394774" y="94641"/>
                    <a:pt x="402298" y="92546"/>
                  </a:cubicBezTo>
                  <a:cubicBezTo>
                    <a:pt x="409823" y="90545"/>
                    <a:pt x="418205" y="91212"/>
                    <a:pt x="427730" y="94736"/>
                  </a:cubicBezTo>
                  <a:cubicBezTo>
                    <a:pt x="437160" y="98260"/>
                    <a:pt x="444113" y="103404"/>
                    <a:pt x="448590" y="110071"/>
                  </a:cubicBezTo>
                  <a:cubicBezTo>
                    <a:pt x="452781" y="116739"/>
                    <a:pt x="453352" y="124264"/>
                    <a:pt x="450209" y="132836"/>
                  </a:cubicBezTo>
                  <a:lnTo>
                    <a:pt x="312001" y="504693"/>
                  </a:lnTo>
                  <a:cubicBezTo>
                    <a:pt x="305524" y="522028"/>
                    <a:pt x="291904" y="526885"/>
                    <a:pt x="271044" y="519170"/>
                  </a:cubicBezTo>
                  <a:cubicBezTo>
                    <a:pt x="261900" y="515741"/>
                    <a:pt x="254756" y="511360"/>
                    <a:pt x="249517" y="505835"/>
                  </a:cubicBezTo>
                  <a:cubicBezTo>
                    <a:pt x="244279" y="500406"/>
                    <a:pt x="240945" y="495644"/>
                    <a:pt x="239611" y="491548"/>
                  </a:cubicBezTo>
                  <a:cubicBezTo>
                    <a:pt x="238278" y="487547"/>
                    <a:pt x="236754" y="481452"/>
                    <a:pt x="235135" y="473355"/>
                  </a:cubicBezTo>
                  <a:lnTo>
                    <a:pt x="168555" y="138361"/>
                  </a:lnTo>
                  <a:lnTo>
                    <a:pt x="66352" y="413348"/>
                  </a:lnTo>
                  <a:cubicBezTo>
                    <a:pt x="63304" y="422110"/>
                    <a:pt x="58065" y="427635"/>
                    <a:pt x="50445" y="429921"/>
                  </a:cubicBezTo>
                  <a:cubicBezTo>
                    <a:pt x="42920" y="432207"/>
                    <a:pt x="34348" y="431445"/>
                    <a:pt x="24727" y="427635"/>
                  </a:cubicBezTo>
                  <a:cubicBezTo>
                    <a:pt x="3296" y="419634"/>
                    <a:pt x="-4229" y="406966"/>
                    <a:pt x="2248" y="3895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3FB4892A-B9D2-C38A-176E-B8BB3BA2CAE4}"/>
                </a:ext>
              </a:extLst>
            </p:cNvPr>
            <p:cNvSpPr/>
            <p:nvPr/>
          </p:nvSpPr>
          <p:spPr>
            <a:xfrm>
              <a:off x="5261998" y="6106779"/>
              <a:ext cx="330190" cy="441242"/>
            </a:xfrm>
            <a:custGeom>
              <a:avLst/>
              <a:gdLst>
                <a:gd name="connsiteX0" fmla="*/ 79905 w 330188"/>
                <a:gd name="connsiteY0" fmla="*/ 21794 h 441242"/>
                <a:gd name="connsiteX1" fmla="*/ 93525 w 330188"/>
                <a:gd name="connsiteY1" fmla="*/ 3126 h 441242"/>
                <a:gd name="connsiteX2" fmla="*/ 119148 w 330188"/>
                <a:gd name="connsiteY2" fmla="*/ 1125 h 441242"/>
                <a:gd name="connsiteX3" fmla="*/ 202015 w 330188"/>
                <a:gd name="connsiteY3" fmla="*/ 18270 h 441242"/>
                <a:gd name="connsiteX4" fmla="*/ 312029 w 330188"/>
                <a:gd name="connsiteY4" fmla="*/ 73134 h 441242"/>
                <a:gd name="connsiteX5" fmla="*/ 324411 w 330188"/>
                <a:gd name="connsiteY5" fmla="*/ 189149 h 441242"/>
                <a:gd name="connsiteX6" fmla="*/ 260022 w 330188"/>
                <a:gd name="connsiteY6" fmla="*/ 293733 h 441242"/>
                <a:gd name="connsiteX7" fmla="*/ 142198 w 330188"/>
                <a:gd name="connsiteY7" fmla="*/ 306401 h 441242"/>
                <a:gd name="connsiteX8" fmla="*/ 93144 w 330188"/>
                <a:gd name="connsiteY8" fmla="*/ 296305 h 441242"/>
                <a:gd name="connsiteX9" fmla="*/ 67522 w 330188"/>
                <a:gd name="connsiteY9" fmla="*/ 420416 h 441242"/>
                <a:gd name="connsiteX10" fmla="*/ 53997 w 330188"/>
                <a:gd name="connsiteY10" fmla="*/ 438513 h 441242"/>
                <a:gd name="connsiteX11" fmla="*/ 28755 w 330188"/>
                <a:gd name="connsiteY11" fmla="*/ 440037 h 441242"/>
                <a:gd name="connsiteX12" fmla="*/ 5895 w 330188"/>
                <a:gd name="connsiteY12" fmla="*/ 428417 h 441242"/>
                <a:gd name="connsiteX13" fmla="*/ 752 w 330188"/>
                <a:gd name="connsiteY13" fmla="*/ 405842 h 441242"/>
                <a:gd name="connsiteX14" fmla="*/ 79905 w 330188"/>
                <a:gd name="connsiteY14" fmla="*/ 21890 h 441242"/>
                <a:gd name="connsiteX15" fmla="*/ 139722 w 330188"/>
                <a:gd name="connsiteY15" fmla="*/ 70182 h 441242"/>
                <a:gd name="connsiteX16" fmla="*/ 106384 w 330188"/>
                <a:gd name="connsiteY16" fmla="*/ 231726 h 441242"/>
                <a:gd name="connsiteX17" fmla="*/ 149151 w 330188"/>
                <a:gd name="connsiteY17" fmla="*/ 244965 h 441242"/>
                <a:gd name="connsiteX18" fmla="*/ 219922 w 330188"/>
                <a:gd name="connsiteY18" fmla="*/ 240298 h 441242"/>
                <a:gd name="connsiteX19" fmla="*/ 256308 w 330188"/>
                <a:gd name="connsiteY19" fmla="*/ 180195 h 441242"/>
                <a:gd name="connsiteX20" fmla="*/ 250116 w 330188"/>
                <a:gd name="connsiteY20" fmla="*/ 111901 h 441242"/>
                <a:gd name="connsiteX21" fmla="*/ 189347 w 330188"/>
                <a:gd name="connsiteY21" fmla="*/ 80373 h 441242"/>
                <a:gd name="connsiteX22" fmla="*/ 139626 w 330188"/>
                <a:gd name="connsiteY22" fmla="*/ 70086 h 441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0188" h="441242">
                  <a:moveTo>
                    <a:pt x="79905" y="21794"/>
                  </a:moveTo>
                  <a:cubicBezTo>
                    <a:pt x="81810" y="12651"/>
                    <a:pt x="86286" y="6459"/>
                    <a:pt x="93525" y="3126"/>
                  </a:cubicBezTo>
                  <a:cubicBezTo>
                    <a:pt x="100764" y="-208"/>
                    <a:pt x="109242" y="-875"/>
                    <a:pt x="119148" y="1125"/>
                  </a:cubicBezTo>
                  <a:lnTo>
                    <a:pt x="202015" y="18270"/>
                  </a:lnTo>
                  <a:cubicBezTo>
                    <a:pt x="256403" y="29510"/>
                    <a:pt x="293074" y="47798"/>
                    <a:pt x="312029" y="73134"/>
                  </a:cubicBezTo>
                  <a:cubicBezTo>
                    <a:pt x="330984" y="98470"/>
                    <a:pt x="335079" y="137237"/>
                    <a:pt x="324411" y="189149"/>
                  </a:cubicBezTo>
                  <a:cubicBezTo>
                    <a:pt x="313743" y="240869"/>
                    <a:pt x="292312" y="275731"/>
                    <a:pt x="260022" y="293733"/>
                  </a:cubicBezTo>
                  <a:cubicBezTo>
                    <a:pt x="227733" y="311735"/>
                    <a:pt x="188585" y="315926"/>
                    <a:pt x="142198" y="306401"/>
                  </a:cubicBezTo>
                  <a:cubicBezTo>
                    <a:pt x="122767" y="302401"/>
                    <a:pt x="106384" y="299068"/>
                    <a:pt x="93144" y="296305"/>
                  </a:cubicBezTo>
                  <a:lnTo>
                    <a:pt x="67522" y="420416"/>
                  </a:lnTo>
                  <a:cubicBezTo>
                    <a:pt x="65522" y="429179"/>
                    <a:pt x="61045" y="435275"/>
                    <a:pt x="53997" y="438513"/>
                  </a:cubicBezTo>
                  <a:cubicBezTo>
                    <a:pt x="47043" y="441561"/>
                    <a:pt x="38661" y="442037"/>
                    <a:pt x="28755" y="440037"/>
                  </a:cubicBezTo>
                  <a:cubicBezTo>
                    <a:pt x="18849" y="437942"/>
                    <a:pt x="11229" y="434132"/>
                    <a:pt x="5895" y="428417"/>
                  </a:cubicBezTo>
                  <a:cubicBezTo>
                    <a:pt x="561" y="422607"/>
                    <a:pt x="-1153" y="415177"/>
                    <a:pt x="752" y="405842"/>
                  </a:cubicBezTo>
                  <a:lnTo>
                    <a:pt x="79905" y="21890"/>
                  </a:lnTo>
                  <a:close/>
                  <a:moveTo>
                    <a:pt x="139722" y="70182"/>
                  </a:moveTo>
                  <a:lnTo>
                    <a:pt x="106384" y="231726"/>
                  </a:lnTo>
                  <a:cubicBezTo>
                    <a:pt x="120386" y="237536"/>
                    <a:pt x="134578" y="242012"/>
                    <a:pt x="149151" y="244965"/>
                  </a:cubicBezTo>
                  <a:cubicBezTo>
                    <a:pt x="178393" y="250966"/>
                    <a:pt x="202015" y="249442"/>
                    <a:pt x="219922" y="240298"/>
                  </a:cubicBezTo>
                  <a:cubicBezTo>
                    <a:pt x="237829" y="231154"/>
                    <a:pt x="249926" y="211151"/>
                    <a:pt x="256308" y="180195"/>
                  </a:cubicBezTo>
                  <a:cubicBezTo>
                    <a:pt x="262689" y="149239"/>
                    <a:pt x="260594" y="126474"/>
                    <a:pt x="250116" y="111901"/>
                  </a:cubicBezTo>
                  <a:cubicBezTo>
                    <a:pt x="239639" y="97328"/>
                    <a:pt x="219351" y="86850"/>
                    <a:pt x="189347" y="80373"/>
                  </a:cubicBezTo>
                  <a:lnTo>
                    <a:pt x="139626" y="700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39924B53-A6AB-2DAB-980B-22F78FD1F9F3}"/>
                </a:ext>
              </a:extLst>
            </p:cNvPr>
            <p:cNvSpPr/>
            <p:nvPr/>
          </p:nvSpPr>
          <p:spPr>
            <a:xfrm>
              <a:off x="5935501" y="6183331"/>
              <a:ext cx="274235" cy="448834"/>
            </a:xfrm>
            <a:custGeom>
              <a:avLst/>
              <a:gdLst>
                <a:gd name="connsiteX0" fmla="*/ 0 w 274236"/>
                <a:gd name="connsiteY0" fmla="*/ 29258 h 448833"/>
                <a:gd name="connsiteX1" fmla="*/ 9430 w 274236"/>
                <a:gd name="connsiteY1" fmla="*/ 8113 h 448833"/>
                <a:gd name="connsiteX2" fmla="*/ 34100 w 274236"/>
                <a:gd name="connsiteY2" fmla="*/ 778 h 448833"/>
                <a:gd name="connsiteX3" fmla="*/ 118681 w 274236"/>
                <a:gd name="connsiteY3" fmla="*/ 16 h 448833"/>
                <a:gd name="connsiteX4" fmla="*/ 237744 w 274236"/>
                <a:gd name="connsiteY4" fmla="*/ 30591 h 448833"/>
                <a:gd name="connsiteX5" fmla="*/ 274225 w 274236"/>
                <a:gd name="connsiteY5" fmla="*/ 141367 h 448833"/>
                <a:gd name="connsiteX6" fmla="*/ 233267 w 274236"/>
                <a:gd name="connsiteY6" fmla="*/ 257096 h 448833"/>
                <a:gd name="connsiteX7" fmla="*/ 120777 w 274236"/>
                <a:gd name="connsiteY7" fmla="*/ 294243 h 448833"/>
                <a:gd name="connsiteX8" fmla="*/ 70676 w 274236"/>
                <a:gd name="connsiteY8" fmla="*/ 294719 h 448833"/>
                <a:gd name="connsiteX9" fmla="*/ 71819 w 274236"/>
                <a:gd name="connsiteY9" fmla="*/ 421497 h 448833"/>
                <a:gd name="connsiteX10" fmla="*/ 62389 w 274236"/>
                <a:gd name="connsiteY10" fmla="*/ 441976 h 448833"/>
                <a:gd name="connsiteX11" fmla="*/ 38005 w 274236"/>
                <a:gd name="connsiteY11" fmla="*/ 448834 h 448833"/>
                <a:gd name="connsiteX12" fmla="*/ 13240 w 274236"/>
                <a:gd name="connsiteY12" fmla="*/ 442262 h 448833"/>
                <a:gd name="connsiteX13" fmla="*/ 3429 w 274236"/>
                <a:gd name="connsiteY13" fmla="*/ 421307 h 448833"/>
                <a:gd name="connsiteX14" fmla="*/ 95 w 274236"/>
                <a:gd name="connsiteY14" fmla="*/ 29258 h 448833"/>
                <a:gd name="connsiteX15" fmla="*/ 68675 w 274236"/>
                <a:gd name="connsiteY15" fmla="*/ 63929 h 448833"/>
                <a:gd name="connsiteX16" fmla="*/ 70104 w 274236"/>
                <a:gd name="connsiteY16" fmla="*/ 228902 h 448833"/>
                <a:gd name="connsiteX17" fmla="*/ 114681 w 274236"/>
                <a:gd name="connsiteY17" fmla="*/ 232902 h 448833"/>
                <a:gd name="connsiteX18" fmla="*/ 182880 w 274236"/>
                <a:gd name="connsiteY18" fmla="*/ 213472 h 448833"/>
                <a:gd name="connsiteX19" fmla="*/ 205835 w 274236"/>
                <a:gd name="connsiteY19" fmla="*/ 147082 h 448833"/>
                <a:gd name="connsiteX20" fmla="*/ 185452 w 274236"/>
                <a:gd name="connsiteY20" fmla="*/ 81645 h 448833"/>
                <a:gd name="connsiteX21" fmla="*/ 119444 w 274236"/>
                <a:gd name="connsiteY21" fmla="*/ 63643 h 448833"/>
                <a:gd name="connsiteX22" fmla="*/ 68675 w 274236"/>
                <a:gd name="connsiteY22" fmla="*/ 64024 h 448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74236" h="448833">
                  <a:moveTo>
                    <a:pt x="0" y="29258"/>
                  </a:moveTo>
                  <a:cubicBezTo>
                    <a:pt x="0" y="19923"/>
                    <a:pt x="3048" y="12970"/>
                    <a:pt x="9430" y="8113"/>
                  </a:cubicBezTo>
                  <a:cubicBezTo>
                    <a:pt x="15812" y="3255"/>
                    <a:pt x="24003" y="873"/>
                    <a:pt x="34100" y="778"/>
                  </a:cubicBezTo>
                  <a:lnTo>
                    <a:pt x="118681" y="16"/>
                  </a:lnTo>
                  <a:cubicBezTo>
                    <a:pt x="174212" y="-460"/>
                    <a:pt x="213931" y="9732"/>
                    <a:pt x="237744" y="30591"/>
                  </a:cubicBezTo>
                  <a:cubicBezTo>
                    <a:pt x="261556" y="51451"/>
                    <a:pt x="273749" y="88313"/>
                    <a:pt x="274225" y="141367"/>
                  </a:cubicBezTo>
                  <a:cubicBezTo>
                    <a:pt x="274701" y="194231"/>
                    <a:pt x="260985" y="232807"/>
                    <a:pt x="233267" y="257096"/>
                  </a:cubicBezTo>
                  <a:cubicBezTo>
                    <a:pt x="205550" y="281480"/>
                    <a:pt x="168021" y="293863"/>
                    <a:pt x="120777" y="294243"/>
                  </a:cubicBezTo>
                  <a:cubicBezTo>
                    <a:pt x="100965" y="294434"/>
                    <a:pt x="84296" y="294529"/>
                    <a:pt x="70676" y="294719"/>
                  </a:cubicBezTo>
                  <a:lnTo>
                    <a:pt x="71819" y="421497"/>
                  </a:lnTo>
                  <a:cubicBezTo>
                    <a:pt x="71628" y="430451"/>
                    <a:pt x="68580" y="437309"/>
                    <a:pt x="62389" y="441976"/>
                  </a:cubicBezTo>
                  <a:cubicBezTo>
                    <a:pt x="56197" y="446453"/>
                    <a:pt x="48101" y="448739"/>
                    <a:pt x="38005" y="448834"/>
                  </a:cubicBezTo>
                  <a:cubicBezTo>
                    <a:pt x="27908" y="448834"/>
                    <a:pt x="19621" y="446739"/>
                    <a:pt x="13240" y="442262"/>
                  </a:cubicBezTo>
                  <a:cubicBezTo>
                    <a:pt x="6858" y="437785"/>
                    <a:pt x="3524" y="430832"/>
                    <a:pt x="3429" y="421307"/>
                  </a:cubicBezTo>
                  <a:lnTo>
                    <a:pt x="95" y="29258"/>
                  </a:lnTo>
                  <a:close/>
                  <a:moveTo>
                    <a:pt x="68675" y="63929"/>
                  </a:moveTo>
                  <a:lnTo>
                    <a:pt x="70104" y="228902"/>
                  </a:lnTo>
                  <a:cubicBezTo>
                    <a:pt x="84963" y="231664"/>
                    <a:pt x="99822" y="232998"/>
                    <a:pt x="114681" y="232902"/>
                  </a:cubicBezTo>
                  <a:cubicBezTo>
                    <a:pt x="144589" y="232617"/>
                    <a:pt x="167354" y="226139"/>
                    <a:pt x="182880" y="213472"/>
                  </a:cubicBezTo>
                  <a:cubicBezTo>
                    <a:pt x="198406" y="200708"/>
                    <a:pt x="206121" y="178610"/>
                    <a:pt x="205835" y="147082"/>
                  </a:cubicBezTo>
                  <a:cubicBezTo>
                    <a:pt x="205550" y="115554"/>
                    <a:pt x="198787" y="93742"/>
                    <a:pt x="185452" y="81645"/>
                  </a:cubicBezTo>
                  <a:cubicBezTo>
                    <a:pt x="172117" y="69644"/>
                    <a:pt x="150114" y="63643"/>
                    <a:pt x="119444" y="63643"/>
                  </a:cubicBezTo>
                  <a:lnTo>
                    <a:pt x="68675" y="6402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ADAC57A0-4F88-FF63-FABE-1AB2A360817D}"/>
                </a:ext>
              </a:extLst>
            </p:cNvPr>
            <p:cNvSpPr/>
            <p:nvPr/>
          </p:nvSpPr>
          <p:spPr>
            <a:xfrm>
              <a:off x="6296608" y="6156294"/>
              <a:ext cx="335473" cy="465514"/>
            </a:xfrm>
            <a:custGeom>
              <a:avLst/>
              <a:gdLst>
                <a:gd name="connsiteX0" fmla="*/ 653 w 335474"/>
                <a:gd name="connsiteY0" fmla="*/ 447488 h 465516"/>
                <a:gd name="connsiteX1" fmla="*/ 367 w 335474"/>
                <a:gd name="connsiteY1" fmla="*/ 435677 h 465516"/>
                <a:gd name="connsiteX2" fmla="*/ 66661 w 335474"/>
                <a:gd name="connsiteY2" fmla="*/ 34579 h 465516"/>
                <a:gd name="connsiteX3" fmla="*/ 97237 w 335474"/>
                <a:gd name="connsiteY3" fmla="*/ 4194 h 465516"/>
                <a:gd name="connsiteX4" fmla="*/ 125812 w 335474"/>
                <a:gd name="connsiteY4" fmla="*/ 384 h 465516"/>
                <a:gd name="connsiteX5" fmla="*/ 163150 w 335474"/>
                <a:gd name="connsiteY5" fmla="*/ 24292 h 465516"/>
                <a:gd name="connsiteX6" fmla="*/ 331837 w 335474"/>
                <a:gd name="connsiteY6" fmla="*/ 391767 h 465516"/>
                <a:gd name="connsiteX7" fmla="*/ 335362 w 335474"/>
                <a:gd name="connsiteY7" fmla="*/ 404149 h 465516"/>
                <a:gd name="connsiteX8" fmla="*/ 328599 w 335474"/>
                <a:gd name="connsiteY8" fmla="*/ 418627 h 465516"/>
                <a:gd name="connsiteX9" fmla="*/ 306120 w 335474"/>
                <a:gd name="connsiteY9" fmla="*/ 428247 h 465516"/>
                <a:gd name="connsiteX10" fmla="*/ 263353 w 335474"/>
                <a:gd name="connsiteY10" fmla="*/ 406054 h 465516"/>
                <a:gd name="connsiteX11" fmla="*/ 228872 w 335474"/>
                <a:gd name="connsiteY11" fmla="*/ 328711 h 465516"/>
                <a:gd name="connsiteX12" fmla="*/ 73996 w 335474"/>
                <a:gd name="connsiteY12" fmla="*/ 349571 h 465516"/>
                <a:gd name="connsiteX13" fmla="*/ 61899 w 335474"/>
                <a:gd name="connsiteY13" fmla="*/ 430057 h 465516"/>
                <a:gd name="connsiteX14" fmla="*/ 53612 w 335474"/>
                <a:gd name="connsiteY14" fmla="*/ 455298 h 465516"/>
                <a:gd name="connsiteX15" fmla="*/ 32657 w 335474"/>
                <a:gd name="connsiteY15" fmla="*/ 465014 h 465516"/>
                <a:gd name="connsiteX16" fmla="*/ 10083 w 335474"/>
                <a:gd name="connsiteY16" fmla="*/ 461204 h 465516"/>
                <a:gd name="connsiteX17" fmla="*/ 749 w 335474"/>
                <a:gd name="connsiteY17" fmla="*/ 447488 h 465516"/>
                <a:gd name="connsiteX18" fmla="*/ 115525 w 335474"/>
                <a:gd name="connsiteY18" fmla="*/ 74394 h 465516"/>
                <a:gd name="connsiteX19" fmla="*/ 83616 w 335474"/>
                <a:gd name="connsiteY19" fmla="*/ 286134 h 465516"/>
                <a:gd name="connsiteX20" fmla="*/ 202774 w 335474"/>
                <a:gd name="connsiteY20" fmla="*/ 270037 h 465516"/>
                <a:gd name="connsiteX21" fmla="*/ 115429 w 335474"/>
                <a:gd name="connsiteY21" fmla="*/ 74394 h 4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35474" h="465516">
                  <a:moveTo>
                    <a:pt x="653" y="447488"/>
                  </a:moveTo>
                  <a:cubicBezTo>
                    <a:pt x="-109" y="441963"/>
                    <a:pt x="-204" y="438058"/>
                    <a:pt x="367" y="435677"/>
                  </a:cubicBezTo>
                  <a:lnTo>
                    <a:pt x="66661" y="34579"/>
                  </a:lnTo>
                  <a:cubicBezTo>
                    <a:pt x="69233" y="16672"/>
                    <a:pt x="79425" y="6576"/>
                    <a:pt x="97237" y="4194"/>
                  </a:cubicBezTo>
                  <a:lnTo>
                    <a:pt x="125812" y="384"/>
                  </a:lnTo>
                  <a:cubicBezTo>
                    <a:pt x="142861" y="-1902"/>
                    <a:pt x="155339" y="6004"/>
                    <a:pt x="163150" y="24292"/>
                  </a:cubicBezTo>
                  <a:lnTo>
                    <a:pt x="331837" y="391767"/>
                  </a:lnTo>
                  <a:cubicBezTo>
                    <a:pt x="333552" y="395386"/>
                    <a:pt x="334790" y="399577"/>
                    <a:pt x="335362" y="404149"/>
                  </a:cubicBezTo>
                  <a:cubicBezTo>
                    <a:pt x="336028" y="408721"/>
                    <a:pt x="333742" y="413579"/>
                    <a:pt x="328599" y="418627"/>
                  </a:cubicBezTo>
                  <a:cubicBezTo>
                    <a:pt x="323455" y="423866"/>
                    <a:pt x="315931" y="427104"/>
                    <a:pt x="306120" y="428247"/>
                  </a:cubicBezTo>
                  <a:cubicBezTo>
                    <a:pt x="285641" y="431010"/>
                    <a:pt x="271449" y="423580"/>
                    <a:pt x="263353" y="406054"/>
                  </a:cubicBezTo>
                  <a:lnTo>
                    <a:pt x="228872" y="328711"/>
                  </a:lnTo>
                  <a:lnTo>
                    <a:pt x="73996" y="349571"/>
                  </a:lnTo>
                  <a:lnTo>
                    <a:pt x="61899" y="430057"/>
                  </a:lnTo>
                  <a:cubicBezTo>
                    <a:pt x="60756" y="441392"/>
                    <a:pt x="57994" y="449869"/>
                    <a:pt x="53612" y="455298"/>
                  </a:cubicBezTo>
                  <a:cubicBezTo>
                    <a:pt x="49135" y="460537"/>
                    <a:pt x="42182" y="463776"/>
                    <a:pt x="32657" y="465014"/>
                  </a:cubicBezTo>
                  <a:cubicBezTo>
                    <a:pt x="23132" y="466347"/>
                    <a:pt x="15607" y="465014"/>
                    <a:pt x="10083" y="461204"/>
                  </a:cubicBezTo>
                  <a:cubicBezTo>
                    <a:pt x="4558" y="457394"/>
                    <a:pt x="1510" y="452822"/>
                    <a:pt x="749" y="447488"/>
                  </a:cubicBezTo>
                  <a:moveTo>
                    <a:pt x="115525" y="74394"/>
                  </a:moveTo>
                  <a:lnTo>
                    <a:pt x="83616" y="286134"/>
                  </a:lnTo>
                  <a:lnTo>
                    <a:pt x="202774" y="270037"/>
                  </a:lnTo>
                  <a:lnTo>
                    <a:pt x="115429" y="74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C08C8EEF-02E0-097E-99EE-6CE5160C8B7E}"/>
                </a:ext>
              </a:extLst>
            </p:cNvPr>
            <p:cNvSpPr/>
            <p:nvPr/>
          </p:nvSpPr>
          <p:spPr>
            <a:xfrm>
              <a:off x="6670015" y="6070848"/>
              <a:ext cx="373971" cy="468438"/>
            </a:xfrm>
            <a:custGeom>
              <a:avLst/>
              <a:gdLst>
                <a:gd name="connsiteX0" fmla="*/ 172934 w 373970"/>
                <a:gd name="connsiteY0" fmla="*/ 430349 h 468437"/>
                <a:gd name="connsiteX1" fmla="*/ 169409 w 373970"/>
                <a:gd name="connsiteY1" fmla="*/ 453209 h 468437"/>
                <a:gd name="connsiteX2" fmla="*/ 147692 w 373970"/>
                <a:gd name="connsiteY2" fmla="*/ 466354 h 468437"/>
                <a:gd name="connsiteX3" fmla="*/ 122070 w 373970"/>
                <a:gd name="connsiteY3" fmla="*/ 466449 h 468437"/>
                <a:gd name="connsiteX4" fmla="*/ 107116 w 373970"/>
                <a:gd name="connsiteY4" fmla="*/ 448732 h 468437"/>
                <a:gd name="connsiteX5" fmla="*/ 1293 w 373970"/>
                <a:gd name="connsiteY5" fmla="*/ 71257 h 468437"/>
                <a:gd name="connsiteX6" fmla="*/ 4722 w 373970"/>
                <a:gd name="connsiteY6" fmla="*/ 48397 h 468437"/>
                <a:gd name="connsiteX7" fmla="*/ 26344 w 373970"/>
                <a:gd name="connsiteY7" fmla="*/ 34967 h 468437"/>
                <a:gd name="connsiteX8" fmla="*/ 112069 w 373970"/>
                <a:gd name="connsiteY8" fmla="*/ 10963 h 468437"/>
                <a:gd name="connsiteX9" fmla="*/ 230274 w 373970"/>
                <a:gd name="connsiteY9" fmla="*/ 8678 h 468437"/>
                <a:gd name="connsiteX10" fmla="*/ 295139 w 373970"/>
                <a:gd name="connsiteY10" fmla="*/ 100689 h 468437"/>
                <a:gd name="connsiteX11" fmla="*/ 261516 w 373970"/>
                <a:gd name="connsiteY11" fmla="*/ 236420 h 468437"/>
                <a:gd name="connsiteX12" fmla="*/ 364862 w 373970"/>
                <a:gd name="connsiteY12" fmla="*/ 362722 h 468437"/>
                <a:gd name="connsiteX13" fmla="*/ 373054 w 373970"/>
                <a:gd name="connsiteY13" fmla="*/ 378724 h 468437"/>
                <a:gd name="connsiteX14" fmla="*/ 370863 w 373970"/>
                <a:gd name="connsiteY14" fmla="*/ 396059 h 468437"/>
                <a:gd name="connsiteX15" fmla="*/ 352004 w 373970"/>
                <a:gd name="connsiteY15" fmla="*/ 409013 h 468437"/>
                <a:gd name="connsiteX16" fmla="*/ 303712 w 373970"/>
                <a:gd name="connsiteY16" fmla="*/ 393678 h 468437"/>
                <a:gd name="connsiteX17" fmla="*/ 204080 w 373970"/>
                <a:gd name="connsiteY17" fmla="*/ 270901 h 468437"/>
                <a:gd name="connsiteX18" fmla="*/ 174457 w 373970"/>
                <a:gd name="connsiteY18" fmla="*/ 281092 h 468437"/>
                <a:gd name="connsiteX19" fmla="*/ 133405 w 373970"/>
                <a:gd name="connsiteY19" fmla="*/ 289379 h 468437"/>
                <a:gd name="connsiteX20" fmla="*/ 172934 w 373970"/>
                <a:gd name="connsiteY20" fmla="*/ 430349 h 468437"/>
                <a:gd name="connsiteX21" fmla="*/ 76636 w 373970"/>
                <a:gd name="connsiteY21" fmla="*/ 86782 h 468437"/>
                <a:gd name="connsiteX22" fmla="*/ 116641 w 373970"/>
                <a:gd name="connsiteY22" fmla="*/ 229467 h 468437"/>
                <a:gd name="connsiteX23" fmla="*/ 175124 w 373970"/>
                <a:gd name="connsiteY23" fmla="*/ 216894 h 468437"/>
                <a:gd name="connsiteX24" fmla="*/ 230179 w 373970"/>
                <a:gd name="connsiteY24" fmla="*/ 122120 h 468437"/>
                <a:gd name="connsiteX25" fmla="*/ 195603 w 373970"/>
                <a:gd name="connsiteY25" fmla="*/ 69828 h 468437"/>
                <a:gd name="connsiteX26" fmla="*/ 129976 w 373970"/>
                <a:gd name="connsiteY26" fmla="*/ 71828 h 468437"/>
                <a:gd name="connsiteX27" fmla="*/ 76636 w 373970"/>
                <a:gd name="connsiteY27" fmla="*/ 86782 h 46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73970" h="468437">
                  <a:moveTo>
                    <a:pt x="172934" y="430349"/>
                  </a:moveTo>
                  <a:cubicBezTo>
                    <a:pt x="175220" y="439302"/>
                    <a:pt x="174077" y="446923"/>
                    <a:pt x="169409" y="453209"/>
                  </a:cubicBezTo>
                  <a:cubicBezTo>
                    <a:pt x="164647" y="459210"/>
                    <a:pt x="157408" y="463686"/>
                    <a:pt x="147692" y="466354"/>
                  </a:cubicBezTo>
                  <a:cubicBezTo>
                    <a:pt x="137977" y="469116"/>
                    <a:pt x="129404" y="469116"/>
                    <a:pt x="122070" y="466449"/>
                  </a:cubicBezTo>
                  <a:cubicBezTo>
                    <a:pt x="114640" y="463782"/>
                    <a:pt x="109687" y="457972"/>
                    <a:pt x="107116" y="448732"/>
                  </a:cubicBezTo>
                  <a:lnTo>
                    <a:pt x="1293" y="71257"/>
                  </a:lnTo>
                  <a:cubicBezTo>
                    <a:pt x="-1183" y="62303"/>
                    <a:pt x="-136" y="54683"/>
                    <a:pt x="4722" y="48397"/>
                  </a:cubicBezTo>
                  <a:cubicBezTo>
                    <a:pt x="9580" y="42110"/>
                    <a:pt x="16723" y="37633"/>
                    <a:pt x="26344" y="34967"/>
                  </a:cubicBezTo>
                  <a:lnTo>
                    <a:pt x="112069" y="10963"/>
                  </a:lnTo>
                  <a:cubicBezTo>
                    <a:pt x="161218" y="-2848"/>
                    <a:pt x="200556" y="-3610"/>
                    <a:pt x="230274" y="8678"/>
                  </a:cubicBezTo>
                  <a:cubicBezTo>
                    <a:pt x="259992" y="20869"/>
                    <a:pt x="281614" y="51540"/>
                    <a:pt x="295139" y="100689"/>
                  </a:cubicBezTo>
                  <a:cubicBezTo>
                    <a:pt x="311808" y="160125"/>
                    <a:pt x="300569" y="205368"/>
                    <a:pt x="261516" y="236420"/>
                  </a:cubicBezTo>
                  <a:lnTo>
                    <a:pt x="364862" y="362722"/>
                  </a:lnTo>
                  <a:cubicBezTo>
                    <a:pt x="368768" y="367865"/>
                    <a:pt x="371530" y="373199"/>
                    <a:pt x="373054" y="378724"/>
                  </a:cubicBezTo>
                  <a:cubicBezTo>
                    <a:pt x="374768" y="384248"/>
                    <a:pt x="374102" y="389963"/>
                    <a:pt x="370863" y="396059"/>
                  </a:cubicBezTo>
                  <a:cubicBezTo>
                    <a:pt x="367720" y="402345"/>
                    <a:pt x="361433" y="406632"/>
                    <a:pt x="352004" y="409013"/>
                  </a:cubicBezTo>
                  <a:cubicBezTo>
                    <a:pt x="332192" y="414538"/>
                    <a:pt x="316094" y="409394"/>
                    <a:pt x="303712" y="393678"/>
                  </a:cubicBezTo>
                  <a:lnTo>
                    <a:pt x="204080" y="270901"/>
                  </a:lnTo>
                  <a:cubicBezTo>
                    <a:pt x="196270" y="274425"/>
                    <a:pt x="186364" y="277759"/>
                    <a:pt x="174457" y="281092"/>
                  </a:cubicBezTo>
                  <a:cubicBezTo>
                    <a:pt x="162551" y="284426"/>
                    <a:pt x="148835" y="287188"/>
                    <a:pt x="133405" y="289379"/>
                  </a:cubicBezTo>
                  <a:lnTo>
                    <a:pt x="172934" y="430349"/>
                  </a:lnTo>
                  <a:close/>
                  <a:moveTo>
                    <a:pt x="76636" y="86782"/>
                  </a:moveTo>
                  <a:lnTo>
                    <a:pt x="116641" y="229467"/>
                  </a:lnTo>
                  <a:cubicBezTo>
                    <a:pt x="132167" y="227657"/>
                    <a:pt x="151693" y="223466"/>
                    <a:pt x="175124" y="216894"/>
                  </a:cubicBezTo>
                  <a:cubicBezTo>
                    <a:pt x="225607" y="202987"/>
                    <a:pt x="243990" y="171364"/>
                    <a:pt x="230179" y="122120"/>
                  </a:cubicBezTo>
                  <a:cubicBezTo>
                    <a:pt x="222178" y="93736"/>
                    <a:pt x="210653" y="76305"/>
                    <a:pt x="195603" y="69828"/>
                  </a:cubicBezTo>
                  <a:cubicBezTo>
                    <a:pt x="180458" y="63351"/>
                    <a:pt x="158646" y="64018"/>
                    <a:pt x="129976" y="71828"/>
                  </a:cubicBezTo>
                  <a:lnTo>
                    <a:pt x="76636" y="867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" name="Forme libre : forme 21">
              <a:extLst>
                <a:ext uri="{FF2B5EF4-FFF2-40B4-BE49-F238E27FC236}">
                  <a16:creationId xmlns:a16="http://schemas.microsoft.com/office/drawing/2014/main" id="{37C66C4C-2231-EF09-0FD7-936BE589120B}"/>
                </a:ext>
              </a:extLst>
            </p:cNvPr>
            <p:cNvSpPr/>
            <p:nvPr/>
          </p:nvSpPr>
          <p:spPr>
            <a:xfrm>
              <a:off x="7050453" y="5974182"/>
              <a:ext cx="216664" cy="426936"/>
            </a:xfrm>
            <a:custGeom>
              <a:avLst/>
              <a:gdLst>
                <a:gd name="connsiteX0" fmla="*/ 2426 w 216666"/>
                <a:gd name="connsiteY0" fmla="*/ 42480 h 426937"/>
                <a:gd name="connsiteX1" fmla="*/ 3474 w 216666"/>
                <a:gd name="connsiteY1" fmla="*/ 19334 h 426937"/>
                <a:gd name="connsiteX2" fmla="*/ 23858 w 216666"/>
                <a:gd name="connsiteY2" fmla="*/ 3713 h 426937"/>
                <a:gd name="connsiteX3" fmla="*/ 49480 w 216666"/>
                <a:gd name="connsiteY3" fmla="*/ 1046 h 426937"/>
                <a:gd name="connsiteX4" fmla="*/ 65863 w 216666"/>
                <a:gd name="connsiteY4" fmla="*/ 16762 h 426937"/>
                <a:gd name="connsiteX5" fmla="*/ 214453 w 216666"/>
                <a:gd name="connsiteY5" fmla="*/ 384523 h 426937"/>
                <a:gd name="connsiteX6" fmla="*/ 213405 w 216666"/>
                <a:gd name="connsiteY6" fmla="*/ 407668 h 426937"/>
                <a:gd name="connsiteX7" fmla="*/ 193307 w 216666"/>
                <a:gd name="connsiteY7" fmla="*/ 423099 h 426937"/>
                <a:gd name="connsiteX8" fmla="*/ 167781 w 216666"/>
                <a:gd name="connsiteY8" fmla="*/ 426052 h 426937"/>
                <a:gd name="connsiteX9" fmla="*/ 151016 w 216666"/>
                <a:gd name="connsiteY9" fmla="*/ 410145 h 426937"/>
                <a:gd name="connsiteX10" fmla="*/ 2426 w 216666"/>
                <a:gd name="connsiteY10" fmla="*/ 42384 h 4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66" h="426937">
                  <a:moveTo>
                    <a:pt x="2426" y="42480"/>
                  </a:moveTo>
                  <a:cubicBezTo>
                    <a:pt x="-1098" y="33622"/>
                    <a:pt x="-812" y="26002"/>
                    <a:pt x="3474" y="19334"/>
                  </a:cubicBezTo>
                  <a:cubicBezTo>
                    <a:pt x="7665" y="12762"/>
                    <a:pt x="14523" y="7523"/>
                    <a:pt x="23858" y="3713"/>
                  </a:cubicBezTo>
                  <a:cubicBezTo>
                    <a:pt x="33192" y="-97"/>
                    <a:pt x="41765" y="-954"/>
                    <a:pt x="49480" y="1046"/>
                  </a:cubicBezTo>
                  <a:cubicBezTo>
                    <a:pt x="57195" y="3047"/>
                    <a:pt x="62624" y="8285"/>
                    <a:pt x="65863" y="16762"/>
                  </a:cubicBezTo>
                  <a:lnTo>
                    <a:pt x="214453" y="384523"/>
                  </a:lnTo>
                  <a:cubicBezTo>
                    <a:pt x="217691" y="393190"/>
                    <a:pt x="217406" y="400906"/>
                    <a:pt x="213405" y="407668"/>
                  </a:cubicBezTo>
                  <a:cubicBezTo>
                    <a:pt x="209405" y="414145"/>
                    <a:pt x="202642" y="419384"/>
                    <a:pt x="193307" y="423099"/>
                  </a:cubicBezTo>
                  <a:cubicBezTo>
                    <a:pt x="183973" y="426909"/>
                    <a:pt x="175400" y="427861"/>
                    <a:pt x="167781" y="426052"/>
                  </a:cubicBezTo>
                  <a:cubicBezTo>
                    <a:pt x="160160" y="424242"/>
                    <a:pt x="154541" y="418908"/>
                    <a:pt x="151016" y="410145"/>
                  </a:cubicBezTo>
                  <a:lnTo>
                    <a:pt x="2426" y="4238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24BE1A2F-7AF5-2A7A-DCB7-ECCF3DF72338}"/>
                </a:ext>
              </a:extLst>
            </p:cNvPr>
            <p:cNvSpPr/>
            <p:nvPr/>
          </p:nvSpPr>
          <p:spPr>
            <a:xfrm>
              <a:off x="7249150" y="5827329"/>
              <a:ext cx="402091" cy="465770"/>
            </a:xfrm>
            <a:custGeom>
              <a:avLst/>
              <a:gdLst>
                <a:gd name="connsiteX0" fmla="*/ 96247 w 402092"/>
                <a:gd name="connsiteY0" fmla="*/ 28552 h 465771"/>
                <a:gd name="connsiteX1" fmla="*/ 202451 w 402092"/>
                <a:gd name="connsiteY1" fmla="*/ 834 h 465771"/>
                <a:gd name="connsiteX2" fmla="*/ 275603 w 402092"/>
                <a:gd name="connsiteY2" fmla="*/ 62080 h 465771"/>
                <a:gd name="connsiteX3" fmla="*/ 266935 w 402092"/>
                <a:gd name="connsiteY3" fmla="*/ 181714 h 465771"/>
                <a:gd name="connsiteX4" fmla="*/ 383235 w 402092"/>
                <a:gd name="connsiteY4" fmla="*/ 238483 h 465771"/>
                <a:gd name="connsiteX5" fmla="*/ 394380 w 402092"/>
                <a:gd name="connsiteY5" fmla="*/ 339353 h 465771"/>
                <a:gd name="connsiteX6" fmla="*/ 308464 w 402092"/>
                <a:gd name="connsiteY6" fmla="*/ 418315 h 465771"/>
                <a:gd name="connsiteX7" fmla="*/ 230073 w 402092"/>
                <a:gd name="connsiteY7" fmla="*/ 460511 h 465771"/>
                <a:gd name="connsiteX8" fmla="*/ 205404 w 402092"/>
                <a:gd name="connsiteY8" fmla="*/ 465369 h 465771"/>
                <a:gd name="connsiteX9" fmla="*/ 187116 w 402092"/>
                <a:gd name="connsiteY9" fmla="*/ 452034 h 465771"/>
                <a:gd name="connsiteX10" fmla="*/ 3474 w 402092"/>
                <a:gd name="connsiteY10" fmla="*/ 110563 h 465771"/>
                <a:gd name="connsiteX11" fmla="*/ 2235 w 402092"/>
                <a:gd name="connsiteY11" fmla="*/ 87702 h 465771"/>
                <a:gd name="connsiteX12" fmla="*/ 19952 w 402092"/>
                <a:gd name="connsiteY12" fmla="*/ 69700 h 465771"/>
                <a:gd name="connsiteX13" fmla="*/ 96342 w 402092"/>
                <a:gd name="connsiteY13" fmla="*/ 28647 h 465771"/>
                <a:gd name="connsiteX14" fmla="*/ 80245 w 402092"/>
                <a:gd name="connsiteY14" fmla="*/ 109134 h 465771"/>
                <a:gd name="connsiteX15" fmla="*/ 139300 w 402092"/>
                <a:gd name="connsiteY15" fmla="*/ 218957 h 465771"/>
                <a:gd name="connsiteX16" fmla="*/ 188068 w 402092"/>
                <a:gd name="connsiteY16" fmla="*/ 192763 h 465771"/>
                <a:gd name="connsiteX17" fmla="*/ 225882 w 402092"/>
                <a:gd name="connsiteY17" fmla="*/ 153234 h 465771"/>
                <a:gd name="connsiteX18" fmla="*/ 218929 w 402092"/>
                <a:gd name="connsiteY18" fmla="*/ 101132 h 465771"/>
                <a:gd name="connsiteX19" fmla="*/ 182448 w 402092"/>
                <a:gd name="connsiteY19" fmla="*/ 69128 h 465771"/>
                <a:gd name="connsiteX20" fmla="*/ 127108 w 402092"/>
                <a:gd name="connsiteY20" fmla="*/ 83892 h 465771"/>
                <a:gd name="connsiteX21" fmla="*/ 80245 w 402092"/>
                <a:gd name="connsiteY21" fmla="*/ 109134 h 465771"/>
                <a:gd name="connsiteX22" fmla="*/ 169399 w 402092"/>
                <a:gd name="connsiteY22" fmla="*/ 274773 h 465771"/>
                <a:gd name="connsiteX23" fmla="*/ 230359 w 402092"/>
                <a:gd name="connsiteY23" fmla="*/ 388121 h 465771"/>
                <a:gd name="connsiteX24" fmla="*/ 280175 w 402092"/>
                <a:gd name="connsiteY24" fmla="*/ 361260 h 465771"/>
                <a:gd name="connsiteX25" fmla="*/ 326657 w 402092"/>
                <a:gd name="connsiteY25" fmla="*/ 319731 h 465771"/>
                <a:gd name="connsiteX26" fmla="*/ 320656 w 402092"/>
                <a:gd name="connsiteY26" fmla="*/ 266772 h 465771"/>
                <a:gd name="connsiteX27" fmla="*/ 280841 w 402092"/>
                <a:gd name="connsiteY27" fmla="*/ 231911 h 465771"/>
                <a:gd name="connsiteX28" fmla="*/ 218643 w 402092"/>
                <a:gd name="connsiteY28" fmla="*/ 248198 h 465771"/>
                <a:gd name="connsiteX29" fmla="*/ 169304 w 402092"/>
                <a:gd name="connsiteY29" fmla="*/ 274773 h 46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2092" h="465771">
                  <a:moveTo>
                    <a:pt x="96247" y="28552"/>
                  </a:moveTo>
                  <a:cubicBezTo>
                    <a:pt x="137681" y="6264"/>
                    <a:pt x="173019" y="-2976"/>
                    <a:pt x="202451" y="834"/>
                  </a:cubicBezTo>
                  <a:cubicBezTo>
                    <a:pt x="231788" y="4645"/>
                    <a:pt x="256172" y="25123"/>
                    <a:pt x="275603" y="62080"/>
                  </a:cubicBezTo>
                  <a:cubicBezTo>
                    <a:pt x="298082" y="103895"/>
                    <a:pt x="295224" y="143805"/>
                    <a:pt x="266935" y="181714"/>
                  </a:cubicBezTo>
                  <a:cubicBezTo>
                    <a:pt x="316465" y="167522"/>
                    <a:pt x="355232" y="186477"/>
                    <a:pt x="383235" y="238483"/>
                  </a:cubicBezTo>
                  <a:cubicBezTo>
                    <a:pt x="403905" y="276773"/>
                    <a:pt x="407524" y="310397"/>
                    <a:pt x="394380" y="339353"/>
                  </a:cubicBezTo>
                  <a:cubicBezTo>
                    <a:pt x="381140" y="368214"/>
                    <a:pt x="352470" y="394503"/>
                    <a:pt x="308464" y="418315"/>
                  </a:cubicBezTo>
                  <a:lnTo>
                    <a:pt x="230073" y="460511"/>
                  </a:lnTo>
                  <a:cubicBezTo>
                    <a:pt x="221691" y="464987"/>
                    <a:pt x="213500" y="466607"/>
                    <a:pt x="205404" y="465369"/>
                  </a:cubicBezTo>
                  <a:cubicBezTo>
                    <a:pt x="197307" y="464035"/>
                    <a:pt x="191307" y="459653"/>
                    <a:pt x="187116" y="452034"/>
                  </a:cubicBezTo>
                  <a:lnTo>
                    <a:pt x="3474" y="110563"/>
                  </a:lnTo>
                  <a:cubicBezTo>
                    <a:pt x="-717" y="102752"/>
                    <a:pt x="-1098" y="95132"/>
                    <a:pt x="2235" y="87702"/>
                  </a:cubicBezTo>
                  <a:cubicBezTo>
                    <a:pt x="5664" y="80273"/>
                    <a:pt x="11570" y="74272"/>
                    <a:pt x="19952" y="69700"/>
                  </a:cubicBezTo>
                  <a:lnTo>
                    <a:pt x="96342" y="28647"/>
                  </a:lnTo>
                  <a:close/>
                  <a:moveTo>
                    <a:pt x="80245" y="109134"/>
                  </a:moveTo>
                  <a:lnTo>
                    <a:pt x="139300" y="218957"/>
                  </a:lnTo>
                  <a:lnTo>
                    <a:pt x="188068" y="192763"/>
                  </a:lnTo>
                  <a:cubicBezTo>
                    <a:pt x="207785" y="182381"/>
                    <a:pt x="220358" y="169236"/>
                    <a:pt x="225882" y="153234"/>
                  </a:cubicBezTo>
                  <a:cubicBezTo>
                    <a:pt x="231312" y="137232"/>
                    <a:pt x="229025" y="119897"/>
                    <a:pt x="218929" y="101132"/>
                  </a:cubicBezTo>
                  <a:cubicBezTo>
                    <a:pt x="208833" y="82368"/>
                    <a:pt x="196641" y="71700"/>
                    <a:pt x="182448" y="69128"/>
                  </a:cubicBezTo>
                  <a:cubicBezTo>
                    <a:pt x="168066" y="66843"/>
                    <a:pt x="149682" y="71796"/>
                    <a:pt x="127108" y="83892"/>
                  </a:cubicBezTo>
                  <a:lnTo>
                    <a:pt x="80245" y="109134"/>
                  </a:lnTo>
                  <a:close/>
                  <a:moveTo>
                    <a:pt x="169399" y="274773"/>
                  </a:moveTo>
                  <a:lnTo>
                    <a:pt x="230359" y="388121"/>
                  </a:lnTo>
                  <a:lnTo>
                    <a:pt x="280175" y="361260"/>
                  </a:lnTo>
                  <a:cubicBezTo>
                    <a:pt x="304368" y="348211"/>
                    <a:pt x="319894" y="334400"/>
                    <a:pt x="326657" y="319731"/>
                  </a:cubicBezTo>
                  <a:cubicBezTo>
                    <a:pt x="333705" y="304968"/>
                    <a:pt x="331705" y="287251"/>
                    <a:pt x="320656" y="266772"/>
                  </a:cubicBezTo>
                  <a:cubicBezTo>
                    <a:pt x="309702" y="246389"/>
                    <a:pt x="296463" y="234768"/>
                    <a:pt x="280841" y="231911"/>
                  </a:cubicBezTo>
                  <a:cubicBezTo>
                    <a:pt x="265221" y="229054"/>
                    <a:pt x="244551" y="234482"/>
                    <a:pt x="218643" y="248198"/>
                  </a:cubicBezTo>
                  <a:lnTo>
                    <a:pt x="169304" y="27477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" name="Forme libre : forme 23">
              <a:extLst>
                <a:ext uri="{FF2B5EF4-FFF2-40B4-BE49-F238E27FC236}">
                  <a16:creationId xmlns:a16="http://schemas.microsoft.com/office/drawing/2014/main" id="{A31280A2-865F-2C95-EB69-87E7082EB0E9}"/>
                </a:ext>
              </a:extLst>
            </p:cNvPr>
            <p:cNvSpPr/>
            <p:nvPr/>
          </p:nvSpPr>
          <p:spPr>
            <a:xfrm>
              <a:off x="7642412" y="5637252"/>
              <a:ext cx="417192" cy="467370"/>
            </a:xfrm>
            <a:custGeom>
              <a:avLst/>
              <a:gdLst>
                <a:gd name="connsiteX0" fmla="*/ 141039 w 417193"/>
                <a:gd name="connsiteY0" fmla="*/ 459804 h 467371"/>
                <a:gd name="connsiteX1" fmla="*/ 135134 w 417193"/>
                <a:gd name="connsiteY1" fmla="*/ 449518 h 467371"/>
                <a:gd name="connsiteX2" fmla="*/ 2832 w 417193"/>
                <a:gd name="connsiteY2" fmla="*/ 65183 h 467371"/>
                <a:gd name="connsiteX3" fmla="*/ 15309 w 417193"/>
                <a:gd name="connsiteY3" fmla="*/ 23845 h 467371"/>
                <a:gd name="connsiteX4" fmla="*/ 38646 w 417193"/>
                <a:gd name="connsiteY4" fmla="*/ 6890 h 467371"/>
                <a:gd name="connsiteX5" fmla="*/ 82841 w 417193"/>
                <a:gd name="connsiteY5" fmla="*/ 10129 h 467371"/>
                <a:gd name="connsiteX6" fmla="*/ 405930 w 417193"/>
                <a:gd name="connsiteY6" fmla="*/ 253207 h 467371"/>
                <a:gd name="connsiteX7" fmla="*/ 414883 w 417193"/>
                <a:gd name="connsiteY7" fmla="*/ 262351 h 467371"/>
                <a:gd name="connsiteX8" fmla="*/ 415740 w 417193"/>
                <a:gd name="connsiteY8" fmla="*/ 278353 h 467371"/>
                <a:gd name="connsiteX9" fmla="*/ 400500 w 417193"/>
                <a:gd name="connsiteY9" fmla="*/ 297498 h 467371"/>
                <a:gd name="connsiteX10" fmla="*/ 352399 w 417193"/>
                <a:gd name="connsiteY10" fmla="*/ 298260 h 467371"/>
                <a:gd name="connsiteX11" fmla="*/ 285248 w 417193"/>
                <a:gd name="connsiteY11" fmla="*/ 246635 h 467371"/>
                <a:gd name="connsiteX12" fmla="*/ 158851 w 417193"/>
                <a:gd name="connsiteY12" fmla="*/ 338646 h 467371"/>
                <a:gd name="connsiteX13" fmla="*/ 186474 w 417193"/>
                <a:gd name="connsiteY13" fmla="*/ 415227 h 467371"/>
                <a:gd name="connsiteX14" fmla="*/ 191141 w 417193"/>
                <a:gd name="connsiteY14" fmla="*/ 441326 h 467371"/>
                <a:gd name="connsiteX15" fmla="*/ 177330 w 417193"/>
                <a:gd name="connsiteY15" fmla="*/ 459899 h 467371"/>
                <a:gd name="connsiteX16" fmla="*/ 155613 w 417193"/>
                <a:gd name="connsiteY16" fmla="*/ 467234 h 467371"/>
                <a:gd name="connsiteX17" fmla="*/ 140849 w 417193"/>
                <a:gd name="connsiteY17" fmla="*/ 459614 h 467371"/>
                <a:gd name="connsiteX18" fmla="*/ 64458 w 417193"/>
                <a:gd name="connsiteY18" fmla="*/ 76804 h 467371"/>
                <a:gd name="connsiteX19" fmla="*/ 137039 w 417193"/>
                <a:gd name="connsiteY19" fmla="*/ 278258 h 467371"/>
                <a:gd name="connsiteX20" fmla="*/ 234289 w 417193"/>
                <a:gd name="connsiteY20" fmla="*/ 207487 h 467371"/>
                <a:gd name="connsiteX21" fmla="*/ 64458 w 417193"/>
                <a:gd name="connsiteY21" fmla="*/ 76804 h 467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7193" h="467371">
                  <a:moveTo>
                    <a:pt x="141039" y="459804"/>
                  </a:moveTo>
                  <a:cubicBezTo>
                    <a:pt x="137801" y="455328"/>
                    <a:pt x="135800" y="451899"/>
                    <a:pt x="135134" y="449518"/>
                  </a:cubicBezTo>
                  <a:lnTo>
                    <a:pt x="2832" y="65183"/>
                  </a:lnTo>
                  <a:cubicBezTo>
                    <a:pt x="-3455" y="48229"/>
                    <a:pt x="736" y="34513"/>
                    <a:pt x="15309" y="23845"/>
                  </a:cubicBezTo>
                  <a:lnTo>
                    <a:pt x="38646" y="6890"/>
                  </a:lnTo>
                  <a:cubicBezTo>
                    <a:pt x="52552" y="-3301"/>
                    <a:pt x="67316" y="-2158"/>
                    <a:pt x="82841" y="10129"/>
                  </a:cubicBezTo>
                  <a:lnTo>
                    <a:pt x="405930" y="253207"/>
                  </a:lnTo>
                  <a:cubicBezTo>
                    <a:pt x="409168" y="255588"/>
                    <a:pt x="412216" y="258636"/>
                    <a:pt x="414883" y="262351"/>
                  </a:cubicBezTo>
                  <a:cubicBezTo>
                    <a:pt x="417645" y="266066"/>
                    <a:pt x="417931" y="271400"/>
                    <a:pt x="415740" y="278353"/>
                  </a:cubicBezTo>
                  <a:cubicBezTo>
                    <a:pt x="413740" y="285401"/>
                    <a:pt x="408597" y="291783"/>
                    <a:pt x="400500" y="297498"/>
                  </a:cubicBezTo>
                  <a:cubicBezTo>
                    <a:pt x="383832" y="309690"/>
                    <a:pt x="367734" y="309976"/>
                    <a:pt x="352399" y="298260"/>
                  </a:cubicBezTo>
                  <a:lnTo>
                    <a:pt x="285248" y="246635"/>
                  </a:lnTo>
                  <a:lnTo>
                    <a:pt x="158851" y="338646"/>
                  </a:lnTo>
                  <a:lnTo>
                    <a:pt x="186474" y="415227"/>
                  </a:lnTo>
                  <a:cubicBezTo>
                    <a:pt x="190855" y="425800"/>
                    <a:pt x="192474" y="434468"/>
                    <a:pt x="191141" y="441326"/>
                  </a:cubicBezTo>
                  <a:cubicBezTo>
                    <a:pt x="189712" y="447993"/>
                    <a:pt x="185140" y="454185"/>
                    <a:pt x="177330" y="459899"/>
                  </a:cubicBezTo>
                  <a:cubicBezTo>
                    <a:pt x="169519" y="465614"/>
                    <a:pt x="162280" y="467995"/>
                    <a:pt x="155613" y="467234"/>
                  </a:cubicBezTo>
                  <a:cubicBezTo>
                    <a:pt x="148945" y="466472"/>
                    <a:pt x="144087" y="463900"/>
                    <a:pt x="140849" y="459614"/>
                  </a:cubicBezTo>
                  <a:moveTo>
                    <a:pt x="64458" y="76804"/>
                  </a:moveTo>
                  <a:lnTo>
                    <a:pt x="137039" y="278258"/>
                  </a:lnTo>
                  <a:lnTo>
                    <a:pt x="234289" y="207487"/>
                  </a:lnTo>
                  <a:lnTo>
                    <a:pt x="64458" y="7680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3" name="Forme libre : forme 32">
              <a:extLst>
                <a:ext uri="{FF2B5EF4-FFF2-40B4-BE49-F238E27FC236}">
                  <a16:creationId xmlns:a16="http://schemas.microsoft.com/office/drawing/2014/main" id="{0CE547E4-9EEA-2753-0041-AE6189C14B5E}"/>
                </a:ext>
              </a:extLst>
            </p:cNvPr>
            <p:cNvSpPr/>
            <p:nvPr/>
          </p:nvSpPr>
          <p:spPr>
            <a:xfrm>
              <a:off x="7901337" y="5362908"/>
              <a:ext cx="414995" cy="434935"/>
            </a:xfrm>
            <a:custGeom>
              <a:avLst/>
              <a:gdLst>
                <a:gd name="connsiteX0" fmla="*/ 48130 w 414994"/>
                <a:gd name="connsiteY0" fmla="*/ 45670 h 434933"/>
                <a:gd name="connsiteX1" fmla="*/ 138617 w 414994"/>
                <a:gd name="connsiteY1" fmla="*/ 712 h 434933"/>
                <a:gd name="connsiteX2" fmla="*/ 217579 w 414994"/>
                <a:gd name="connsiteY2" fmla="*/ 27573 h 434933"/>
                <a:gd name="connsiteX3" fmla="*/ 227295 w 414994"/>
                <a:gd name="connsiteY3" fmla="*/ 52528 h 434933"/>
                <a:gd name="connsiteX4" fmla="*/ 213484 w 414994"/>
                <a:gd name="connsiteY4" fmla="*/ 77770 h 434933"/>
                <a:gd name="connsiteX5" fmla="*/ 174336 w 414994"/>
                <a:gd name="connsiteY5" fmla="*/ 84342 h 434933"/>
                <a:gd name="connsiteX6" fmla="*/ 134045 w 414994"/>
                <a:gd name="connsiteY6" fmla="*/ 71483 h 434933"/>
                <a:gd name="connsiteX7" fmla="*/ 91469 w 414994"/>
                <a:gd name="connsiteY7" fmla="*/ 92057 h 434933"/>
                <a:gd name="connsiteX8" fmla="*/ 67465 w 414994"/>
                <a:gd name="connsiteY8" fmla="*/ 133872 h 434933"/>
                <a:gd name="connsiteX9" fmla="*/ 81848 w 414994"/>
                <a:gd name="connsiteY9" fmla="*/ 174925 h 434933"/>
                <a:gd name="connsiteX10" fmla="*/ 128521 w 414994"/>
                <a:gd name="connsiteY10" fmla="*/ 193213 h 434933"/>
                <a:gd name="connsiteX11" fmla="*/ 188814 w 414994"/>
                <a:gd name="connsiteY11" fmla="*/ 183592 h 434933"/>
                <a:gd name="connsiteX12" fmla="*/ 253203 w 414994"/>
                <a:gd name="connsiteY12" fmla="*/ 166543 h 434933"/>
                <a:gd name="connsiteX13" fmla="*/ 319878 w 414994"/>
                <a:gd name="connsiteY13" fmla="*/ 164066 h 434933"/>
                <a:gd name="connsiteX14" fmla="*/ 378171 w 414994"/>
                <a:gd name="connsiteY14" fmla="*/ 195594 h 434933"/>
                <a:gd name="connsiteX15" fmla="*/ 414366 w 414994"/>
                <a:gd name="connsiteY15" fmla="*/ 288082 h 434933"/>
                <a:gd name="connsiteX16" fmla="*/ 363503 w 414994"/>
                <a:gd name="connsiteY16" fmla="*/ 380760 h 434933"/>
                <a:gd name="connsiteX17" fmla="*/ 286826 w 414994"/>
                <a:gd name="connsiteY17" fmla="*/ 426194 h 434933"/>
                <a:gd name="connsiteX18" fmla="*/ 220151 w 414994"/>
                <a:gd name="connsiteY18" fmla="*/ 424861 h 434933"/>
                <a:gd name="connsiteX19" fmla="*/ 210340 w 414994"/>
                <a:gd name="connsiteY19" fmla="*/ 401620 h 434933"/>
                <a:gd name="connsiteX20" fmla="*/ 217008 w 414994"/>
                <a:gd name="connsiteY20" fmla="*/ 379331 h 434933"/>
                <a:gd name="connsiteX21" fmla="*/ 233867 w 414994"/>
                <a:gd name="connsiteY21" fmla="*/ 370949 h 434933"/>
                <a:gd name="connsiteX22" fmla="*/ 322068 w 414994"/>
                <a:gd name="connsiteY22" fmla="*/ 332468 h 434933"/>
                <a:gd name="connsiteX23" fmla="*/ 333880 w 414994"/>
                <a:gd name="connsiteY23" fmla="*/ 248362 h 434933"/>
                <a:gd name="connsiteX24" fmla="*/ 291303 w 414994"/>
                <a:gd name="connsiteY24" fmla="*/ 233885 h 434933"/>
                <a:gd name="connsiteX25" fmla="*/ 231391 w 414994"/>
                <a:gd name="connsiteY25" fmla="*/ 244362 h 434933"/>
                <a:gd name="connsiteX26" fmla="*/ 166049 w 414994"/>
                <a:gd name="connsiteY26" fmla="*/ 261126 h 434933"/>
                <a:gd name="connsiteX27" fmla="*/ 97564 w 414994"/>
                <a:gd name="connsiteY27" fmla="*/ 261126 h 434933"/>
                <a:gd name="connsiteX28" fmla="*/ 36604 w 414994"/>
                <a:gd name="connsiteY28" fmla="*/ 226455 h 434933"/>
                <a:gd name="connsiteX29" fmla="*/ 600 w 414994"/>
                <a:gd name="connsiteY29" fmla="*/ 134634 h 434933"/>
                <a:gd name="connsiteX30" fmla="*/ 48034 w 414994"/>
                <a:gd name="connsiteY30" fmla="*/ 45670 h 434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14994" h="434933">
                  <a:moveTo>
                    <a:pt x="48130" y="45670"/>
                  </a:moveTo>
                  <a:cubicBezTo>
                    <a:pt x="75943" y="19095"/>
                    <a:pt x="106137" y="4141"/>
                    <a:pt x="138617" y="712"/>
                  </a:cubicBezTo>
                  <a:cubicBezTo>
                    <a:pt x="171193" y="-2717"/>
                    <a:pt x="197482" y="6237"/>
                    <a:pt x="217579" y="27573"/>
                  </a:cubicBezTo>
                  <a:cubicBezTo>
                    <a:pt x="224819" y="35193"/>
                    <a:pt x="228057" y="43575"/>
                    <a:pt x="227295" y="52528"/>
                  </a:cubicBezTo>
                  <a:cubicBezTo>
                    <a:pt x="226438" y="61577"/>
                    <a:pt x="221866" y="69959"/>
                    <a:pt x="213484" y="77770"/>
                  </a:cubicBezTo>
                  <a:cubicBezTo>
                    <a:pt x="199577" y="91010"/>
                    <a:pt x="186528" y="93200"/>
                    <a:pt x="174336" y="84342"/>
                  </a:cubicBezTo>
                  <a:cubicBezTo>
                    <a:pt x="162049" y="75484"/>
                    <a:pt x="148714" y="71197"/>
                    <a:pt x="134045" y="71483"/>
                  </a:cubicBezTo>
                  <a:cubicBezTo>
                    <a:pt x="119472" y="71769"/>
                    <a:pt x="105280" y="78627"/>
                    <a:pt x="91469" y="92057"/>
                  </a:cubicBezTo>
                  <a:cubicBezTo>
                    <a:pt x="77848" y="105106"/>
                    <a:pt x="69847" y="119013"/>
                    <a:pt x="67465" y="133872"/>
                  </a:cubicBezTo>
                  <a:cubicBezTo>
                    <a:pt x="65084" y="148731"/>
                    <a:pt x="69847" y="162352"/>
                    <a:pt x="81848" y="174925"/>
                  </a:cubicBezTo>
                  <a:cubicBezTo>
                    <a:pt x="93850" y="187497"/>
                    <a:pt x="109375" y="193593"/>
                    <a:pt x="128521" y="193213"/>
                  </a:cubicBezTo>
                  <a:cubicBezTo>
                    <a:pt x="147571" y="192736"/>
                    <a:pt x="167669" y="189498"/>
                    <a:pt x="188814" y="183592"/>
                  </a:cubicBezTo>
                  <a:cubicBezTo>
                    <a:pt x="209959" y="177591"/>
                    <a:pt x="231486" y="171972"/>
                    <a:pt x="253203" y="166543"/>
                  </a:cubicBezTo>
                  <a:cubicBezTo>
                    <a:pt x="275015" y="161113"/>
                    <a:pt x="297208" y="160351"/>
                    <a:pt x="319878" y="164066"/>
                  </a:cubicBezTo>
                  <a:cubicBezTo>
                    <a:pt x="342547" y="167781"/>
                    <a:pt x="361978" y="178354"/>
                    <a:pt x="378171" y="195594"/>
                  </a:cubicBezTo>
                  <a:cubicBezTo>
                    <a:pt x="405984" y="224645"/>
                    <a:pt x="417985" y="255506"/>
                    <a:pt x="414366" y="288082"/>
                  </a:cubicBezTo>
                  <a:cubicBezTo>
                    <a:pt x="410746" y="320657"/>
                    <a:pt x="393792" y="351518"/>
                    <a:pt x="363503" y="380760"/>
                  </a:cubicBezTo>
                  <a:cubicBezTo>
                    <a:pt x="344453" y="398952"/>
                    <a:pt x="318926" y="414097"/>
                    <a:pt x="286826" y="426194"/>
                  </a:cubicBezTo>
                  <a:cubicBezTo>
                    <a:pt x="254727" y="438291"/>
                    <a:pt x="232534" y="437815"/>
                    <a:pt x="220151" y="424861"/>
                  </a:cubicBezTo>
                  <a:cubicBezTo>
                    <a:pt x="214531" y="419051"/>
                    <a:pt x="211293" y="411335"/>
                    <a:pt x="210340" y="401620"/>
                  </a:cubicBezTo>
                  <a:cubicBezTo>
                    <a:pt x="209388" y="391904"/>
                    <a:pt x="211674" y="384570"/>
                    <a:pt x="217008" y="379331"/>
                  </a:cubicBezTo>
                  <a:cubicBezTo>
                    <a:pt x="222437" y="374188"/>
                    <a:pt x="228057" y="371426"/>
                    <a:pt x="233867" y="370949"/>
                  </a:cubicBezTo>
                  <a:cubicBezTo>
                    <a:pt x="268348" y="368282"/>
                    <a:pt x="297684" y="355423"/>
                    <a:pt x="322068" y="332468"/>
                  </a:cubicBezTo>
                  <a:cubicBezTo>
                    <a:pt x="354168" y="301702"/>
                    <a:pt x="358169" y="273699"/>
                    <a:pt x="333880" y="248362"/>
                  </a:cubicBezTo>
                  <a:cubicBezTo>
                    <a:pt x="323878" y="237885"/>
                    <a:pt x="309686" y="233122"/>
                    <a:pt x="291303" y="233885"/>
                  </a:cubicBezTo>
                  <a:cubicBezTo>
                    <a:pt x="272920" y="234646"/>
                    <a:pt x="252917" y="238170"/>
                    <a:pt x="231391" y="244362"/>
                  </a:cubicBezTo>
                  <a:cubicBezTo>
                    <a:pt x="209959" y="250648"/>
                    <a:pt x="188147" y="256173"/>
                    <a:pt x="166049" y="261126"/>
                  </a:cubicBezTo>
                  <a:cubicBezTo>
                    <a:pt x="143665" y="265698"/>
                    <a:pt x="120805" y="265698"/>
                    <a:pt x="97564" y="261126"/>
                  </a:cubicBezTo>
                  <a:cubicBezTo>
                    <a:pt x="74323" y="256553"/>
                    <a:pt x="53940" y="244933"/>
                    <a:pt x="36604" y="226455"/>
                  </a:cubicBezTo>
                  <a:cubicBezTo>
                    <a:pt x="9077" y="197689"/>
                    <a:pt x="-2924" y="167114"/>
                    <a:pt x="600" y="134634"/>
                  </a:cubicBezTo>
                  <a:cubicBezTo>
                    <a:pt x="4410" y="101868"/>
                    <a:pt x="20221" y="72245"/>
                    <a:pt x="48034" y="456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99A0522-CCEF-D1D9-B840-AA83E3383A69}"/>
              </a:ext>
            </a:extLst>
          </p:cNvPr>
          <p:cNvSpPr/>
          <p:nvPr userDrawn="1"/>
        </p:nvSpPr>
        <p:spPr>
          <a:xfrm>
            <a:off x="528320" y="284480"/>
            <a:ext cx="1254760" cy="5076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9" name="Image 58">
            <a:extLst>
              <a:ext uri="{FF2B5EF4-FFF2-40B4-BE49-F238E27FC236}">
                <a16:creationId xmlns:a16="http://schemas.microsoft.com/office/drawing/2014/main" id="{734CA668-2C4E-EE96-21D5-9E21626D8C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165" b="7786"/>
          <a:stretch/>
        </p:blipFill>
        <p:spPr>
          <a:xfrm>
            <a:off x="2947554" y="0"/>
            <a:ext cx="2310246" cy="6029960"/>
          </a:xfrm>
          <a:prstGeom prst="rect">
            <a:avLst/>
          </a:prstGeom>
        </p:spPr>
      </p:pic>
      <p:sp>
        <p:nvSpPr>
          <p:cNvPr id="79" name="Espace réservé du texte 33">
            <a:extLst>
              <a:ext uri="{FF2B5EF4-FFF2-40B4-BE49-F238E27FC236}">
                <a16:creationId xmlns:a16="http://schemas.microsoft.com/office/drawing/2014/main" id="{8E16D38E-65A7-57D4-95DB-EE8AA74753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7632" y="469053"/>
            <a:ext cx="542967" cy="38127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anchor="ctr">
            <a:noAutofit/>
          </a:bodyPr>
          <a:lstStyle>
            <a:lvl1pPr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1</a:t>
            </a:r>
          </a:p>
        </p:txBody>
      </p:sp>
      <p:sp>
        <p:nvSpPr>
          <p:cNvPr id="80" name="Espace réservé du texte 48">
            <a:extLst>
              <a:ext uri="{FF2B5EF4-FFF2-40B4-BE49-F238E27FC236}">
                <a16:creationId xmlns:a16="http://schemas.microsoft.com/office/drawing/2014/main" id="{FFDC81BB-F356-CCE3-EAD9-369CB0782DD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09574" y="535043"/>
            <a:ext cx="4685000" cy="249299"/>
          </a:xfrm>
        </p:spPr>
        <p:txBody>
          <a:bodyPr wrap="non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une longue ligne de texte</a:t>
            </a:r>
          </a:p>
        </p:txBody>
      </p:sp>
      <p:sp>
        <p:nvSpPr>
          <p:cNvPr id="82" name="Espace réservé du texte 48">
            <a:extLst>
              <a:ext uri="{FF2B5EF4-FFF2-40B4-BE49-F238E27FC236}">
                <a16:creationId xmlns:a16="http://schemas.microsoft.com/office/drawing/2014/main" id="{CEB746C7-55D0-EBC1-300E-DDB81CED584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09574" y="1209628"/>
            <a:ext cx="4685000" cy="249299"/>
          </a:xfrm>
        </p:spPr>
        <p:txBody>
          <a:bodyPr wrap="non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une longue ligne de texte</a:t>
            </a:r>
          </a:p>
        </p:txBody>
      </p:sp>
      <p:sp>
        <p:nvSpPr>
          <p:cNvPr id="84" name="Espace réservé du texte 48">
            <a:extLst>
              <a:ext uri="{FF2B5EF4-FFF2-40B4-BE49-F238E27FC236}">
                <a16:creationId xmlns:a16="http://schemas.microsoft.com/office/drawing/2014/main" id="{55803124-95D4-6915-1339-3EF9DB4F4D8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09574" y="1884213"/>
            <a:ext cx="4685000" cy="249299"/>
          </a:xfrm>
        </p:spPr>
        <p:txBody>
          <a:bodyPr wrap="non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une longue ligne de texte</a:t>
            </a:r>
          </a:p>
        </p:txBody>
      </p:sp>
      <p:sp>
        <p:nvSpPr>
          <p:cNvPr id="86" name="Espace réservé du texte 48">
            <a:extLst>
              <a:ext uri="{FF2B5EF4-FFF2-40B4-BE49-F238E27FC236}">
                <a16:creationId xmlns:a16="http://schemas.microsoft.com/office/drawing/2014/main" id="{668E4555-1906-0897-EB97-1FB586D7655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09574" y="2558798"/>
            <a:ext cx="4685000" cy="249299"/>
          </a:xfrm>
        </p:spPr>
        <p:txBody>
          <a:bodyPr wrap="non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une longue ligne de texte</a:t>
            </a:r>
          </a:p>
        </p:txBody>
      </p:sp>
      <p:sp>
        <p:nvSpPr>
          <p:cNvPr id="87" name="Espace réservé du texte 33">
            <a:extLst>
              <a:ext uri="{FF2B5EF4-FFF2-40B4-BE49-F238E27FC236}">
                <a16:creationId xmlns:a16="http://schemas.microsoft.com/office/drawing/2014/main" id="{F55AEF32-E70B-EC4C-E13B-27FDA03DE10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27632" y="1143638"/>
            <a:ext cx="542967" cy="381279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anchor="ctr">
            <a:noAutofit/>
          </a:bodyPr>
          <a:lstStyle>
            <a:lvl1pPr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2</a:t>
            </a:r>
          </a:p>
        </p:txBody>
      </p:sp>
      <p:sp>
        <p:nvSpPr>
          <p:cNvPr id="88" name="Espace réservé du texte 33">
            <a:extLst>
              <a:ext uri="{FF2B5EF4-FFF2-40B4-BE49-F238E27FC236}">
                <a16:creationId xmlns:a16="http://schemas.microsoft.com/office/drawing/2014/main" id="{3030E154-4494-206A-8D45-D58D1067DED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27632" y="1818223"/>
            <a:ext cx="542967" cy="38127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</p:spPr>
        <p:txBody>
          <a:bodyPr wrap="none" anchor="ctr">
            <a:noAutofit/>
          </a:bodyPr>
          <a:lstStyle>
            <a:lvl1pPr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3</a:t>
            </a:r>
          </a:p>
        </p:txBody>
      </p:sp>
      <p:sp>
        <p:nvSpPr>
          <p:cNvPr id="89" name="Espace réservé du texte 33">
            <a:extLst>
              <a:ext uri="{FF2B5EF4-FFF2-40B4-BE49-F238E27FC236}">
                <a16:creationId xmlns:a16="http://schemas.microsoft.com/office/drawing/2014/main" id="{063C9C74-DC1E-0DCA-0712-68CDC08039E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527632" y="2492808"/>
            <a:ext cx="542967" cy="38127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anchor="ctr">
            <a:noAutofit/>
          </a:bodyPr>
          <a:lstStyle>
            <a:lvl1pPr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4</a:t>
            </a:r>
          </a:p>
        </p:txBody>
      </p:sp>
      <p:sp>
        <p:nvSpPr>
          <p:cNvPr id="3" name="Espace réservé du texte 33">
            <a:extLst>
              <a:ext uri="{FF2B5EF4-FFF2-40B4-BE49-F238E27FC236}">
                <a16:creationId xmlns:a16="http://schemas.microsoft.com/office/drawing/2014/main" id="{E37A1458-727F-AED3-71F4-62B118C9E05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27632" y="3167393"/>
            <a:ext cx="542967" cy="38127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anchor="ctr">
            <a:noAutofit/>
          </a:bodyPr>
          <a:lstStyle>
            <a:lvl1pPr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5</a:t>
            </a:r>
          </a:p>
        </p:txBody>
      </p:sp>
      <p:sp>
        <p:nvSpPr>
          <p:cNvPr id="4" name="Espace réservé du texte 48">
            <a:extLst>
              <a:ext uri="{FF2B5EF4-FFF2-40B4-BE49-F238E27FC236}">
                <a16:creationId xmlns:a16="http://schemas.microsoft.com/office/drawing/2014/main" id="{1253B8F1-FBDE-5EF0-6A0B-F94A470221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09574" y="3233383"/>
            <a:ext cx="4685000" cy="249299"/>
          </a:xfrm>
        </p:spPr>
        <p:txBody>
          <a:bodyPr wrap="non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une longue ligne de texte</a:t>
            </a:r>
          </a:p>
        </p:txBody>
      </p:sp>
      <p:sp>
        <p:nvSpPr>
          <p:cNvPr id="5" name="Espace réservé du texte 48">
            <a:extLst>
              <a:ext uri="{FF2B5EF4-FFF2-40B4-BE49-F238E27FC236}">
                <a16:creationId xmlns:a16="http://schemas.microsoft.com/office/drawing/2014/main" id="{4D5DDB51-8243-3007-52BC-D5E30837703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09574" y="3907968"/>
            <a:ext cx="4685000" cy="249299"/>
          </a:xfrm>
        </p:spPr>
        <p:txBody>
          <a:bodyPr wrap="non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une longue ligne de texte</a:t>
            </a:r>
          </a:p>
        </p:txBody>
      </p:sp>
      <p:sp>
        <p:nvSpPr>
          <p:cNvPr id="6" name="Espace réservé du texte 48">
            <a:extLst>
              <a:ext uri="{FF2B5EF4-FFF2-40B4-BE49-F238E27FC236}">
                <a16:creationId xmlns:a16="http://schemas.microsoft.com/office/drawing/2014/main" id="{E87E2254-FC89-09B7-A6B1-F37AAD2141E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09574" y="4582553"/>
            <a:ext cx="4685000" cy="249299"/>
          </a:xfrm>
        </p:spPr>
        <p:txBody>
          <a:bodyPr wrap="non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une longue ligne de texte</a:t>
            </a:r>
          </a:p>
        </p:txBody>
      </p:sp>
      <p:sp>
        <p:nvSpPr>
          <p:cNvPr id="7" name="Espace réservé du texte 48">
            <a:extLst>
              <a:ext uri="{FF2B5EF4-FFF2-40B4-BE49-F238E27FC236}">
                <a16:creationId xmlns:a16="http://schemas.microsoft.com/office/drawing/2014/main" id="{6B4694D6-647F-744C-458D-7A733F0CAF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09574" y="5257138"/>
            <a:ext cx="4685000" cy="249299"/>
          </a:xfrm>
        </p:spPr>
        <p:txBody>
          <a:bodyPr wrap="non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Titre de la partie sur une longue ligne de texte</a:t>
            </a:r>
          </a:p>
        </p:txBody>
      </p:sp>
      <p:sp>
        <p:nvSpPr>
          <p:cNvPr id="25" name="Espace réservé du texte 33">
            <a:extLst>
              <a:ext uri="{FF2B5EF4-FFF2-40B4-BE49-F238E27FC236}">
                <a16:creationId xmlns:a16="http://schemas.microsoft.com/office/drawing/2014/main" id="{46C7567E-C2CD-748C-E8B6-C9C1B1B6F3D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527632" y="3841978"/>
            <a:ext cx="542967" cy="381279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anchor="ctr">
            <a:noAutofit/>
          </a:bodyPr>
          <a:lstStyle>
            <a:lvl1pPr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6</a:t>
            </a:r>
          </a:p>
        </p:txBody>
      </p:sp>
      <p:sp>
        <p:nvSpPr>
          <p:cNvPr id="26" name="Espace réservé du texte 33">
            <a:extLst>
              <a:ext uri="{FF2B5EF4-FFF2-40B4-BE49-F238E27FC236}">
                <a16:creationId xmlns:a16="http://schemas.microsoft.com/office/drawing/2014/main" id="{BD3C0D65-38DF-A019-C3C5-91EEC737919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527632" y="4516563"/>
            <a:ext cx="542967" cy="38127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</p:spPr>
        <p:txBody>
          <a:bodyPr wrap="none" anchor="ctr">
            <a:noAutofit/>
          </a:bodyPr>
          <a:lstStyle>
            <a:lvl1pPr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7</a:t>
            </a:r>
          </a:p>
        </p:txBody>
      </p:sp>
      <p:sp>
        <p:nvSpPr>
          <p:cNvPr id="27" name="Espace réservé du texte 33">
            <a:extLst>
              <a:ext uri="{FF2B5EF4-FFF2-40B4-BE49-F238E27FC236}">
                <a16:creationId xmlns:a16="http://schemas.microsoft.com/office/drawing/2014/main" id="{507EABBB-79DD-26EC-09B2-FFB7AD7DE3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527632" y="5191148"/>
            <a:ext cx="542967" cy="38127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anchor="ctr">
            <a:noAutofit/>
          </a:bodyPr>
          <a:lstStyle>
            <a:lvl1pPr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692730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1 Chapitre Vert">
    <p:bg bwMode="lt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3701D282-8B91-476B-2C38-4F156623064B}"/>
              </a:ext>
            </a:extLst>
          </p:cNvPr>
          <p:cNvSpPr/>
          <p:nvPr userDrawn="1"/>
        </p:nvSpPr>
        <p:spPr bwMode="ltGray">
          <a:xfrm>
            <a:off x="0" y="6035040"/>
            <a:ext cx="12191999" cy="822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33" name="Graphique 44">
            <a:extLst>
              <a:ext uri="{FF2B5EF4-FFF2-40B4-BE49-F238E27FC236}">
                <a16:creationId xmlns:a16="http://schemas.microsoft.com/office/drawing/2014/main" id="{9C28DDF6-107C-7D06-DD65-692E4A04E5C9}"/>
              </a:ext>
            </a:extLst>
          </p:cNvPr>
          <p:cNvGrpSpPr/>
          <p:nvPr userDrawn="1"/>
        </p:nvGrpSpPr>
        <p:grpSpPr>
          <a:xfrm>
            <a:off x="11259577" y="6260485"/>
            <a:ext cx="300749" cy="346882"/>
            <a:chOff x="3319467" y="228600"/>
            <a:chExt cx="5551926" cy="6403562"/>
          </a:xfrm>
          <a:solidFill>
            <a:schemeClr val="accent1"/>
          </a:solidFill>
        </p:grpSpPr>
        <p:sp>
          <p:nvSpPr>
            <p:cNvPr id="35" name="Forme libre : forme 34">
              <a:extLst>
                <a:ext uri="{FF2B5EF4-FFF2-40B4-BE49-F238E27FC236}">
                  <a16:creationId xmlns:a16="http://schemas.microsoft.com/office/drawing/2014/main" id="{E754092A-4C08-7F56-52E0-9E6DF00452B5}"/>
                </a:ext>
              </a:extLst>
            </p:cNvPr>
            <p:cNvSpPr/>
            <p:nvPr/>
          </p:nvSpPr>
          <p:spPr>
            <a:xfrm>
              <a:off x="3319467" y="1781949"/>
              <a:ext cx="1254828" cy="3190491"/>
            </a:xfrm>
            <a:custGeom>
              <a:avLst/>
              <a:gdLst>
                <a:gd name="connsiteX0" fmla="*/ 185 w 1254828"/>
                <a:gd name="connsiteY0" fmla="*/ 186391 h 3190491"/>
                <a:gd name="connsiteX1" fmla="*/ 174017 w 1254828"/>
                <a:gd name="connsiteY1" fmla="*/ 178 h 3190491"/>
                <a:gd name="connsiteX2" fmla="*/ 360040 w 1254828"/>
                <a:gd name="connsiteY2" fmla="*/ 169913 h 3190491"/>
                <a:gd name="connsiteX3" fmla="*/ 481198 w 1254828"/>
                <a:gd name="connsiteY3" fmla="*/ 2822340 h 3190491"/>
                <a:gd name="connsiteX4" fmla="*/ 1064509 w 1254828"/>
                <a:gd name="connsiteY4" fmla="*/ 2795670 h 3190491"/>
                <a:gd name="connsiteX5" fmla="*/ 1254628 w 1254828"/>
                <a:gd name="connsiteY5" fmla="*/ 2965310 h 3190491"/>
                <a:gd name="connsiteX6" fmla="*/ 1080987 w 1254828"/>
                <a:gd name="connsiteY6" fmla="*/ 3155525 h 3190491"/>
                <a:gd name="connsiteX7" fmla="*/ 319749 w 1254828"/>
                <a:gd name="connsiteY7" fmla="*/ 3190291 h 3190491"/>
                <a:gd name="connsiteX8" fmla="*/ 129535 w 1254828"/>
                <a:gd name="connsiteY8" fmla="*/ 3016650 h 3190491"/>
                <a:gd name="connsiteX9" fmla="*/ 185 w 1254828"/>
                <a:gd name="connsiteY9" fmla="*/ 186391 h 319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54828" h="3190491">
                  <a:moveTo>
                    <a:pt x="185" y="186391"/>
                  </a:moveTo>
                  <a:cubicBezTo>
                    <a:pt x="-4291" y="89332"/>
                    <a:pt x="72861" y="4845"/>
                    <a:pt x="174017" y="178"/>
                  </a:cubicBezTo>
                  <a:cubicBezTo>
                    <a:pt x="271076" y="-4204"/>
                    <a:pt x="355563" y="72949"/>
                    <a:pt x="360040" y="169913"/>
                  </a:cubicBezTo>
                  <a:lnTo>
                    <a:pt x="481198" y="2822340"/>
                  </a:lnTo>
                  <a:lnTo>
                    <a:pt x="1064509" y="2795670"/>
                  </a:lnTo>
                  <a:cubicBezTo>
                    <a:pt x="1165569" y="2791003"/>
                    <a:pt x="1250151" y="2868251"/>
                    <a:pt x="1254628" y="2965310"/>
                  </a:cubicBezTo>
                  <a:cubicBezTo>
                    <a:pt x="1259295" y="3066371"/>
                    <a:pt x="1182047" y="3150953"/>
                    <a:pt x="1080987" y="3155525"/>
                  </a:cubicBezTo>
                  <a:lnTo>
                    <a:pt x="319749" y="3190291"/>
                  </a:lnTo>
                  <a:cubicBezTo>
                    <a:pt x="218689" y="3194958"/>
                    <a:pt x="134107" y="3117710"/>
                    <a:pt x="129535" y="3016650"/>
                  </a:cubicBezTo>
                  <a:lnTo>
                    <a:pt x="185" y="18639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6" name="Forme libre : forme 35">
              <a:extLst>
                <a:ext uri="{FF2B5EF4-FFF2-40B4-BE49-F238E27FC236}">
                  <a16:creationId xmlns:a16="http://schemas.microsoft.com/office/drawing/2014/main" id="{295F9921-DB6F-035B-AAE1-A27B1DEF9D1C}"/>
                </a:ext>
              </a:extLst>
            </p:cNvPr>
            <p:cNvSpPr/>
            <p:nvPr/>
          </p:nvSpPr>
          <p:spPr>
            <a:xfrm>
              <a:off x="5104446" y="1808321"/>
              <a:ext cx="330708" cy="559212"/>
            </a:xfrm>
            <a:custGeom>
              <a:avLst/>
              <a:gdLst>
                <a:gd name="connsiteX0" fmla="*/ 330708 w 330708"/>
                <a:gd name="connsiteY0" fmla="*/ 391954 h 559212"/>
                <a:gd name="connsiteX1" fmla="*/ 167164 w 330708"/>
                <a:gd name="connsiteY1" fmla="*/ 559213 h 559212"/>
                <a:gd name="connsiteX2" fmla="*/ 0 w 330708"/>
                <a:gd name="connsiteY2" fmla="*/ 391954 h 559212"/>
                <a:gd name="connsiteX3" fmla="*/ 0 w 330708"/>
                <a:gd name="connsiteY3" fmla="*/ 163449 h 559212"/>
                <a:gd name="connsiteX4" fmla="*/ 167164 w 330708"/>
                <a:gd name="connsiteY4" fmla="*/ 0 h 559212"/>
                <a:gd name="connsiteX5" fmla="*/ 330708 w 330708"/>
                <a:gd name="connsiteY5" fmla="*/ 163449 h 559212"/>
                <a:gd name="connsiteX6" fmla="*/ 330708 w 330708"/>
                <a:gd name="connsiteY6" fmla="*/ 391954 h 559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559212">
                  <a:moveTo>
                    <a:pt x="330708" y="391954"/>
                  </a:moveTo>
                  <a:cubicBezTo>
                    <a:pt x="330708" y="484822"/>
                    <a:pt x="256413" y="559213"/>
                    <a:pt x="167164" y="559213"/>
                  </a:cubicBezTo>
                  <a:cubicBezTo>
                    <a:pt x="77915" y="559213"/>
                    <a:pt x="0" y="484918"/>
                    <a:pt x="0" y="391954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3919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7" name="Forme libre : forme 36">
              <a:extLst>
                <a:ext uri="{FF2B5EF4-FFF2-40B4-BE49-F238E27FC236}">
                  <a16:creationId xmlns:a16="http://schemas.microsoft.com/office/drawing/2014/main" id="{7A18C7FE-5244-57FC-F2CC-B200F3853C2C}"/>
                </a:ext>
              </a:extLst>
            </p:cNvPr>
            <p:cNvSpPr/>
            <p:nvPr/>
          </p:nvSpPr>
          <p:spPr>
            <a:xfrm>
              <a:off x="5104446" y="2882646"/>
              <a:ext cx="330708" cy="2068734"/>
            </a:xfrm>
            <a:custGeom>
              <a:avLst/>
              <a:gdLst>
                <a:gd name="connsiteX0" fmla="*/ 330708 w 330708"/>
                <a:gd name="connsiteY0" fmla="*/ 1901476 h 2068734"/>
                <a:gd name="connsiteX1" fmla="*/ 167164 w 330708"/>
                <a:gd name="connsiteY1" fmla="*/ 2068735 h 2068734"/>
                <a:gd name="connsiteX2" fmla="*/ 0 w 330708"/>
                <a:gd name="connsiteY2" fmla="*/ 1901476 h 2068734"/>
                <a:gd name="connsiteX3" fmla="*/ 0 w 330708"/>
                <a:gd name="connsiteY3" fmla="*/ 163449 h 2068734"/>
                <a:gd name="connsiteX4" fmla="*/ 167164 w 330708"/>
                <a:gd name="connsiteY4" fmla="*/ 0 h 2068734"/>
                <a:gd name="connsiteX5" fmla="*/ 330708 w 330708"/>
                <a:gd name="connsiteY5" fmla="*/ 163449 h 2068734"/>
                <a:gd name="connsiteX6" fmla="*/ 330708 w 330708"/>
                <a:gd name="connsiteY6" fmla="*/ 1901476 h 206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2068734">
                  <a:moveTo>
                    <a:pt x="330708" y="1901476"/>
                  </a:moveTo>
                  <a:cubicBezTo>
                    <a:pt x="330708" y="1994344"/>
                    <a:pt x="256413" y="2068735"/>
                    <a:pt x="167164" y="2068735"/>
                  </a:cubicBezTo>
                  <a:cubicBezTo>
                    <a:pt x="77915" y="2068735"/>
                    <a:pt x="0" y="1994440"/>
                    <a:pt x="0" y="1901476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190147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8" name="Forme libre : forme 37">
              <a:extLst>
                <a:ext uri="{FF2B5EF4-FFF2-40B4-BE49-F238E27FC236}">
                  <a16:creationId xmlns:a16="http://schemas.microsoft.com/office/drawing/2014/main" id="{448D5F44-3016-2DED-E6F1-4E1DB890484B}"/>
                </a:ext>
              </a:extLst>
            </p:cNvPr>
            <p:cNvSpPr/>
            <p:nvPr/>
          </p:nvSpPr>
          <p:spPr>
            <a:xfrm>
              <a:off x="6236683" y="2168270"/>
              <a:ext cx="1065561" cy="2788348"/>
            </a:xfrm>
            <a:custGeom>
              <a:avLst/>
              <a:gdLst>
                <a:gd name="connsiteX0" fmla="*/ 321374 w 1065561"/>
                <a:gd name="connsiteY0" fmla="*/ 2625852 h 2788348"/>
                <a:gd name="connsiteX1" fmla="*/ 162496 w 1065561"/>
                <a:gd name="connsiteY1" fmla="*/ 2788349 h 2788348"/>
                <a:gd name="connsiteX2" fmla="*/ 0 w 1065561"/>
                <a:gd name="connsiteY2" fmla="*/ 2625852 h 2788348"/>
                <a:gd name="connsiteX3" fmla="*/ 0 w 1065561"/>
                <a:gd name="connsiteY3" fmla="*/ 158877 h 2788348"/>
                <a:gd name="connsiteX4" fmla="*/ 162496 w 1065561"/>
                <a:gd name="connsiteY4" fmla="*/ 0 h 2788348"/>
                <a:gd name="connsiteX5" fmla="*/ 903065 w 1065561"/>
                <a:gd name="connsiteY5" fmla="*/ 0 h 2788348"/>
                <a:gd name="connsiteX6" fmla="*/ 1065562 w 1065561"/>
                <a:gd name="connsiteY6" fmla="*/ 158877 h 2788348"/>
                <a:gd name="connsiteX7" fmla="*/ 903065 w 1065561"/>
                <a:gd name="connsiteY7" fmla="*/ 321374 h 2788348"/>
                <a:gd name="connsiteX8" fmla="*/ 321374 w 1065561"/>
                <a:gd name="connsiteY8" fmla="*/ 321374 h 2788348"/>
                <a:gd name="connsiteX9" fmla="*/ 321374 w 1065561"/>
                <a:gd name="connsiteY9" fmla="*/ 1216914 h 2788348"/>
                <a:gd name="connsiteX10" fmla="*/ 740569 w 1065561"/>
                <a:gd name="connsiteY10" fmla="*/ 1216914 h 2788348"/>
                <a:gd name="connsiteX11" fmla="*/ 903065 w 1065561"/>
                <a:gd name="connsiteY11" fmla="*/ 1375791 h 2788348"/>
                <a:gd name="connsiteX12" fmla="*/ 740569 w 1065561"/>
                <a:gd name="connsiteY12" fmla="*/ 1538288 h 2788348"/>
                <a:gd name="connsiteX13" fmla="*/ 321374 w 1065561"/>
                <a:gd name="connsiteY13" fmla="*/ 1538288 h 2788348"/>
                <a:gd name="connsiteX14" fmla="*/ 321374 w 1065561"/>
                <a:gd name="connsiteY14" fmla="*/ 2625757 h 278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65561" h="2788348">
                  <a:moveTo>
                    <a:pt x="321374" y="2625852"/>
                  </a:moveTo>
                  <a:cubicBezTo>
                    <a:pt x="321374" y="2716149"/>
                    <a:pt x="249174" y="2788349"/>
                    <a:pt x="162496" y="2788349"/>
                  </a:cubicBezTo>
                  <a:cubicBezTo>
                    <a:pt x="75819" y="2788349"/>
                    <a:pt x="0" y="2716149"/>
                    <a:pt x="0" y="2625852"/>
                  </a:cubicBezTo>
                  <a:lnTo>
                    <a:pt x="0" y="158877"/>
                  </a:lnTo>
                  <a:cubicBezTo>
                    <a:pt x="0" y="72200"/>
                    <a:pt x="72200" y="0"/>
                    <a:pt x="162496" y="0"/>
                  </a:cubicBezTo>
                  <a:lnTo>
                    <a:pt x="903065" y="0"/>
                  </a:lnTo>
                  <a:cubicBezTo>
                    <a:pt x="993362" y="0"/>
                    <a:pt x="1065562" y="72200"/>
                    <a:pt x="1065562" y="158877"/>
                  </a:cubicBezTo>
                  <a:cubicBezTo>
                    <a:pt x="1065562" y="245554"/>
                    <a:pt x="993362" y="321374"/>
                    <a:pt x="903065" y="321374"/>
                  </a:cubicBezTo>
                  <a:lnTo>
                    <a:pt x="321374" y="321374"/>
                  </a:lnTo>
                  <a:lnTo>
                    <a:pt x="321374" y="1216914"/>
                  </a:lnTo>
                  <a:lnTo>
                    <a:pt x="740569" y="1216914"/>
                  </a:lnTo>
                  <a:cubicBezTo>
                    <a:pt x="830866" y="1216914"/>
                    <a:pt x="903065" y="1289114"/>
                    <a:pt x="903065" y="1375791"/>
                  </a:cubicBezTo>
                  <a:cubicBezTo>
                    <a:pt x="903065" y="1462468"/>
                    <a:pt x="830866" y="1538288"/>
                    <a:pt x="740569" y="1538288"/>
                  </a:cubicBezTo>
                  <a:lnTo>
                    <a:pt x="321374" y="1538288"/>
                  </a:lnTo>
                  <a:lnTo>
                    <a:pt x="321374" y="262575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9" name="Forme libre : forme 38">
              <a:extLst>
                <a:ext uri="{FF2B5EF4-FFF2-40B4-BE49-F238E27FC236}">
                  <a16:creationId xmlns:a16="http://schemas.microsoft.com/office/drawing/2014/main" id="{92F1BBE2-C609-FF1D-296E-ADBB834217CE}"/>
                </a:ext>
              </a:extLst>
            </p:cNvPr>
            <p:cNvSpPr/>
            <p:nvPr/>
          </p:nvSpPr>
          <p:spPr>
            <a:xfrm>
              <a:off x="7800593" y="2168366"/>
              <a:ext cx="1070800" cy="2751391"/>
            </a:xfrm>
            <a:custGeom>
              <a:avLst/>
              <a:gdLst>
                <a:gd name="connsiteX0" fmla="*/ 908400 w 1070800"/>
                <a:gd name="connsiteY0" fmla="*/ 2429923 h 2751391"/>
                <a:gd name="connsiteX1" fmla="*/ 321469 w 1070800"/>
                <a:gd name="connsiteY1" fmla="*/ 2429923 h 2751391"/>
                <a:gd name="connsiteX2" fmla="*/ 321469 w 1070800"/>
                <a:gd name="connsiteY2" fmla="*/ 1522476 h 2751391"/>
                <a:gd name="connsiteX3" fmla="*/ 740664 w 1070800"/>
                <a:gd name="connsiteY3" fmla="*/ 1522476 h 2751391"/>
                <a:gd name="connsiteX4" fmla="*/ 903161 w 1070800"/>
                <a:gd name="connsiteY4" fmla="*/ 1359980 h 2751391"/>
                <a:gd name="connsiteX5" fmla="*/ 740664 w 1070800"/>
                <a:gd name="connsiteY5" fmla="*/ 1201103 h 2751391"/>
                <a:gd name="connsiteX6" fmla="*/ 321469 w 1070800"/>
                <a:gd name="connsiteY6" fmla="*/ 1201103 h 2751391"/>
                <a:gd name="connsiteX7" fmla="*/ 321469 w 1070800"/>
                <a:gd name="connsiteY7" fmla="*/ 321374 h 2751391"/>
                <a:gd name="connsiteX8" fmla="*/ 903161 w 1070800"/>
                <a:gd name="connsiteY8" fmla="*/ 321374 h 2751391"/>
                <a:gd name="connsiteX9" fmla="*/ 1065657 w 1070800"/>
                <a:gd name="connsiteY9" fmla="*/ 158877 h 2751391"/>
                <a:gd name="connsiteX10" fmla="*/ 903161 w 1070800"/>
                <a:gd name="connsiteY10" fmla="*/ 0 h 2751391"/>
                <a:gd name="connsiteX11" fmla="*/ 162496 w 1070800"/>
                <a:gd name="connsiteY11" fmla="*/ 0 h 2751391"/>
                <a:gd name="connsiteX12" fmla="*/ 0 w 1070800"/>
                <a:gd name="connsiteY12" fmla="*/ 158877 h 2751391"/>
                <a:gd name="connsiteX13" fmla="*/ 0 w 1070800"/>
                <a:gd name="connsiteY13" fmla="*/ 2588895 h 2751391"/>
                <a:gd name="connsiteX14" fmla="*/ 162496 w 1070800"/>
                <a:gd name="connsiteY14" fmla="*/ 2751392 h 2751391"/>
                <a:gd name="connsiteX15" fmla="*/ 165068 w 1070800"/>
                <a:gd name="connsiteY15" fmla="*/ 2751296 h 2751391"/>
                <a:gd name="connsiteX16" fmla="*/ 167735 w 1070800"/>
                <a:gd name="connsiteY16" fmla="*/ 2751392 h 2751391"/>
                <a:gd name="connsiteX17" fmla="*/ 908304 w 1070800"/>
                <a:gd name="connsiteY17" fmla="*/ 2751392 h 2751391"/>
                <a:gd name="connsiteX18" fmla="*/ 1070801 w 1070800"/>
                <a:gd name="connsiteY18" fmla="*/ 2592515 h 2751391"/>
                <a:gd name="connsiteX19" fmla="*/ 908304 w 1070800"/>
                <a:gd name="connsiteY19" fmla="*/ 2430018 h 275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70800" h="2751391">
                  <a:moveTo>
                    <a:pt x="908400" y="2429923"/>
                  </a:moveTo>
                  <a:lnTo>
                    <a:pt x="321469" y="2429923"/>
                  </a:lnTo>
                  <a:lnTo>
                    <a:pt x="321469" y="1522476"/>
                  </a:lnTo>
                  <a:lnTo>
                    <a:pt x="740664" y="1522476"/>
                  </a:lnTo>
                  <a:cubicBezTo>
                    <a:pt x="830961" y="1522476"/>
                    <a:pt x="903161" y="1450277"/>
                    <a:pt x="903161" y="1359980"/>
                  </a:cubicBezTo>
                  <a:cubicBezTo>
                    <a:pt x="903161" y="1269683"/>
                    <a:pt x="830961" y="1201103"/>
                    <a:pt x="740664" y="1201103"/>
                  </a:cubicBezTo>
                  <a:lnTo>
                    <a:pt x="321469" y="1201103"/>
                  </a:lnTo>
                  <a:lnTo>
                    <a:pt x="321469" y="321374"/>
                  </a:lnTo>
                  <a:lnTo>
                    <a:pt x="903161" y="321374"/>
                  </a:lnTo>
                  <a:cubicBezTo>
                    <a:pt x="993458" y="321374"/>
                    <a:pt x="1065657" y="249174"/>
                    <a:pt x="1065657" y="158877"/>
                  </a:cubicBezTo>
                  <a:cubicBezTo>
                    <a:pt x="1065657" y="68580"/>
                    <a:pt x="993458" y="0"/>
                    <a:pt x="903161" y="0"/>
                  </a:cubicBezTo>
                  <a:lnTo>
                    <a:pt x="162496" y="0"/>
                  </a:lnTo>
                  <a:cubicBezTo>
                    <a:pt x="72200" y="0"/>
                    <a:pt x="0" y="72200"/>
                    <a:pt x="0" y="158877"/>
                  </a:cubicBezTo>
                  <a:lnTo>
                    <a:pt x="0" y="2588895"/>
                  </a:lnTo>
                  <a:cubicBezTo>
                    <a:pt x="0" y="2679192"/>
                    <a:pt x="72200" y="2751392"/>
                    <a:pt x="162496" y="2751392"/>
                  </a:cubicBezTo>
                  <a:cubicBezTo>
                    <a:pt x="163354" y="2751392"/>
                    <a:pt x="164211" y="2751296"/>
                    <a:pt x="165068" y="2751296"/>
                  </a:cubicBezTo>
                  <a:cubicBezTo>
                    <a:pt x="166021" y="2751296"/>
                    <a:pt x="166878" y="2751392"/>
                    <a:pt x="167735" y="2751392"/>
                  </a:cubicBezTo>
                  <a:lnTo>
                    <a:pt x="908304" y="2751392"/>
                  </a:lnTo>
                  <a:cubicBezTo>
                    <a:pt x="998601" y="2751392"/>
                    <a:pt x="1070801" y="2679192"/>
                    <a:pt x="1070801" y="2592515"/>
                  </a:cubicBezTo>
                  <a:cubicBezTo>
                    <a:pt x="1070801" y="2505837"/>
                    <a:pt x="998601" y="2430018"/>
                    <a:pt x="908304" y="24300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0" name="Forme libre : forme 39">
              <a:extLst>
                <a:ext uri="{FF2B5EF4-FFF2-40B4-BE49-F238E27FC236}">
                  <a16:creationId xmlns:a16="http://schemas.microsoft.com/office/drawing/2014/main" id="{3F5CC014-C613-30A1-299A-2C2879513806}"/>
                </a:ext>
              </a:extLst>
            </p:cNvPr>
            <p:cNvSpPr/>
            <p:nvPr/>
          </p:nvSpPr>
          <p:spPr>
            <a:xfrm>
              <a:off x="3605502" y="228600"/>
              <a:ext cx="4960413" cy="1495996"/>
            </a:xfrm>
            <a:custGeom>
              <a:avLst/>
              <a:gdLst>
                <a:gd name="connsiteX0" fmla="*/ 4782117 w 4960413"/>
                <a:gd name="connsiteY0" fmla="*/ 1495997 h 1495996"/>
                <a:gd name="connsiteX1" fmla="*/ 4642195 w 4960413"/>
                <a:gd name="connsiteY1" fmla="*/ 1428464 h 1495996"/>
                <a:gd name="connsiteX2" fmla="*/ 2426965 w 4960413"/>
                <a:gd name="connsiteY2" fmla="*/ 356807 h 1495996"/>
                <a:gd name="connsiteX3" fmla="*/ 311844 w 4960413"/>
                <a:gd name="connsiteY3" fmla="*/ 1309211 h 1495996"/>
                <a:gd name="connsiteX4" fmla="*/ 60098 w 4960413"/>
                <a:gd name="connsiteY4" fmla="*/ 1324451 h 1495996"/>
                <a:gd name="connsiteX5" fmla="*/ 44858 w 4960413"/>
                <a:gd name="connsiteY5" fmla="*/ 1072706 h 1495996"/>
                <a:gd name="connsiteX6" fmla="*/ 2427061 w 4960413"/>
                <a:gd name="connsiteY6" fmla="*/ 0 h 1495996"/>
                <a:gd name="connsiteX7" fmla="*/ 4921849 w 4960413"/>
                <a:gd name="connsiteY7" fmla="*/ 1206818 h 1495996"/>
                <a:gd name="connsiteX8" fmla="*/ 4892798 w 4960413"/>
                <a:gd name="connsiteY8" fmla="*/ 1457420 h 1495996"/>
                <a:gd name="connsiteX9" fmla="*/ 4782117 w 4960413"/>
                <a:gd name="connsiteY9" fmla="*/ 1495997 h 1495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60413" h="1495996">
                  <a:moveTo>
                    <a:pt x="4782117" y="1495997"/>
                  </a:moveTo>
                  <a:cubicBezTo>
                    <a:pt x="4729539" y="1495997"/>
                    <a:pt x="4677437" y="1472851"/>
                    <a:pt x="4642195" y="1428464"/>
                  </a:cubicBezTo>
                  <a:cubicBezTo>
                    <a:pt x="4102413" y="747427"/>
                    <a:pt x="3294979" y="356807"/>
                    <a:pt x="2426965" y="356807"/>
                  </a:cubicBezTo>
                  <a:cubicBezTo>
                    <a:pt x="1618960" y="356807"/>
                    <a:pt x="848006" y="703898"/>
                    <a:pt x="311844" y="1309211"/>
                  </a:cubicBezTo>
                  <a:cubicBezTo>
                    <a:pt x="246502" y="1382935"/>
                    <a:pt x="133822" y="1389698"/>
                    <a:pt x="60098" y="1324451"/>
                  </a:cubicBezTo>
                  <a:cubicBezTo>
                    <a:pt x="-13625" y="1259110"/>
                    <a:pt x="-20483" y="1146429"/>
                    <a:pt x="44858" y="1072706"/>
                  </a:cubicBezTo>
                  <a:cubicBezTo>
                    <a:pt x="648743" y="390906"/>
                    <a:pt x="1517042" y="0"/>
                    <a:pt x="2427061" y="0"/>
                  </a:cubicBezTo>
                  <a:cubicBezTo>
                    <a:pt x="3404612" y="0"/>
                    <a:pt x="4313868" y="439865"/>
                    <a:pt x="4921849" y="1206818"/>
                  </a:cubicBezTo>
                  <a:cubicBezTo>
                    <a:pt x="4982999" y="1283970"/>
                    <a:pt x="4970046" y="1396175"/>
                    <a:pt x="4892798" y="1457420"/>
                  </a:cubicBezTo>
                  <a:cubicBezTo>
                    <a:pt x="4860032" y="1483424"/>
                    <a:pt x="4820979" y="1495997"/>
                    <a:pt x="4782117" y="14959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1" name="Forme libre : forme 40">
              <a:extLst>
                <a:ext uri="{FF2B5EF4-FFF2-40B4-BE49-F238E27FC236}">
                  <a16:creationId xmlns:a16="http://schemas.microsoft.com/office/drawing/2014/main" id="{AFCB0D81-3774-8C38-8D61-BF2E75A563EB}"/>
                </a:ext>
              </a:extLst>
            </p:cNvPr>
            <p:cNvSpPr/>
            <p:nvPr/>
          </p:nvSpPr>
          <p:spPr>
            <a:xfrm>
              <a:off x="3749206" y="5390947"/>
              <a:ext cx="546290" cy="567405"/>
            </a:xfrm>
            <a:custGeom>
              <a:avLst/>
              <a:gdLst>
                <a:gd name="connsiteX0" fmla="*/ 100703 w 546290"/>
                <a:gd name="connsiteY0" fmla="*/ 485502 h 567405"/>
                <a:gd name="connsiteX1" fmla="*/ 881 w 546290"/>
                <a:gd name="connsiteY1" fmla="*/ 299193 h 567405"/>
                <a:gd name="connsiteX2" fmla="*/ 74890 w 546290"/>
                <a:gd name="connsiteY2" fmla="*/ 100501 h 567405"/>
                <a:gd name="connsiteX3" fmla="*/ 260342 w 546290"/>
                <a:gd name="connsiteY3" fmla="*/ 489 h 567405"/>
                <a:gd name="connsiteX4" fmla="*/ 450651 w 546290"/>
                <a:gd name="connsiteY4" fmla="*/ 72402 h 567405"/>
                <a:gd name="connsiteX5" fmla="*/ 545711 w 546290"/>
                <a:gd name="connsiteY5" fmla="*/ 252520 h 567405"/>
                <a:gd name="connsiteX6" fmla="*/ 478083 w 546290"/>
                <a:gd name="connsiteY6" fmla="*/ 437972 h 567405"/>
                <a:gd name="connsiteX7" fmla="*/ 373784 w 546290"/>
                <a:gd name="connsiteY7" fmla="*/ 505408 h 567405"/>
                <a:gd name="connsiteX8" fmla="*/ 278725 w 546290"/>
                <a:gd name="connsiteY8" fmla="*/ 476929 h 567405"/>
                <a:gd name="connsiteX9" fmla="*/ 250721 w 546290"/>
                <a:gd name="connsiteY9" fmla="*/ 393966 h 567405"/>
                <a:gd name="connsiteX10" fmla="*/ 159091 w 546290"/>
                <a:gd name="connsiteY10" fmla="*/ 370439 h 567405"/>
                <a:gd name="connsiteX11" fmla="*/ 122229 w 546290"/>
                <a:gd name="connsiteY11" fmla="*/ 290810 h 567405"/>
                <a:gd name="connsiteX12" fmla="*/ 175188 w 546290"/>
                <a:gd name="connsiteY12" fmla="*/ 181464 h 567405"/>
                <a:gd name="connsiteX13" fmla="*/ 338542 w 546290"/>
                <a:gd name="connsiteY13" fmla="*/ 128219 h 567405"/>
                <a:gd name="connsiteX14" fmla="*/ 375308 w 546290"/>
                <a:gd name="connsiteY14" fmla="*/ 150888 h 567405"/>
                <a:gd name="connsiteX15" fmla="*/ 432268 w 546290"/>
                <a:gd name="connsiteY15" fmla="*/ 236994 h 567405"/>
                <a:gd name="connsiteX16" fmla="*/ 436078 w 546290"/>
                <a:gd name="connsiteY16" fmla="*/ 250805 h 567405"/>
                <a:gd name="connsiteX17" fmla="*/ 423981 w 546290"/>
                <a:gd name="connsiteY17" fmla="*/ 278618 h 567405"/>
                <a:gd name="connsiteX18" fmla="*/ 327683 w 546290"/>
                <a:gd name="connsiteY18" fmla="*/ 386823 h 567405"/>
                <a:gd name="connsiteX19" fmla="*/ 331970 w 546290"/>
                <a:gd name="connsiteY19" fmla="*/ 438448 h 567405"/>
                <a:gd name="connsiteX20" fmla="*/ 378737 w 546290"/>
                <a:gd name="connsiteY20" fmla="*/ 444544 h 567405"/>
                <a:gd name="connsiteX21" fmla="*/ 436268 w 546290"/>
                <a:gd name="connsiteY21" fmla="*/ 400729 h 567405"/>
                <a:gd name="connsiteX22" fmla="*/ 491609 w 546290"/>
                <a:gd name="connsiteY22" fmla="*/ 253091 h 567405"/>
                <a:gd name="connsiteX23" fmla="*/ 416266 w 546290"/>
                <a:gd name="connsiteY23" fmla="*/ 110502 h 567405"/>
                <a:gd name="connsiteX24" fmla="*/ 264914 w 546290"/>
                <a:gd name="connsiteY24" fmla="*/ 53352 h 567405"/>
                <a:gd name="connsiteX25" fmla="*/ 117848 w 546290"/>
                <a:gd name="connsiteY25" fmla="*/ 132695 h 567405"/>
                <a:gd name="connsiteX26" fmla="*/ 56888 w 546290"/>
                <a:gd name="connsiteY26" fmla="*/ 293287 h 567405"/>
                <a:gd name="connsiteX27" fmla="*/ 136612 w 546290"/>
                <a:gd name="connsiteY27" fmla="*/ 446259 h 567405"/>
                <a:gd name="connsiteX28" fmla="*/ 256341 w 546290"/>
                <a:gd name="connsiteY28" fmla="*/ 518172 h 567405"/>
                <a:gd name="connsiteX29" fmla="*/ 269962 w 546290"/>
                <a:gd name="connsiteY29" fmla="*/ 526364 h 567405"/>
                <a:gd name="connsiteX30" fmla="*/ 274153 w 546290"/>
                <a:gd name="connsiteY30" fmla="*/ 540270 h 567405"/>
                <a:gd name="connsiteX31" fmla="*/ 264247 w 546290"/>
                <a:gd name="connsiteY31" fmla="*/ 560177 h 567405"/>
                <a:gd name="connsiteX32" fmla="*/ 238529 w 546290"/>
                <a:gd name="connsiteY32" fmla="*/ 566083 h 567405"/>
                <a:gd name="connsiteX33" fmla="*/ 100798 w 546290"/>
                <a:gd name="connsiteY33" fmla="*/ 485406 h 567405"/>
                <a:gd name="connsiteX34" fmla="*/ 332922 w 546290"/>
                <a:gd name="connsiteY34" fmla="*/ 203752 h 567405"/>
                <a:gd name="connsiteX35" fmla="*/ 287107 w 546290"/>
                <a:gd name="connsiteY35" fmla="*/ 188512 h 567405"/>
                <a:gd name="connsiteX36" fmla="*/ 230433 w 546290"/>
                <a:gd name="connsiteY36" fmla="*/ 225374 h 567405"/>
                <a:gd name="connsiteX37" fmla="*/ 196715 w 546290"/>
                <a:gd name="connsiteY37" fmla="*/ 285095 h 567405"/>
                <a:gd name="connsiteX38" fmla="*/ 209859 w 546290"/>
                <a:gd name="connsiteY38" fmla="*/ 324624 h 567405"/>
                <a:gd name="connsiteX39" fmla="*/ 278249 w 546290"/>
                <a:gd name="connsiteY39" fmla="*/ 339674 h 567405"/>
                <a:gd name="connsiteX40" fmla="*/ 362259 w 546290"/>
                <a:gd name="connsiteY40" fmla="*/ 245281 h 567405"/>
                <a:gd name="connsiteX41" fmla="*/ 333017 w 546290"/>
                <a:gd name="connsiteY41" fmla="*/ 203656 h 567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46290" h="567405">
                  <a:moveTo>
                    <a:pt x="100703" y="485502"/>
                  </a:moveTo>
                  <a:cubicBezTo>
                    <a:pt x="40124" y="431590"/>
                    <a:pt x="6881" y="369582"/>
                    <a:pt x="881" y="299193"/>
                  </a:cubicBezTo>
                  <a:cubicBezTo>
                    <a:pt x="-5120" y="228898"/>
                    <a:pt x="19550" y="162699"/>
                    <a:pt x="74890" y="100501"/>
                  </a:cubicBezTo>
                  <a:cubicBezTo>
                    <a:pt x="130421" y="38112"/>
                    <a:pt x="192238" y="4774"/>
                    <a:pt x="260342" y="489"/>
                  </a:cubicBezTo>
                  <a:cubicBezTo>
                    <a:pt x="328541" y="-3798"/>
                    <a:pt x="391977" y="20110"/>
                    <a:pt x="450651" y="72402"/>
                  </a:cubicBezTo>
                  <a:cubicBezTo>
                    <a:pt x="509420" y="124694"/>
                    <a:pt x="541043" y="184702"/>
                    <a:pt x="545711" y="252520"/>
                  </a:cubicBezTo>
                  <a:cubicBezTo>
                    <a:pt x="550283" y="320338"/>
                    <a:pt x="527804" y="382155"/>
                    <a:pt x="478083" y="437972"/>
                  </a:cubicBezTo>
                  <a:cubicBezTo>
                    <a:pt x="443603" y="476739"/>
                    <a:pt x="408836" y="499218"/>
                    <a:pt x="373784" y="505408"/>
                  </a:cubicBezTo>
                  <a:cubicBezTo>
                    <a:pt x="338732" y="511600"/>
                    <a:pt x="307014" y="502075"/>
                    <a:pt x="278725" y="476929"/>
                  </a:cubicBezTo>
                  <a:cubicBezTo>
                    <a:pt x="250436" y="451783"/>
                    <a:pt x="241101" y="424160"/>
                    <a:pt x="250721" y="393966"/>
                  </a:cubicBezTo>
                  <a:cubicBezTo>
                    <a:pt x="213193" y="399205"/>
                    <a:pt x="182618" y="391394"/>
                    <a:pt x="159091" y="370439"/>
                  </a:cubicBezTo>
                  <a:cubicBezTo>
                    <a:pt x="135564" y="349484"/>
                    <a:pt x="123182" y="322910"/>
                    <a:pt x="122229" y="290810"/>
                  </a:cubicBezTo>
                  <a:cubicBezTo>
                    <a:pt x="121562" y="258330"/>
                    <a:pt x="139184" y="221945"/>
                    <a:pt x="175188" y="181464"/>
                  </a:cubicBezTo>
                  <a:cubicBezTo>
                    <a:pt x="227957" y="122123"/>
                    <a:pt x="282344" y="104406"/>
                    <a:pt x="338542" y="128219"/>
                  </a:cubicBezTo>
                  <a:cubicBezTo>
                    <a:pt x="351972" y="133839"/>
                    <a:pt x="364259" y="141459"/>
                    <a:pt x="375308" y="150888"/>
                  </a:cubicBezTo>
                  <a:cubicBezTo>
                    <a:pt x="401597" y="174225"/>
                    <a:pt x="420552" y="202990"/>
                    <a:pt x="432268" y="236994"/>
                  </a:cubicBezTo>
                  <a:cubicBezTo>
                    <a:pt x="434363" y="242995"/>
                    <a:pt x="435602" y="247662"/>
                    <a:pt x="436078" y="250805"/>
                  </a:cubicBezTo>
                  <a:cubicBezTo>
                    <a:pt x="437126" y="259092"/>
                    <a:pt x="433125" y="268332"/>
                    <a:pt x="423981" y="278618"/>
                  </a:cubicBezTo>
                  <a:lnTo>
                    <a:pt x="327683" y="386823"/>
                  </a:lnTo>
                  <a:cubicBezTo>
                    <a:pt x="311872" y="404634"/>
                    <a:pt x="313301" y="421779"/>
                    <a:pt x="331970" y="438448"/>
                  </a:cubicBezTo>
                  <a:cubicBezTo>
                    <a:pt x="344447" y="449592"/>
                    <a:pt x="360068" y="451593"/>
                    <a:pt x="378737" y="444544"/>
                  </a:cubicBezTo>
                  <a:cubicBezTo>
                    <a:pt x="397406" y="437495"/>
                    <a:pt x="416552" y="422827"/>
                    <a:pt x="436268" y="400729"/>
                  </a:cubicBezTo>
                  <a:cubicBezTo>
                    <a:pt x="476559" y="355390"/>
                    <a:pt x="495038" y="306146"/>
                    <a:pt x="491609" y="253091"/>
                  </a:cubicBezTo>
                  <a:cubicBezTo>
                    <a:pt x="488180" y="200037"/>
                    <a:pt x="463034" y="152507"/>
                    <a:pt x="416266" y="110502"/>
                  </a:cubicBezTo>
                  <a:cubicBezTo>
                    <a:pt x="369498" y="68878"/>
                    <a:pt x="319016" y="49828"/>
                    <a:pt x="264914" y="53352"/>
                  </a:cubicBezTo>
                  <a:cubicBezTo>
                    <a:pt x="210907" y="56686"/>
                    <a:pt x="161948" y="83166"/>
                    <a:pt x="117848" y="132695"/>
                  </a:cubicBezTo>
                  <a:cubicBezTo>
                    <a:pt x="73747" y="182225"/>
                    <a:pt x="53363" y="235756"/>
                    <a:pt x="56888" y="293287"/>
                  </a:cubicBezTo>
                  <a:cubicBezTo>
                    <a:pt x="60317" y="350723"/>
                    <a:pt x="86891" y="401776"/>
                    <a:pt x="136612" y="446259"/>
                  </a:cubicBezTo>
                  <a:cubicBezTo>
                    <a:pt x="174331" y="480168"/>
                    <a:pt x="214241" y="504170"/>
                    <a:pt x="256341" y="518172"/>
                  </a:cubicBezTo>
                  <a:cubicBezTo>
                    <a:pt x="262151" y="520744"/>
                    <a:pt x="266723" y="523506"/>
                    <a:pt x="269962" y="526364"/>
                  </a:cubicBezTo>
                  <a:cubicBezTo>
                    <a:pt x="273200" y="529221"/>
                    <a:pt x="274629" y="533889"/>
                    <a:pt x="274153" y="540270"/>
                  </a:cubicBezTo>
                  <a:cubicBezTo>
                    <a:pt x="273677" y="546652"/>
                    <a:pt x="270343" y="553319"/>
                    <a:pt x="264247" y="560177"/>
                  </a:cubicBezTo>
                  <a:cubicBezTo>
                    <a:pt x="258151" y="567036"/>
                    <a:pt x="249578" y="569035"/>
                    <a:pt x="238529" y="566083"/>
                  </a:cubicBezTo>
                  <a:cubicBezTo>
                    <a:pt x="190523" y="551319"/>
                    <a:pt x="144613" y="524458"/>
                    <a:pt x="100798" y="485406"/>
                  </a:cubicBezTo>
                  <a:moveTo>
                    <a:pt x="332922" y="203752"/>
                  </a:moveTo>
                  <a:cubicBezTo>
                    <a:pt x="319682" y="191941"/>
                    <a:pt x="304442" y="186892"/>
                    <a:pt x="287107" y="188512"/>
                  </a:cubicBezTo>
                  <a:cubicBezTo>
                    <a:pt x="269962" y="189940"/>
                    <a:pt x="251007" y="202228"/>
                    <a:pt x="230433" y="225374"/>
                  </a:cubicBezTo>
                  <a:cubicBezTo>
                    <a:pt x="209764" y="248615"/>
                    <a:pt x="198524" y="268522"/>
                    <a:pt x="196715" y="285095"/>
                  </a:cubicBezTo>
                  <a:cubicBezTo>
                    <a:pt x="194905" y="301764"/>
                    <a:pt x="199286" y="314908"/>
                    <a:pt x="209859" y="324624"/>
                  </a:cubicBezTo>
                  <a:cubicBezTo>
                    <a:pt x="227766" y="340245"/>
                    <a:pt x="250626" y="345293"/>
                    <a:pt x="278249" y="339674"/>
                  </a:cubicBezTo>
                  <a:lnTo>
                    <a:pt x="362259" y="245281"/>
                  </a:lnTo>
                  <a:cubicBezTo>
                    <a:pt x="355973" y="229374"/>
                    <a:pt x="346257" y="215467"/>
                    <a:pt x="333017" y="20365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2" name="Forme libre : forme 41">
              <a:extLst>
                <a:ext uri="{FF2B5EF4-FFF2-40B4-BE49-F238E27FC236}">
                  <a16:creationId xmlns:a16="http://schemas.microsoft.com/office/drawing/2014/main" id="{F1A2E366-C07C-D806-3AD9-EA8C0A7CCA6D}"/>
                </a:ext>
              </a:extLst>
            </p:cNvPr>
            <p:cNvSpPr/>
            <p:nvPr/>
          </p:nvSpPr>
          <p:spPr>
            <a:xfrm>
              <a:off x="4362046" y="5781046"/>
              <a:ext cx="399278" cy="467401"/>
            </a:xfrm>
            <a:custGeom>
              <a:avLst/>
              <a:gdLst>
                <a:gd name="connsiteX0" fmla="*/ 311680 w 399278"/>
                <a:gd name="connsiteY0" fmla="*/ 47967 h 467401"/>
                <a:gd name="connsiteX1" fmla="*/ 392166 w 399278"/>
                <a:gd name="connsiteY1" fmla="*/ 122548 h 467401"/>
                <a:gd name="connsiteX2" fmla="*/ 379879 w 399278"/>
                <a:gd name="connsiteY2" fmla="*/ 217227 h 467401"/>
                <a:gd name="connsiteX3" fmla="*/ 274342 w 399278"/>
                <a:gd name="connsiteY3" fmla="*/ 274186 h 467401"/>
                <a:gd name="connsiteX4" fmla="*/ 289011 w 399278"/>
                <a:gd name="connsiteY4" fmla="*/ 402773 h 467401"/>
                <a:gd name="connsiteX5" fmla="*/ 209953 w 399278"/>
                <a:gd name="connsiteY5" fmla="*/ 466401 h 467401"/>
                <a:gd name="connsiteX6" fmla="*/ 97177 w 399278"/>
                <a:gd name="connsiteY6" fmla="*/ 436397 h 467401"/>
                <a:gd name="connsiteX7" fmla="*/ 19453 w 399278"/>
                <a:gd name="connsiteY7" fmla="*/ 392963 h 467401"/>
                <a:gd name="connsiteX8" fmla="*/ 2117 w 399278"/>
                <a:gd name="connsiteY8" fmla="*/ 374770 h 467401"/>
                <a:gd name="connsiteX9" fmla="*/ 3546 w 399278"/>
                <a:gd name="connsiteY9" fmla="*/ 352196 h 467401"/>
                <a:gd name="connsiteX10" fmla="*/ 192617 w 399278"/>
                <a:gd name="connsiteY10" fmla="*/ 13677 h 467401"/>
                <a:gd name="connsiteX11" fmla="*/ 211286 w 399278"/>
                <a:gd name="connsiteY11" fmla="*/ 342 h 467401"/>
                <a:gd name="connsiteX12" fmla="*/ 235956 w 399278"/>
                <a:gd name="connsiteY12" fmla="*/ 5581 h 467401"/>
                <a:gd name="connsiteX13" fmla="*/ 311680 w 399278"/>
                <a:gd name="connsiteY13" fmla="*/ 47872 h 467401"/>
                <a:gd name="connsiteX14" fmla="*/ 143373 w 399278"/>
                <a:gd name="connsiteY14" fmla="*/ 242087 h 467401"/>
                <a:gd name="connsiteX15" fmla="*/ 80603 w 399278"/>
                <a:gd name="connsiteY15" fmla="*/ 354482 h 467401"/>
                <a:gd name="connsiteX16" fmla="*/ 130038 w 399278"/>
                <a:gd name="connsiteY16" fmla="*/ 382104 h 467401"/>
                <a:gd name="connsiteX17" fmla="*/ 190046 w 399278"/>
                <a:gd name="connsiteY17" fmla="*/ 398964 h 467401"/>
                <a:gd name="connsiteX18" fmla="*/ 231479 w 399278"/>
                <a:gd name="connsiteY18" fmla="*/ 365435 h 467401"/>
                <a:gd name="connsiteX19" fmla="*/ 239385 w 399278"/>
                <a:gd name="connsiteY19" fmla="*/ 313143 h 467401"/>
                <a:gd name="connsiteX20" fmla="*/ 192236 w 399278"/>
                <a:gd name="connsiteY20" fmla="*/ 269423 h 467401"/>
                <a:gd name="connsiteX21" fmla="*/ 143373 w 399278"/>
                <a:gd name="connsiteY21" fmla="*/ 242087 h 467401"/>
                <a:gd name="connsiteX22" fmla="*/ 235099 w 399278"/>
                <a:gd name="connsiteY22" fmla="*/ 77780 h 467401"/>
                <a:gd name="connsiteX23" fmla="*/ 174330 w 399278"/>
                <a:gd name="connsiteY23" fmla="*/ 186652 h 467401"/>
                <a:gd name="connsiteX24" fmla="*/ 222716 w 399278"/>
                <a:gd name="connsiteY24" fmla="*/ 213702 h 467401"/>
                <a:gd name="connsiteX25" fmla="*/ 276342 w 399278"/>
                <a:gd name="connsiteY25" fmla="*/ 224275 h 467401"/>
                <a:gd name="connsiteX26" fmla="*/ 316538 w 399278"/>
                <a:gd name="connsiteY26" fmla="*/ 190461 h 467401"/>
                <a:gd name="connsiteX27" fmla="*/ 323872 w 399278"/>
                <a:gd name="connsiteY27" fmla="*/ 142455 h 467401"/>
                <a:gd name="connsiteX28" fmla="*/ 281676 w 399278"/>
                <a:gd name="connsiteY28" fmla="*/ 103784 h 467401"/>
                <a:gd name="connsiteX29" fmla="*/ 235194 w 399278"/>
                <a:gd name="connsiteY29" fmla="*/ 77780 h 467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9278" h="467401">
                  <a:moveTo>
                    <a:pt x="311680" y="47967"/>
                  </a:moveTo>
                  <a:cubicBezTo>
                    <a:pt x="352733" y="70923"/>
                    <a:pt x="379593" y="95783"/>
                    <a:pt x="392166" y="122548"/>
                  </a:cubicBezTo>
                  <a:cubicBezTo>
                    <a:pt x="404739" y="149409"/>
                    <a:pt x="400644" y="180936"/>
                    <a:pt x="379879" y="217227"/>
                  </a:cubicBezTo>
                  <a:cubicBezTo>
                    <a:pt x="356733" y="258755"/>
                    <a:pt x="321491" y="277711"/>
                    <a:pt x="274342" y="274186"/>
                  </a:cubicBezTo>
                  <a:cubicBezTo>
                    <a:pt x="312918" y="308285"/>
                    <a:pt x="317871" y="351243"/>
                    <a:pt x="289011" y="402773"/>
                  </a:cubicBezTo>
                  <a:cubicBezTo>
                    <a:pt x="267770" y="440779"/>
                    <a:pt x="241481" y="461924"/>
                    <a:pt x="209953" y="466401"/>
                  </a:cubicBezTo>
                  <a:cubicBezTo>
                    <a:pt x="178520" y="470782"/>
                    <a:pt x="140897" y="460781"/>
                    <a:pt x="97177" y="436397"/>
                  </a:cubicBezTo>
                  <a:lnTo>
                    <a:pt x="19453" y="392963"/>
                  </a:lnTo>
                  <a:cubicBezTo>
                    <a:pt x="11166" y="388296"/>
                    <a:pt x="5356" y="382295"/>
                    <a:pt x="2117" y="374770"/>
                  </a:cubicBezTo>
                  <a:cubicBezTo>
                    <a:pt x="-1121" y="367245"/>
                    <a:pt x="-645" y="359816"/>
                    <a:pt x="3546" y="352196"/>
                  </a:cubicBezTo>
                  <a:lnTo>
                    <a:pt x="192617" y="13677"/>
                  </a:lnTo>
                  <a:cubicBezTo>
                    <a:pt x="196904" y="5962"/>
                    <a:pt x="203190" y="1486"/>
                    <a:pt x="211286" y="342"/>
                  </a:cubicBezTo>
                  <a:cubicBezTo>
                    <a:pt x="219383" y="-801"/>
                    <a:pt x="227574" y="914"/>
                    <a:pt x="235956" y="5581"/>
                  </a:cubicBezTo>
                  <a:lnTo>
                    <a:pt x="311680" y="47872"/>
                  </a:lnTo>
                  <a:close/>
                  <a:moveTo>
                    <a:pt x="143373" y="242087"/>
                  </a:moveTo>
                  <a:lnTo>
                    <a:pt x="80603" y="354482"/>
                  </a:lnTo>
                  <a:lnTo>
                    <a:pt x="130038" y="382104"/>
                  </a:lnTo>
                  <a:cubicBezTo>
                    <a:pt x="153946" y="395439"/>
                    <a:pt x="174044" y="401154"/>
                    <a:pt x="190046" y="398964"/>
                  </a:cubicBezTo>
                  <a:cubicBezTo>
                    <a:pt x="206333" y="396963"/>
                    <a:pt x="220145" y="385724"/>
                    <a:pt x="231479" y="365435"/>
                  </a:cubicBezTo>
                  <a:cubicBezTo>
                    <a:pt x="242719" y="345243"/>
                    <a:pt x="245386" y="327812"/>
                    <a:pt x="239385" y="313143"/>
                  </a:cubicBezTo>
                  <a:cubicBezTo>
                    <a:pt x="233385" y="298475"/>
                    <a:pt x="217668" y="283902"/>
                    <a:pt x="192236" y="269423"/>
                  </a:cubicBezTo>
                  <a:lnTo>
                    <a:pt x="143373" y="242087"/>
                  </a:lnTo>
                  <a:close/>
                  <a:moveTo>
                    <a:pt x="235099" y="77780"/>
                  </a:moveTo>
                  <a:lnTo>
                    <a:pt x="174330" y="186652"/>
                  </a:lnTo>
                  <a:lnTo>
                    <a:pt x="222716" y="213702"/>
                  </a:lnTo>
                  <a:cubicBezTo>
                    <a:pt x="242052" y="224752"/>
                    <a:pt x="259959" y="228276"/>
                    <a:pt x="276342" y="224275"/>
                  </a:cubicBezTo>
                  <a:cubicBezTo>
                    <a:pt x="292725" y="220275"/>
                    <a:pt x="306156" y="209035"/>
                    <a:pt x="316538" y="190461"/>
                  </a:cubicBezTo>
                  <a:cubicBezTo>
                    <a:pt x="326920" y="171887"/>
                    <a:pt x="329301" y="155885"/>
                    <a:pt x="323872" y="142455"/>
                  </a:cubicBezTo>
                  <a:cubicBezTo>
                    <a:pt x="318062" y="129120"/>
                    <a:pt x="303965" y="116262"/>
                    <a:pt x="281676" y="103784"/>
                  </a:cubicBezTo>
                  <a:lnTo>
                    <a:pt x="235194" y="777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3" name="Forme libre : forme 42">
              <a:extLst>
                <a:ext uri="{FF2B5EF4-FFF2-40B4-BE49-F238E27FC236}">
                  <a16:creationId xmlns:a16="http://schemas.microsoft.com/office/drawing/2014/main" id="{7789D397-EAD8-CE22-8761-3E3C5D32CBF2}"/>
                </a:ext>
              </a:extLst>
            </p:cNvPr>
            <p:cNvSpPr/>
            <p:nvPr/>
          </p:nvSpPr>
          <p:spPr>
            <a:xfrm>
              <a:off x="4761394" y="5957067"/>
              <a:ext cx="452211" cy="522723"/>
            </a:xfrm>
            <a:custGeom>
              <a:avLst/>
              <a:gdLst>
                <a:gd name="connsiteX0" fmla="*/ 2344 w 452211"/>
                <a:gd name="connsiteY0" fmla="*/ 389440 h 522723"/>
                <a:gd name="connsiteX1" fmla="*/ 140551 w 452211"/>
                <a:gd name="connsiteY1" fmla="*/ 17679 h 522723"/>
                <a:gd name="connsiteX2" fmla="*/ 183604 w 452211"/>
                <a:gd name="connsiteY2" fmla="*/ 3963 h 522723"/>
                <a:gd name="connsiteX3" fmla="*/ 212846 w 452211"/>
                <a:gd name="connsiteY3" fmla="*/ 28347 h 522723"/>
                <a:gd name="connsiteX4" fmla="*/ 216561 w 452211"/>
                <a:gd name="connsiteY4" fmla="*/ 45873 h 522723"/>
                <a:gd name="connsiteX5" fmla="*/ 283712 w 452211"/>
                <a:gd name="connsiteY5" fmla="*/ 384487 h 522723"/>
                <a:gd name="connsiteX6" fmla="*/ 386106 w 452211"/>
                <a:gd name="connsiteY6" fmla="*/ 109024 h 522723"/>
                <a:gd name="connsiteX7" fmla="*/ 402298 w 452211"/>
                <a:gd name="connsiteY7" fmla="*/ 92546 h 522723"/>
                <a:gd name="connsiteX8" fmla="*/ 427730 w 452211"/>
                <a:gd name="connsiteY8" fmla="*/ 94736 h 522723"/>
                <a:gd name="connsiteX9" fmla="*/ 448590 w 452211"/>
                <a:gd name="connsiteY9" fmla="*/ 110071 h 522723"/>
                <a:gd name="connsiteX10" fmla="*/ 450209 w 452211"/>
                <a:gd name="connsiteY10" fmla="*/ 132836 h 522723"/>
                <a:gd name="connsiteX11" fmla="*/ 312001 w 452211"/>
                <a:gd name="connsiteY11" fmla="*/ 504693 h 522723"/>
                <a:gd name="connsiteX12" fmla="*/ 271044 w 452211"/>
                <a:gd name="connsiteY12" fmla="*/ 519170 h 522723"/>
                <a:gd name="connsiteX13" fmla="*/ 249517 w 452211"/>
                <a:gd name="connsiteY13" fmla="*/ 505835 h 522723"/>
                <a:gd name="connsiteX14" fmla="*/ 239611 w 452211"/>
                <a:gd name="connsiteY14" fmla="*/ 491548 h 522723"/>
                <a:gd name="connsiteX15" fmla="*/ 235135 w 452211"/>
                <a:gd name="connsiteY15" fmla="*/ 473355 h 522723"/>
                <a:gd name="connsiteX16" fmla="*/ 168555 w 452211"/>
                <a:gd name="connsiteY16" fmla="*/ 138361 h 522723"/>
                <a:gd name="connsiteX17" fmla="*/ 66352 w 452211"/>
                <a:gd name="connsiteY17" fmla="*/ 413348 h 522723"/>
                <a:gd name="connsiteX18" fmla="*/ 50445 w 452211"/>
                <a:gd name="connsiteY18" fmla="*/ 429921 h 522723"/>
                <a:gd name="connsiteX19" fmla="*/ 24727 w 452211"/>
                <a:gd name="connsiteY19" fmla="*/ 427635 h 522723"/>
                <a:gd name="connsiteX20" fmla="*/ 2248 w 452211"/>
                <a:gd name="connsiteY20" fmla="*/ 389535 h 52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52211" h="522723">
                  <a:moveTo>
                    <a:pt x="2344" y="389440"/>
                  </a:moveTo>
                  <a:lnTo>
                    <a:pt x="140551" y="17679"/>
                  </a:lnTo>
                  <a:cubicBezTo>
                    <a:pt x="147028" y="248"/>
                    <a:pt x="161411" y="-4229"/>
                    <a:pt x="183604" y="3963"/>
                  </a:cubicBezTo>
                  <a:cubicBezTo>
                    <a:pt x="200273" y="10154"/>
                    <a:pt x="209989" y="18346"/>
                    <a:pt x="212846" y="28347"/>
                  </a:cubicBezTo>
                  <a:cubicBezTo>
                    <a:pt x="213989" y="31871"/>
                    <a:pt x="215227" y="37681"/>
                    <a:pt x="216561" y="45873"/>
                  </a:cubicBezTo>
                  <a:lnTo>
                    <a:pt x="283712" y="384487"/>
                  </a:lnTo>
                  <a:lnTo>
                    <a:pt x="386106" y="109024"/>
                  </a:lnTo>
                  <a:cubicBezTo>
                    <a:pt x="389440" y="100165"/>
                    <a:pt x="394774" y="94641"/>
                    <a:pt x="402298" y="92546"/>
                  </a:cubicBezTo>
                  <a:cubicBezTo>
                    <a:pt x="409823" y="90545"/>
                    <a:pt x="418205" y="91212"/>
                    <a:pt x="427730" y="94736"/>
                  </a:cubicBezTo>
                  <a:cubicBezTo>
                    <a:pt x="437160" y="98260"/>
                    <a:pt x="444113" y="103404"/>
                    <a:pt x="448590" y="110071"/>
                  </a:cubicBezTo>
                  <a:cubicBezTo>
                    <a:pt x="452781" y="116739"/>
                    <a:pt x="453352" y="124264"/>
                    <a:pt x="450209" y="132836"/>
                  </a:cubicBezTo>
                  <a:lnTo>
                    <a:pt x="312001" y="504693"/>
                  </a:lnTo>
                  <a:cubicBezTo>
                    <a:pt x="305524" y="522028"/>
                    <a:pt x="291904" y="526885"/>
                    <a:pt x="271044" y="519170"/>
                  </a:cubicBezTo>
                  <a:cubicBezTo>
                    <a:pt x="261900" y="515741"/>
                    <a:pt x="254756" y="511360"/>
                    <a:pt x="249517" y="505835"/>
                  </a:cubicBezTo>
                  <a:cubicBezTo>
                    <a:pt x="244279" y="500406"/>
                    <a:pt x="240945" y="495644"/>
                    <a:pt x="239611" y="491548"/>
                  </a:cubicBezTo>
                  <a:cubicBezTo>
                    <a:pt x="238278" y="487547"/>
                    <a:pt x="236754" y="481452"/>
                    <a:pt x="235135" y="473355"/>
                  </a:cubicBezTo>
                  <a:lnTo>
                    <a:pt x="168555" y="138361"/>
                  </a:lnTo>
                  <a:lnTo>
                    <a:pt x="66352" y="413348"/>
                  </a:lnTo>
                  <a:cubicBezTo>
                    <a:pt x="63304" y="422110"/>
                    <a:pt x="58065" y="427635"/>
                    <a:pt x="50445" y="429921"/>
                  </a:cubicBezTo>
                  <a:cubicBezTo>
                    <a:pt x="42920" y="432207"/>
                    <a:pt x="34348" y="431445"/>
                    <a:pt x="24727" y="427635"/>
                  </a:cubicBezTo>
                  <a:cubicBezTo>
                    <a:pt x="3296" y="419634"/>
                    <a:pt x="-4229" y="406966"/>
                    <a:pt x="2248" y="3895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4" name="Forme libre : forme 43">
              <a:extLst>
                <a:ext uri="{FF2B5EF4-FFF2-40B4-BE49-F238E27FC236}">
                  <a16:creationId xmlns:a16="http://schemas.microsoft.com/office/drawing/2014/main" id="{F6414C6D-0CCD-D71A-540E-CAD5582D4564}"/>
                </a:ext>
              </a:extLst>
            </p:cNvPr>
            <p:cNvSpPr/>
            <p:nvPr/>
          </p:nvSpPr>
          <p:spPr>
            <a:xfrm>
              <a:off x="5262000" y="6106780"/>
              <a:ext cx="330188" cy="441242"/>
            </a:xfrm>
            <a:custGeom>
              <a:avLst/>
              <a:gdLst>
                <a:gd name="connsiteX0" fmla="*/ 79905 w 330188"/>
                <a:gd name="connsiteY0" fmla="*/ 21794 h 441242"/>
                <a:gd name="connsiteX1" fmla="*/ 93525 w 330188"/>
                <a:gd name="connsiteY1" fmla="*/ 3126 h 441242"/>
                <a:gd name="connsiteX2" fmla="*/ 119148 w 330188"/>
                <a:gd name="connsiteY2" fmla="*/ 1125 h 441242"/>
                <a:gd name="connsiteX3" fmla="*/ 202015 w 330188"/>
                <a:gd name="connsiteY3" fmla="*/ 18270 h 441242"/>
                <a:gd name="connsiteX4" fmla="*/ 312029 w 330188"/>
                <a:gd name="connsiteY4" fmla="*/ 73134 h 441242"/>
                <a:gd name="connsiteX5" fmla="*/ 324411 w 330188"/>
                <a:gd name="connsiteY5" fmla="*/ 189149 h 441242"/>
                <a:gd name="connsiteX6" fmla="*/ 260022 w 330188"/>
                <a:gd name="connsiteY6" fmla="*/ 293733 h 441242"/>
                <a:gd name="connsiteX7" fmla="*/ 142198 w 330188"/>
                <a:gd name="connsiteY7" fmla="*/ 306401 h 441242"/>
                <a:gd name="connsiteX8" fmla="*/ 93144 w 330188"/>
                <a:gd name="connsiteY8" fmla="*/ 296305 h 441242"/>
                <a:gd name="connsiteX9" fmla="*/ 67522 w 330188"/>
                <a:gd name="connsiteY9" fmla="*/ 420416 h 441242"/>
                <a:gd name="connsiteX10" fmla="*/ 53997 w 330188"/>
                <a:gd name="connsiteY10" fmla="*/ 438513 h 441242"/>
                <a:gd name="connsiteX11" fmla="*/ 28755 w 330188"/>
                <a:gd name="connsiteY11" fmla="*/ 440037 h 441242"/>
                <a:gd name="connsiteX12" fmla="*/ 5895 w 330188"/>
                <a:gd name="connsiteY12" fmla="*/ 428417 h 441242"/>
                <a:gd name="connsiteX13" fmla="*/ 752 w 330188"/>
                <a:gd name="connsiteY13" fmla="*/ 405842 h 441242"/>
                <a:gd name="connsiteX14" fmla="*/ 79905 w 330188"/>
                <a:gd name="connsiteY14" fmla="*/ 21890 h 441242"/>
                <a:gd name="connsiteX15" fmla="*/ 139722 w 330188"/>
                <a:gd name="connsiteY15" fmla="*/ 70182 h 441242"/>
                <a:gd name="connsiteX16" fmla="*/ 106384 w 330188"/>
                <a:gd name="connsiteY16" fmla="*/ 231726 h 441242"/>
                <a:gd name="connsiteX17" fmla="*/ 149151 w 330188"/>
                <a:gd name="connsiteY17" fmla="*/ 244965 h 441242"/>
                <a:gd name="connsiteX18" fmla="*/ 219922 w 330188"/>
                <a:gd name="connsiteY18" fmla="*/ 240298 h 441242"/>
                <a:gd name="connsiteX19" fmla="*/ 256308 w 330188"/>
                <a:gd name="connsiteY19" fmla="*/ 180195 h 441242"/>
                <a:gd name="connsiteX20" fmla="*/ 250116 w 330188"/>
                <a:gd name="connsiteY20" fmla="*/ 111901 h 441242"/>
                <a:gd name="connsiteX21" fmla="*/ 189347 w 330188"/>
                <a:gd name="connsiteY21" fmla="*/ 80373 h 441242"/>
                <a:gd name="connsiteX22" fmla="*/ 139626 w 330188"/>
                <a:gd name="connsiteY22" fmla="*/ 70086 h 441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0188" h="441242">
                  <a:moveTo>
                    <a:pt x="79905" y="21794"/>
                  </a:moveTo>
                  <a:cubicBezTo>
                    <a:pt x="81810" y="12651"/>
                    <a:pt x="86286" y="6459"/>
                    <a:pt x="93525" y="3126"/>
                  </a:cubicBezTo>
                  <a:cubicBezTo>
                    <a:pt x="100764" y="-208"/>
                    <a:pt x="109242" y="-875"/>
                    <a:pt x="119148" y="1125"/>
                  </a:cubicBezTo>
                  <a:lnTo>
                    <a:pt x="202015" y="18270"/>
                  </a:lnTo>
                  <a:cubicBezTo>
                    <a:pt x="256403" y="29510"/>
                    <a:pt x="293074" y="47798"/>
                    <a:pt x="312029" y="73134"/>
                  </a:cubicBezTo>
                  <a:cubicBezTo>
                    <a:pt x="330984" y="98470"/>
                    <a:pt x="335079" y="137237"/>
                    <a:pt x="324411" y="189149"/>
                  </a:cubicBezTo>
                  <a:cubicBezTo>
                    <a:pt x="313743" y="240869"/>
                    <a:pt x="292312" y="275731"/>
                    <a:pt x="260022" y="293733"/>
                  </a:cubicBezTo>
                  <a:cubicBezTo>
                    <a:pt x="227733" y="311735"/>
                    <a:pt x="188585" y="315926"/>
                    <a:pt x="142198" y="306401"/>
                  </a:cubicBezTo>
                  <a:cubicBezTo>
                    <a:pt x="122767" y="302401"/>
                    <a:pt x="106384" y="299068"/>
                    <a:pt x="93144" y="296305"/>
                  </a:cubicBezTo>
                  <a:lnTo>
                    <a:pt x="67522" y="420416"/>
                  </a:lnTo>
                  <a:cubicBezTo>
                    <a:pt x="65522" y="429179"/>
                    <a:pt x="61045" y="435275"/>
                    <a:pt x="53997" y="438513"/>
                  </a:cubicBezTo>
                  <a:cubicBezTo>
                    <a:pt x="47043" y="441561"/>
                    <a:pt x="38661" y="442037"/>
                    <a:pt x="28755" y="440037"/>
                  </a:cubicBezTo>
                  <a:cubicBezTo>
                    <a:pt x="18849" y="437942"/>
                    <a:pt x="11229" y="434132"/>
                    <a:pt x="5895" y="428417"/>
                  </a:cubicBezTo>
                  <a:cubicBezTo>
                    <a:pt x="561" y="422607"/>
                    <a:pt x="-1153" y="415177"/>
                    <a:pt x="752" y="405842"/>
                  </a:cubicBezTo>
                  <a:lnTo>
                    <a:pt x="79905" y="21890"/>
                  </a:lnTo>
                  <a:close/>
                  <a:moveTo>
                    <a:pt x="139722" y="70182"/>
                  </a:moveTo>
                  <a:lnTo>
                    <a:pt x="106384" y="231726"/>
                  </a:lnTo>
                  <a:cubicBezTo>
                    <a:pt x="120386" y="237536"/>
                    <a:pt x="134578" y="242012"/>
                    <a:pt x="149151" y="244965"/>
                  </a:cubicBezTo>
                  <a:cubicBezTo>
                    <a:pt x="178393" y="250966"/>
                    <a:pt x="202015" y="249442"/>
                    <a:pt x="219922" y="240298"/>
                  </a:cubicBezTo>
                  <a:cubicBezTo>
                    <a:pt x="237829" y="231154"/>
                    <a:pt x="249926" y="211151"/>
                    <a:pt x="256308" y="180195"/>
                  </a:cubicBezTo>
                  <a:cubicBezTo>
                    <a:pt x="262689" y="149239"/>
                    <a:pt x="260594" y="126474"/>
                    <a:pt x="250116" y="111901"/>
                  </a:cubicBezTo>
                  <a:cubicBezTo>
                    <a:pt x="239639" y="97328"/>
                    <a:pt x="219351" y="86850"/>
                    <a:pt x="189347" y="80373"/>
                  </a:cubicBezTo>
                  <a:lnTo>
                    <a:pt x="139626" y="700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5" name="Forme libre : forme 44">
              <a:extLst>
                <a:ext uri="{FF2B5EF4-FFF2-40B4-BE49-F238E27FC236}">
                  <a16:creationId xmlns:a16="http://schemas.microsoft.com/office/drawing/2014/main" id="{0C556D41-BC67-98E0-32D1-6BB3D42C277E}"/>
                </a:ext>
              </a:extLst>
            </p:cNvPr>
            <p:cNvSpPr/>
            <p:nvPr/>
          </p:nvSpPr>
          <p:spPr>
            <a:xfrm>
              <a:off x="5935503" y="6183328"/>
              <a:ext cx="274236" cy="448833"/>
            </a:xfrm>
            <a:custGeom>
              <a:avLst/>
              <a:gdLst>
                <a:gd name="connsiteX0" fmla="*/ 0 w 274236"/>
                <a:gd name="connsiteY0" fmla="*/ 29258 h 448833"/>
                <a:gd name="connsiteX1" fmla="*/ 9430 w 274236"/>
                <a:gd name="connsiteY1" fmla="*/ 8113 h 448833"/>
                <a:gd name="connsiteX2" fmla="*/ 34100 w 274236"/>
                <a:gd name="connsiteY2" fmla="*/ 778 h 448833"/>
                <a:gd name="connsiteX3" fmla="*/ 118681 w 274236"/>
                <a:gd name="connsiteY3" fmla="*/ 16 h 448833"/>
                <a:gd name="connsiteX4" fmla="*/ 237744 w 274236"/>
                <a:gd name="connsiteY4" fmla="*/ 30591 h 448833"/>
                <a:gd name="connsiteX5" fmla="*/ 274225 w 274236"/>
                <a:gd name="connsiteY5" fmla="*/ 141367 h 448833"/>
                <a:gd name="connsiteX6" fmla="*/ 233267 w 274236"/>
                <a:gd name="connsiteY6" fmla="*/ 257096 h 448833"/>
                <a:gd name="connsiteX7" fmla="*/ 120777 w 274236"/>
                <a:gd name="connsiteY7" fmla="*/ 294243 h 448833"/>
                <a:gd name="connsiteX8" fmla="*/ 70676 w 274236"/>
                <a:gd name="connsiteY8" fmla="*/ 294719 h 448833"/>
                <a:gd name="connsiteX9" fmla="*/ 71819 w 274236"/>
                <a:gd name="connsiteY9" fmla="*/ 421497 h 448833"/>
                <a:gd name="connsiteX10" fmla="*/ 62389 w 274236"/>
                <a:gd name="connsiteY10" fmla="*/ 441976 h 448833"/>
                <a:gd name="connsiteX11" fmla="*/ 38005 w 274236"/>
                <a:gd name="connsiteY11" fmla="*/ 448834 h 448833"/>
                <a:gd name="connsiteX12" fmla="*/ 13240 w 274236"/>
                <a:gd name="connsiteY12" fmla="*/ 442262 h 448833"/>
                <a:gd name="connsiteX13" fmla="*/ 3429 w 274236"/>
                <a:gd name="connsiteY13" fmla="*/ 421307 h 448833"/>
                <a:gd name="connsiteX14" fmla="*/ 95 w 274236"/>
                <a:gd name="connsiteY14" fmla="*/ 29258 h 448833"/>
                <a:gd name="connsiteX15" fmla="*/ 68675 w 274236"/>
                <a:gd name="connsiteY15" fmla="*/ 63929 h 448833"/>
                <a:gd name="connsiteX16" fmla="*/ 70104 w 274236"/>
                <a:gd name="connsiteY16" fmla="*/ 228902 h 448833"/>
                <a:gd name="connsiteX17" fmla="*/ 114681 w 274236"/>
                <a:gd name="connsiteY17" fmla="*/ 232902 h 448833"/>
                <a:gd name="connsiteX18" fmla="*/ 182880 w 274236"/>
                <a:gd name="connsiteY18" fmla="*/ 213472 h 448833"/>
                <a:gd name="connsiteX19" fmla="*/ 205835 w 274236"/>
                <a:gd name="connsiteY19" fmla="*/ 147082 h 448833"/>
                <a:gd name="connsiteX20" fmla="*/ 185452 w 274236"/>
                <a:gd name="connsiteY20" fmla="*/ 81645 h 448833"/>
                <a:gd name="connsiteX21" fmla="*/ 119444 w 274236"/>
                <a:gd name="connsiteY21" fmla="*/ 63643 h 448833"/>
                <a:gd name="connsiteX22" fmla="*/ 68675 w 274236"/>
                <a:gd name="connsiteY22" fmla="*/ 64024 h 448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74236" h="448833">
                  <a:moveTo>
                    <a:pt x="0" y="29258"/>
                  </a:moveTo>
                  <a:cubicBezTo>
                    <a:pt x="0" y="19923"/>
                    <a:pt x="3048" y="12970"/>
                    <a:pt x="9430" y="8113"/>
                  </a:cubicBezTo>
                  <a:cubicBezTo>
                    <a:pt x="15812" y="3255"/>
                    <a:pt x="24003" y="873"/>
                    <a:pt x="34100" y="778"/>
                  </a:cubicBezTo>
                  <a:lnTo>
                    <a:pt x="118681" y="16"/>
                  </a:lnTo>
                  <a:cubicBezTo>
                    <a:pt x="174212" y="-460"/>
                    <a:pt x="213931" y="9732"/>
                    <a:pt x="237744" y="30591"/>
                  </a:cubicBezTo>
                  <a:cubicBezTo>
                    <a:pt x="261556" y="51451"/>
                    <a:pt x="273749" y="88313"/>
                    <a:pt x="274225" y="141367"/>
                  </a:cubicBezTo>
                  <a:cubicBezTo>
                    <a:pt x="274701" y="194231"/>
                    <a:pt x="260985" y="232807"/>
                    <a:pt x="233267" y="257096"/>
                  </a:cubicBezTo>
                  <a:cubicBezTo>
                    <a:pt x="205550" y="281480"/>
                    <a:pt x="168021" y="293863"/>
                    <a:pt x="120777" y="294243"/>
                  </a:cubicBezTo>
                  <a:cubicBezTo>
                    <a:pt x="100965" y="294434"/>
                    <a:pt x="84296" y="294529"/>
                    <a:pt x="70676" y="294719"/>
                  </a:cubicBezTo>
                  <a:lnTo>
                    <a:pt x="71819" y="421497"/>
                  </a:lnTo>
                  <a:cubicBezTo>
                    <a:pt x="71628" y="430451"/>
                    <a:pt x="68580" y="437309"/>
                    <a:pt x="62389" y="441976"/>
                  </a:cubicBezTo>
                  <a:cubicBezTo>
                    <a:pt x="56197" y="446453"/>
                    <a:pt x="48101" y="448739"/>
                    <a:pt x="38005" y="448834"/>
                  </a:cubicBezTo>
                  <a:cubicBezTo>
                    <a:pt x="27908" y="448834"/>
                    <a:pt x="19621" y="446739"/>
                    <a:pt x="13240" y="442262"/>
                  </a:cubicBezTo>
                  <a:cubicBezTo>
                    <a:pt x="6858" y="437785"/>
                    <a:pt x="3524" y="430832"/>
                    <a:pt x="3429" y="421307"/>
                  </a:cubicBezTo>
                  <a:lnTo>
                    <a:pt x="95" y="29258"/>
                  </a:lnTo>
                  <a:close/>
                  <a:moveTo>
                    <a:pt x="68675" y="63929"/>
                  </a:moveTo>
                  <a:lnTo>
                    <a:pt x="70104" y="228902"/>
                  </a:lnTo>
                  <a:cubicBezTo>
                    <a:pt x="84963" y="231664"/>
                    <a:pt x="99822" y="232998"/>
                    <a:pt x="114681" y="232902"/>
                  </a:cubicBezTo>
                  <a:cubicBezTo>
                    <a:pt x="144589" y="232617"/>
                    <a:pt x="167354" y="226139"/>
                    <a:pt x="182880" y="213472"/>
                  </a:cubicBezTo>
                  <a:cubicBezTo>
                    <a:pt x="198406" y="200708"/>
                    <a:pt x="206121" y="178610"/>
                    <a:pt x="205835" y="147082"/>
                  </a:cubicBezTo>
                  <a:cubicBezTo>
                    <a:pt x="205550" y="115554"/>
                    <a:pt x="198787" y="93742"/>
                    <a:pt x="185452" y="81645"/>
                  </a:cubicBezTo>
                  <a:cubicBezTo>
                    <a:pt x="172117" y="69644"/>
                    <a:pt x="150114" y="63643"/>
                    <a:pt x="119444" y="63643"/>
                  </a:cubicBezTo>
                  <a:lnTo>
                    <a:pt x="68675" y="6402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6" name="Forme libre : forme 45">
              <a:extLst>
                <a:ext uri="{FF2B5EF4-FFF2-40B4-BE49-F238E27FC236}">
                  <a16:creationId xmlns:a16="http://schemas.microsoft.com/office/drawing/2014/main" id="{CF7C017D-79B3-AB8B-462C-4894B80B09B2}"/>
                </a:ext>
              </a:extLst>
            </p:cNvPr>
            <p:cNvSpPr/>
            <p:nvPr/>
          </p:nvSpPr>
          <p:spPr>
            <a:xfrm>
              <a:off x="6296609" y="6156289"/>
              <a:ext cx="335474" cy="465516"/>
            </a:xfrm>
            <a:custGeom>
              <a:avLst/>
              <a:gdLst>
                <a:gd name="connsiteX0" fmla="*/ 653 w 335474"/>
                <a:gd name="connsiteY0" fmla="*/ 447488 h 465516"/>
                <a:gd name="connsiteX1" fmla="*/ 367 w 335474"/>
                <a:gd name="connsiteY1" fmla="*/ 435677 h 465516"/>
                <a:gd name="connsiteX2" fmla="*/ 66661 w 335474"/>
                <a:gd name="connsiteY2" fmla="*/ 34579 h 465516"/>
                <a:gd name="connsiteX3" fmla="*/ 97237 w 335474"/>
                <a:gd name="connsiteY3" fmla="*/ 4194 h 465516"/>
                <a:gd name="connsiteX4" fmla="*/ 125812 w 335474"/>
                <a:gd name="connsiteY4" fmla="*/ 384 h 465516"/>
                <a:gd name="connsiteX5" fmla="*/ 163150 w 335474"/>
                <a:gd name="connsiteY5" fmla="*/ 24292 h 465516"/>
                <a:gd name="connsiteX6" fmla="*/ 331837 w 335474"/>
                <a:gd name="connsiteY6" fmla="*/ 391767 h 465516"/>
                <a:gd name="connsiteX7" fmla="*/ 335362 w 335474"/>
                <a:gd name="connsiteY7" fmla="*/ 404149 h 465516"/>
                <a:gd name="connsiteX8" fmla="*/ 328599 w 335474"/>
                <a:gd name="connsiteY8" fmla="*/ 418627 h 465516"/>
                <a:gd name="connsiteX9" fmla="*/ 306120 w 335474"/>
                <a:gd name="connsiteY9" fmla="*/ 428247 h 465516"/>
                <a:gd name="connsiteX10" fmla="*/ 263353 w 335474"/>
                <a:gd name="connsiteY10" fmla="*/ 406054 h 465516"/>
                <a:gd name="connsiteX11" fmla="*/ 228872 w 335474"/>
                <a:gd name="connsiteY11" fmla="*/ 328711 h 465516"/>
                <a:gd name="connsiteX12" fmla="*/ 73996 w 335474"/>
                <a:gd name="connsiteY12" fmla="*/ 349571 h 465516"/>
                <a:gd name="connsiteX13" fmla="*/ 61899 w 335474"/>
                <a:gd name="connsiteY13" fmla="*/ 430057 h 465516"/>
                <a:gd name="connsiteX14" fmla="*/ 53612 w 335474"/>
                <a:gd name="connsiteY14" fmla="*/ 455298 h 465516"/>
                <a:gd name="connsiteX15" fmla="*/ 32657 w 335474"/>
                <a:gd name="connsiteY15" fmla="*/ 465014 h 465516"/>
                <a:gd name="connsiteX16" fmla="*/ 10083 w 335474"/>
                <a:gd name="connsiteY16" fmla="*/ 461204 h 465516"/>
                <a:gd name="connsiteX17" fmla="*/ 749 w 335474"/>
                <a:gd name="connsiteY17" fmla="*/ 447488 h 465516"/>
                <a:gd name="connsiteX18" fmla="*/ 115525 w 335474"/>
                <a:gd name="connsiteY18" fmla="*/ 74394 h 465516"/>
                <a:gd name="connsiteX19" fmla="*/ 83616 w 335474"/>
                <a:gd name="connsiteY19" fmla="*/ 286134 h 465516"/>
                <a:gd name="connsiteX20" fmla="*/ 202774 w 335474"/>
                <a:gd name="connsiteY20" fmla="*/ 270037 h 465516"/>
                <a:gd name="connsiteX21" fmla="*/ 115429 w 335474"/>
                <a:gd name="connsiteY21" fmla="*/ 74394 h 4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35474" h="465516">
                  <a:moveTo>
                    <a:pt x="653" y="447488"/>
                  </a:moveTo>
                  <a:cubicBezTo>
                    <a:pt x="-109" y="441963"/>
                    <a:pt x="-204" y="438058"/>
                    <a:pt x="367" y="435677"/>
                  </a:cubicBezTo>
                  <a:lnTo>
                    <a:pt x="66661" y="34579"/>
                  </a:lnTo>
                  <a:cubicBezTo>
                    <a:pt x="69233" y="16672"/>
                    <a:pt x="79425" y="6576"/>
                    <a:pt x="97237" y="4194"/>
                  </a:cubicBezTo>
                  <a:lnTo>
                    <a:pt x="125812" y="384"/>
                  </a:lnTo>
                  <a:cubicBezTo>
                    <a:pt x="142861" y="-1902"/>
                    <a:pt x="155339" y="6004"/>
                    <a:pt x="163150" y="24292"/>
                  </a:cubicBezTo>
                  <a:lnTo>
                    <a:pt x="331837" y="391767"/>
                  </a:lnTo>
                  <a:cubicBezTo>
                    <a:pt x="333552" y="395386"/>
                    <a:pt x="334790" y="399577"/>
                    <a:pt x="335362" y="404149"/>
                  </a:cubicBezTo>
                  <a:cubicBezTo>
                    <a:pt x="336028" y="408721"/>
                    <a:pt x="333742" y="413579"/>
                    <a:pt x="328599" y="418627"/>
                  </a:cubicBezTo>
                  <a:cubicBezTo>
                    <a:pt x="323455" y="423866"/>
                    <a:pt x="315931" y="427104"/>
                    <a:pt x="306120" y="428247"/>
                  </a:cubicBezTo>
                  <a:cubicBezTo>
                    <a:pt x="285641" y="431010"/>
                    <a:pt x="271449" y="423580"/>
                    <a:pt x="263353" y="406054"/>
                  </a:cubicBezTo>
                  <a:lnTo>
                    <a:pt x="228872" y="328711"/>
                  </a:lnTo>
                  <a:lnTo>
                    <a:pt x="73996" y="349571"/>
                  </a:lnTo>
                  <a:lnTo>
                    <a:pt x="61899" y="430057"/>
                  </a:lnTo>
                  <a:cubicBezTo>
                    <a:pt x="60756" y="441392"/>
                    <a:pt x="57994" y="449869"/>
                    <a:pt x="53612" y="455298"/>
                  </a:cubicBezTo>
                  <a:cubicBezTo>
                    <a:pt x="49135" y="460537"/>
                    <a:pt x="42182" y="463776"/>
                    <a:pt x="32657" y="465014"/>
                  </a:cubicBezTo>
                  <a:cubicBezTo>
                    <a:pt x="23132" y="466347"/>
                    <a:pt x="15607" y="465014"/>
                    <a:pt x="10083" y="461204"/>
                  </a:cubicBezTo>
                  <a:cubicBezTo>
                    <a:pt x="4558" y="457394"/>
                    <a:pt x="1510" y="452822"/>
                    <a:pt x="749" y="447488"/>
                  </a:cubicBezTo>
                  <a:moveTo>
                    <a:pt x="115525" y="74394"/>
                  </a:moveTo>
                  <a:lnTo>
                    <a:pt x="83616" y="286134"/>
                  </a:lnTo>
                  <a:lnTo>
                    <a:pt x="202774" y="270037"/>
                  </a:lnTo>
                  <a:lnTo>
                    <a:pt x="115429" y="74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7" name="Forme libre : forme 46">
              <a:extLst>
                <a:ext uri="{FF2B5EF4-FFF2-40B4-BE49-F238E27FC236}">
                  <a16:creationId xmlns:a16="http://schemas.microsoft.com/office/drawing/2014/main" id="{38B6F314-A0DD-D89E-C6A9-61581097098E}"/>
                </a:ext>
              </a:extLst>
            </p:cNvPr>
            <p:cNvSpPr/>
            <p:nvPr/>
          </p:nvSpPr>
          <p:spPr>
            <a:xfrm>
              <a:off x="6670016" y="6070844"/>
              <a:ext cx="373970" cy="468437"/>
            </a:xfrm>
            <a:custGeom>
              <a:avLst/>
              <a:gdLst>
                <a:gd name="connsiteX0" fmla="*/ 172934 w 373970"/>
                <a:gd name="connsiteY0" fmla="*/ 430349 h 468437"/>
                <a:gd name="connsiteX1" fmla="*/ 169409 w 373970"/>
                <a:gd name="connsiteY1" fmla="*/ 453209 h 468437"/>
                <a:gd name="connsiteX2" fmla="*/ 147692 w 373970"/>
                <a:gd name="connsiteY2" fmla="*/ 466354 h 468437"/>
                <a:gd name="connsiteX3" fmla="*/ 122070 w 373970"/>
                <a:gd name="connsiteY3" fmla="*/ 466449 h 468437"/>
                <a:gd name="connsiteX4" fmla="*/ 107116 w 373970"/>
                <a:gd name="connsiteY4" fmla="*/ 448732 h 468437"/>
                <a:gd name="connsiteX5" fmla="*/ 1293 w 373970"/>
                <a:gd name="connsiteY5" fmla="*/ 71257 h 468437"/>
                <a:gd name="connsiteX6" fmla="*/ 4722 w 373970"/>
                <a:gd name="connsiteY6" fmla="*/ 48397 h 468437"/>
                <a:gd name="connsiteX7" fmla="*/ 26344 w 373970"/>
                <a:gd name="connsiteY7" fmla="*/ 34967 h 468437"/>
                <a:gd name="connsiteX8" fmla="*/ 112069 w 373970"/>
                <a:gd name="connsiteY8" fmla="*/ 10963 h 468437"/>
                <a:gd name="connsiteX9" fmla="*/ 230274 w 373970"/>
                <a:gd name="connsiteY9" fmla="*/ 8678 h 468437"/>
                <a:gd name="connsiteX10" fmla="*/ 295139 w 373970"/>
                <a:gd name="connsiteY10" fmla="*/ 100689 h 468437"/>
                <a:gd name="connsiteX11" fmla="*/ 261516 w 373970"/>
                <a:gd name="connsiteY11" fmla="*/ 236420 h 468437"/>
                <a:gd name="connsiteX12" fmla="*/ 364862 w 373970"/>
                <a:gd name="connsiteY12" fmla="*/ 362722 h 468437"/>
                <a:gd name="connsiteX13" fmla="*/ 373054 w 373970"/>
                <a:gd name="connsiteY13" fmla="*/ 378724 h 468437"/>
                <a:gd name="connsiteX14" fmla="*/ 370863 w 373970"/>
                <a:gd name="connsiteY14" fmla="*/ 396059 h 468437"/>
                <a:gd name="connsiteX15" fmla="*/ 352004 w 373970"/>
                <a:gd name="connsiteY15" fmla="*/ 409013 h 468437"/>
                <a:gd name="connsiteX16" fmla="*/ 303712 w 373970"/>
                <a:gd name="connsiteY16" fmla="*/ 393678 h 468437"/>
                <a:gd name="connsiteX17" fmla="*/ 204080 w 373970"/>
                <a:gd name="connsiteY17" fmla="*/ 270901 h 468437"/>
                <a:gd name="connsiteX18" fmla="*/ 174457 w 373970"/>
                <a:gd name="connsiteY18" fmla="*/ 281092 h 468437"/>
                <a:gd name="connsiteX19" fmla="*/ 133405 w 373970"/>
                <a:gd name="connsiteY19" fmla="*/ 289379 h 468437"/>
                <a:gd name="connsiteX20" fmla="*/ 172934 w 373970"/>
                <a:gd name="connsiteY20" fmla="*/ 430349 h 468437"/>
                <a:gd name="connsiteX21" fmla="*/ 76636 w 373970"/>
                <a:gd name="connsiteY21" fmla="*/ 86782 h 468437"/>
                <a:gd name="connsiteX22" fmla="*/ 116641 w 373970"/>
                <a:gd name="connsiteY22" fmla="*/ 229467 h 468437"/>
                <a:gd name="connsiteX23" fmla="*/ 175124 w 373970"/>
                <a:gd name="connsiteY23" fmla="*/ 216894 h 468437"/>
                <a:gd name="connsiteX24" fmla="*/ 230179 w 373970"/>
                <a:gd name="connsiteY24" fmla="*/ 122120 h 468437"/>
                <a:gd name="connsiteX25" fmla="*/ 195603 w 373970"/>
                <a:gd name="connsiteY25" fmla="*/ 69828 h 468437"/>
                <a:gd name="connsiteX26" fmla="*/ 129976 w 373970"/>
                <a:gd name="connsiteY26" fmla="*/ 71828 h 468437"/>
                <a:gd name="connsiteX27" fmla="*/ 76636 w 373970"/>
                <a:gd name="connsiteY27" fmla="*/ 86782 h 46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73970" h="468437">
                  <a:moveTo>
                    <a:pt x="172934" y="430349"/>
                  </a:moveTo>
                  <a:cubicBezTo>
                    <a:pt x="175220" y="439302"/>
                    <a:pt x="174077" y="446923"/>
                    <a:pt x="169409" y="453209"/>
                  </a:cubicBezTo>
                  <a:cubicBezTo>
                    <a:pt x="164647" y="459210"/>
                    <a:pt x="157408" y="463686"/>
                    <a:pt x="147692" y="466354"/>
                  </a:cubicBezTo>
                  <a:cubicBezTo>
                    <a:pt x="137977" y="469116"/>
                    <a:pt x="129404" y="469116"/>
                    <a:pt x="122070" y="466449"/>
                  </a:cubicBezTo>
                  <a:cubicBezTo>
                    <a:pt x="114640" y="463782"/>
                    <a:pt x="109687" y="457972"/>
                    <a:pt x="107116" y="448732"/>
                  </a:cubicBezTo>
                  <a:lnTo>
                    <a:pt x="1293" y="71257"/>
                  </a:lnTo>
                  <a:cubicBezTo>
                    <a:pt x="-1183" y="62303"/>
                    <a:pt x="-136" y="54683"/>
                    <a:pt x="4722" y="48397"/>
                  </a:cubicBezTo>
                  <a:cubicBezTo>
                    <a:pt x="9580" y="42110"/>
                    <a:pt x="16723" y="37633"/>
                    <a:pt x="26344" y="34967"/>
                  </a:cubicBezTo>
                  <a:lnTo>
                    <a:pt x="112069" y="10963"/>
                  </a:lnTo>
                  <a:cubicBezTo>
                    <a:pt x="161218" y="-2848"/>
                    <a:pt x="200556" y="-3610"/>
                    <a:pt x="230274" y="8678"/>
                  </a:cubicBezTo>
                  <a:cubicBezTo>
                    <a:pt x="259992" y="20869"/>
                    <a:pt x="281614" y="51540"/>
                    <a:pt x="295139" y="100689"/>
                  </a:cubicBezTo>
                  <a:cubicBezTo>
                    <a:pt x="311808" y="160125"/>
                    <a:pt x="300569" y="205368"/>
                    <a:pt x="261516" y="236420"/>
                  </a:cubicBezTo>
                  <a:lnTo>
                    <a:pt x="364862" y="362722"/>
                  </a:lnTo>
                  <a:cubicBezTo>
                    <a:pt x="368768" y="367865"/>
                    <a:pt x="371530" y="373199"/>
                    <a:pt x="373054" y="378724"/>
                  </a:cubicBezTo>
                  <a:cubicBezTo>
                    <a:pt x="374768" y="384248"/>
                    <a:pt x="374102" y="389963"/>
                    <a:pt x="370863" y="396059"/>
                  </a:cubicBezTo>
                  <a:cubicBezTo>
                    <a:pt x="367720" y="402345"/>
                    <a:pt x="361433" y="406632"/>
                    <a:pt x="352004" y="409013"/>
                  </a:cubicBezTo>
                  <a:cubicBezTo>
                    <a:pt x="332192" y="414538"/>
                    <a:pt x="316094" y="409394"/>
                    <a:pt x="303712" y="393678"/>
                  </a:cubicBezTo>
                  <a:lnTo>
                    <a:pt x="204080" y="270901"/>
                  </a:lnTo>
                  <a:cubicBezTo>
                    <a:pt x="196270" y="274425"/>
                    <a:pt x="186364" y="277759"/>
                    <a:pt x="174457" y="281092"/>
                  </a:cubicBezTo>
                  <a:cubicBezTo>
                    <a:pt x="162551" y="284426"/>
                    <a:pt x="148835" y="287188"/>
                    <a:pt x="133405" y="289379"/>
                  </a:cubicBezTo>
                  <a:lnTo>
                    <a:pt x="172934" y="430349"/>
                  </a:lnTo>
                  <a:close/>
                  <a:moveTo>
                    <a:pt x="76636" y="86782"/>
                  </a:moveTo>
                  <a:lnTo>
                    <a:pt x="116641" y="229467"/>
                  </a:lnTo>
                  <a:cubicBezTo>
                    <a:pt x="132167" y="227657"/>
                    <a:pt x="151693" y="223466"/>
                    <a:pt x="175124" y="216894"/>
                  </a:cubicBezTo>
                  <a:cubicBezTo>
                    <a:pt x="225607" y="202987"/>
                    <a:pt x="243990" y="171364"/>
                    <a:pt x="230179" y="122120"/>
                  </a:cubicBezTo>
                  <a:cubicBezTo>
                    <a:pt x="222178" y="93736"/>
                    <a:pt x="210653" y="76305"/>
                    <a:pt x="195603" y="69828"/>
                  </a:cubicBezTo>
                  <a:cubicBezTo>
                    <a:pt x="180458" y="63351"/>
                    <a:pt x="158646" y="64018"/>
                    <a:pt x="129976" y="71828"/>
                  </a:cubicBezTo>
                  <a:lnTo>
                    <a:pt x="76636" y="867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8" name="Forme libre : forme 47">
              <a:extLst>
                <a:ext uri="{FF2B5EF4-FFF2-40B4-BE49-F238E27FC236}">
                  <a16:creationId xmlns:a16="http://schemas.microsoft.com/office/drawing/2014/main" id="{05C33485-5E7C-57B1-F7DD-2F759931EA4B}"/>
                </a:ext>
              </a:extLst>
            </p:cNvPr>
            <p:cNvSpPr/>
            <p:nvPr/>
          </p:nvSpPr>
          <p:spPr>
            <a:xfrm>
              <a:off x="7050454" y="5974176"/>
              <a:ext cx="216666" cy="426937"/>
            </a:xfrm>
            <a:custGeom>
              <a:avLst/>
              <a:gdLst>
                <a:gd name="connsiteX0" fmla="*/ 2426 w 216666"/>
                <a:gd name="connsiteY0" fmla="*/ 42480 h 426937"/>
                <a:gd name="connsiteX1" fmla="*/ 3474 w 216666"/>
                <a:gd name="connsiteY1" fmla="*/ 19334 h 426937"/>
                <a:gd name="connsiteX2" fmla="*/ 23858 w 216666"/>
                <a:gd name="connsiteY2" fmla="*/ 3713 h 426937"/>
                <a:gd name="connsiteX3" fmla="*/ 49480 w 216666"/>
                <a:gd name="connsiteY3" fmla="*/ 1046 h 426937"/>
                <a:gd name="connsiteX4" fmla="*/ 65863 w 216666"/>
                <a:gd name="connsiteY4" fmla="*/ 16762 h 426937"/>
                <a:gd name="connsiteX5" fmla="*/ 214453 w 216666"/>
                <a:gd name="connsiteY5" fmla="*/ 384523 h 426937"/>
                <a:gd name="connsiteX6" fmla="*/ 213405 w 216666"/>
                <a:gd name="connsiteY6" fmla="*/ 407668 h 426937"/>
                <a:gd name="connsiteX7" fmla="*/ 193307 w 216666"/>
                <a:gd name="connsiteY7" fmla="*/ 423099 h 426937"/>
                <a:gd name="connsiteX8" fmla="*/ 167781 w 216666"/>
                <a:gd name="connsiteY8" fmla="*/ 426052 h 426937"/>
                <a:gd name="connsiteX9" fmla="*/ 151016 w 216666"/>
                <a:gd name="connsiteY9" fmla="*/ 410145 h 426937"/>
                <a:gd name="connsiteX10" fmla="*/ 2426 w 216666"/>
                <a:gd name="connsiteY10" fmla="*/ 42384 h 4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66" h="426937">
                  <a:moveTo>
                    <a:pt x="2426" y="42480"/>
                  </a:moveTo>
                  <a:cubicBezTo>
                    <a:pt x="-1098" y="33622"/>
                    <a:pt x="-812" y="26002"/>
                    <a:pt x="3474" y="19334"/>
                  </a:cubicBezTo>
                  <a:cubicBezTo>
                    <a:pt x="7665" y="12762"/>
                    <a:pt x="14523" y="7523"/>
                    <a:pt x="23858" y="3713"/>
                  </a:cubicBezTo>
                  <a:cubicBezTo>
                    <a:pt x="33192" y="-97"/>
                    <a:pt x="41765" y="-954"/>
                    <a:pt x="49480" y="1046"/>
                  </a:cubicBezTo>
                  <a:cubicBezTo>
                    <a:pt x="57195" y="3047"/>
                    <a:pt x="62624" y="8285"/>
                    <a:pt x="65863" y="16762"/>
                  </a:cubicBezTo>
                  <a:lnTo>
                    <a:pt x="214453" y="384523"/>
                  </a:lnTo>
                  <a:cubicBezTo>
                    <a:pt x="217691" y="393190"/>
                    <a:pt x="217406" y="400906"/>
                    <a:pt x="213405" y="407668"/>
                  </a:cubicBezTo>
                  <a:cubicBezTo>
                    <a:pt x="209405" y="414145"/>
                    <a:pt x="202642" y="419384"/>
                    <a:pt x="193307" y="423099"/>
                  </a:cubicBezTo>
                  <a:cubicBezTo>
                    <a:pt x="183973" y="426909"/>
                    <a:pt x="175400" y="427861"/>
                    <a:pt x="167781" y="426052"/>
                  </a:cubicBezTo>
                  <a:cubicBezTo>
                    <a:pt x="160160" y="424242"/>
                    <a:pt x="154541" y="418908"/>
                    <a:pt x="151016" y="410145"/>
                  </a:cubicBezTo>
                  <a:lnTo>
                    <a:pt x="2426" y="4238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9" name="Forme libre : forme 48">
              <a:extLst>
                <a:ext uri="{FF2B5EF4-FFF2-40B4-BE49-F238E27FC236}">
                  <a16:creationId xmlns:a16="http://schemas.microsoft.com/office/drawing/2014/main" id="{C827CFC7-E5AA-BA27-49B9-254008D7008E}"/>
                </a:ext>
              </a:extLst>
            </p:cNvPr>
            <p:cNvSpPr/>
            <p:nvPr/>
          </p:nvSpPr>
          <p:spPr>
            <a:xfrm>
              <a:off x="7249146" y="5827322"/>
              <a:ext cx="402092" cy="465771"/>
            </a:xfrm>
            <a:custGeom>
              <a:avLst/>
              <a:gdLst>
                <a:gd name="connsiteX0" fmla="*/ 96247 w 402092"/>
                <a:gd name="connsiteY0" fmla="*/ 28552 h 465771"/>
                <a:gd name="connsiteX1" fmla="*/ 202451 w 402092"/>
                <a:gd name="connsiteY1" fmla="*/ 834 h 465771"/>
                <a:gd name="connsiteX2" fmla="*/ 275603 w 402092"/>
                <a:gd name="connsiteY2" fmla="*/ 62080 h 465771"/>
                <a:gd name="connsiteX3" fmla="*/ 266935 w 402092"/>
                <a:gd name="connsiteY3" fmla="*/ 181714 h 465771"/>
                <a:gd name="connsiteX4" fmla="*/ 383235 w 402092"/>
                <a:gd name="connsiteY4" fmla="*/ 238483 h 465771"/>
                <a:gd name="connsiteX5" fmla="*/ 394380 w 402092"/>
                <a:gd name="connsiteY5" fmla="*/ 339353 h 465771"/>
                <a:gd name="connsiteX6" fmla="*/ 308464 w 402092"/>
                <a:gd name="connsiteY6" fmla="*/ 418315 h 465771"/>
                <a:gd name="connsiteX7" fmla="*/ 230073 w 402092"/>
                <a:gd name="connsiteY7" fmla="*/ 460511 h 465771"/>
                <a:gd name="connsiteX8" fmla="*/ 205404 w 402092"/>
                <a:gd name="connsiteY8" fmla="*/ 465369 h 465771"/>
                <a:gd name="connsiteX9" fmla="*/ 187116 w 402092"/>
                <a:gd name="connsiteY9" fmla="*/ 452034 h 465771"/>
                <a:gd name="connsiteX10" fmla="*/ 3474 w 402092"/>
                <a:gd name="connsiteY10" fmla="*/ 110563 h 465771"/>
                <a:gd name="connsiteX11" fmla="*/ 2235 w 402092"/>
                <a:gd name="connsiteY11" fmla="*/ 87702 h 465771"/>
                <a:gd name="connsiteX12" fmla="*/ 19952 w 402092"/>
                <a:gd name="connsiteY12" fmla="*/ 69700 h 465771"/>
                <a:gd name="connsiteX13" fmla="*/ 96342 w 402092"/>
                <a:gd name="connsiteY13" fmla="*/ 28647 h 465771"/>
                <a:gd name="connsiteX14" fmla="*/ 80245 w 402092"/>
                <a:gd name="connsiteY14" fmla="*/ 109134 h 465771"/>
                <a:gd name="connsiteX15" fmla="*/ 139300 w 402092"/>
                <a:gd name="connsiteY15" fmla="*/ 218957 h 465771"/>
                <a:gd name="connsiteX16" fmla="*/ 188068 w 402092"/>
                <a:gd name="connsiteY16" fmla="*/ 192763 h 465771"/>
                <a:gd name="connsiteX17" fmla="*/ 225882 w 402092"/>
                <a:gd name="connsiteY17" fmla="*/ 153234 h 465771"/>
                <a:gd name="connsiteX18" fmla="*/ 218929 w 402092"/>
                <a:gd name="connsiteY18" fmla="*/ 101132 h 465771"/>
                <a:gd name="connsiteX19" fmla="*/ 182448 w 402092"/>
                <a:gd name="connsiteY19" fmla="*/ 69128 h 465771"/>
                <a:gd name="connsiteX20" fmla="*/ 127108 w 402092"/>
                <a:gd name="connsiteY20" fmla="*/ 83892 h 465771"/>
                <a:gd name="connsiteX21" fmla="*/ 80245 w 402092"/>
                <a:gd name="connsiteY21" fmla="*/ 109134 h 465771"/>
                <a:gd name="connsiteX22" fmla="*/ 169399 w 402092"/>
                <a:gd name="connsiteY22" fmla="*/ 274773 h 465771"/>
                <a:gd name="connsiteX23" fmla="*/ 230359 w 402092"/>
                <a:gd name="connsiteY23" fmla="*/ 388121 h 465771"/>
                <a:gd name="connsiteX24" fmla="*/ 280175 w 402092"/>
                <a:gd name="connsiteY24" fmla="*/ 361260 h 465771"/>
                <a:gd name="connsiteX25" fmla="*/ 326657 w 402092"/>
                <a:gd name="connsiteY25" fmla="*/ 319731 h 465771"/>
                <a:gd name="connsiteX26" fmla="*/ 320656 w 402092"/>
                <a:gd name="connsiteY26" fmla="*/ 266772 h 465771"/>
                <a:gd name="connsiteX27" fmla="*/ 280841 w 402092"/>
                <a:gd name="connsiteY27" fmla="*/ 231911 h 465771"/>
                <a:gd name="connsiteX28" fmla="*/ 218643 w 402092"/>
                <a:gd name="connsiteY28" fmla="*/ 248198 h 465771"/>
                <a:gd name="connsiteX29" fmla="*/ 169304 w 402092"/>
                <a:gd name="connsiteY29" fmla="*/ 274773 h 46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2092" h="465771">
                  <a:moveTo>
                    <a:pt x="96247" y="28552"/>
                  </a:moveTo>
                  <a:cubicBezTo>
                    <a:pt x="137681" y="6264"/>
                    <a:pt x="173019" y="-2976"/>
                    <a:pt x="202451" y="834"/>
                  </a:cubicBezTo>
                  <a:cubicBezTo>
                    <a:pt x="231788" y="4645"/>
                    <a:pt x="256172" y="25123"/>
                    <a:pt x="275603" y="62080"/>
                  </a:cubicBezTo>
                  <a:cubicBezTo>
                    <a:pt x="298082" y="103895"/>
                    <a:pt x="295224" y="143805"/>
                    <a:pt x="266935" y="181714"/>
                  </a:cubicBezTo>
                  <a:cubicBezTo>
                    <a:pt x="316465" y="167522"/>
                    <a:pt x="355232" y="186477"/>
                    <a:pt x="383235" y="238483"/>
                  </a:cubicBezTo>
                  <a:cubicBezTo>
                    <a:pt x="403905" y="276773"/>
                    <a:pt x="407524" y="310397"/>
                    <a:pt x="394380" y="339353"/>
                  </a:cubicBezTo>
                  <a:cubicBezTo>
                    <a:pt x="381140" y="368214"/>
                    <a:pt x="352470" y="394503"/>
                    <a:pt x="308464" y="418315"/>
                  </a:cubicBezTo>
                  <a:lnTo>
                    <a:pt x="230073" y="460511"/>
                  </a:lnTo>
                  <a:cubicBezTo>
                    <a:pt x="221691" y="464987"/>
                    <a:pt x="213500" y="466607"/>
                    <a:pt x="205404" y="465369"/>
                  </a:cubicBezTo>
                  <a:cubicBezTo>
                    <a:pt x="197307" y="464035"/>
                    <a:pt x="191307" y="459653"/>
                    <a:pt x="187116" y="452034"/>
                  </a:cubicBezTo>
                  <a:lnTo>
                    <a:pt x="3474" y="110563"/>
                  </a:lnTo>
                  <a:cubicBezTo>
                    <a:pt x="-717" y="102752"/>
                    <a:pt x="-1098" y="95132"/>
                    <a:pt x="2235" y="87702"/>
                  </a:cubicBezTo>
                  <a:cubicBezTo>
                    <a:pt x="5664" y="80273"/>
                    <a:pt x="11570" y="74272"/>
                    <a:pt x="19952" y="69700"/>
                  </a:cubicBezTo>
                  <a:lnTo>
                    <a:pt x="96342" y="28647"/>
                  </a:lnTo>
                  <a:close/>
                  <a:moveTo>
                    <a:pt x="80245" y="109134"/>
                  </a:moveTo>
                  <a:lnTo>
                    <a:pt x="139300" y="218957"/>
                  </a:lnTo>
                  <a:lnTo>
                    <a:pt x="188068" y="192763"/>
                  </a:lnTo>
                  <a:cubicBezTo>
                    <a:pt x="207785" y="182381"/>
                    <a:pt x="220358" y="169236"/>
                    <a:pt x="225882" y="153234"/>
                  </a:cubicBezTo>
                  <a:cubicBezTo>
                    <a:pt x="231312" y="137232"/>
                    <a:pt x="229025" y="119897"/>
                    <a:pt x="218929" y="101132"/>
                  </a:cubicBezTo>
                  <a:cubicBezTo>
                    <a:pt x="208833" y="82368"/>
                    <a:pt x="196641" y="71700"/>
                    <a:pt x="182448" y="69128"/>
                  </a:cubicBezTo>
                  <a:cubicBezTo>
                    <a:pt x="168066" y="66843"/>
                    <a:pt x="149682" y="71796"/>
                    <a:pt x="127108" y="83892"/>
                  </a:cubicBezTo>
                  <a:lnTo>
                    <a:pt x="80245" y="109134"/>
                  </a:lnTo>
                  <a:close/>
                  <a:moveTo>
                    <a:pt x="169399" y="274773"/>
                  </a:moveTo>
                  <a:lnTo>
                    <a:pt x="230359" y="388121"/>
                  </a:lnTo>
                  <a:lnTo>
                    <a:pt x="280175" y="361260"/>
                  </a:lnTo>
                  <a:cubicBezTo>
                    <a:pt x="304368" y="348211"/>
                    <a:pt x="319894" y="334400"/>
                    <a:pt x="326657" y="319731"/>
                  </a:cubicBezTo>
                  <a:cubicBezTo>
                    <a:pt x="333705" y="304968"/>
                    <a:pt x="331705" y="287251"/>
                    <a:pt x="320656" y="266772"/>
                  </a:cubicBezTo>
                  <a:cubicBezTo>
                    <a:pt x="309702" y="246389"/>
                    <a:pt x="296463" y="234768"/>
                    <a:pt x="280841" y="231911"/>
                  </a:cubicBezTo>
                  <a:cubicBezTo>
                    <a:pt x="265221" y="229054"/>
                    <a:pt x="244551" y="234482"/>
                    <a:pt x="218643" y="248198"/>
                  </a:cubicBezTo>
                  <a:lnTo>
                    <a:pt x="169304" y="27477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0" name="Forme libre : forme 49">
              <a:extLst>
                <a:ext uri="{FF2B5EF4-FFF2-40B4-BE49-F238E27FC236}">
                  <a16:creationId xmlns:a16="http://schemas.microsoft.com/office/drawing/2014/main" id="{835ABE48-7344-9347-1B17-8A9D846FEFFA}"/>
                </a:ext>
              </a:extLst>
            </p:cNvPr>
            <p:cNvSpPr/>
            <p:nvPr/>
          </p:nvSpPr>
          <p:spPr>
            <a:xfrm>
              <a:off x="7642409" y="5637243"/>
              <a:ext cx="417193" cy="467371"/>
            </a:xfrm>
            <a:custGeom>
              <a:avLst/>
              <a:gdLst>
                <a:gd name="connsiteX0" fmla="*/ 141039 w 417193"/>
                <a:gd name="connsiteY0" fmla="*/ 459804 h 467371"/>
                <a:gd name="connsiteX1" fmla="*/ 135134 w 417193"/>
                <a:gd name="connsiteY1" fmla="*/ 449518 h 467371"/>
                <a:gd name="connsiteX2" fmla="*/ 2832 w 417193"/>
                <a:gd name="connsiteY2" fmla="*/ 65183 h 467371"/>
                <a:gd name="connsiteX3" fmla="*/ 15309 w 417193"/>
                <a:gd name="connsiteY3" fmla="*/ 23845 h 467371"/>
                <a:gd name="connsiteX4" fmla="*/ 38646 w 417193"/>
                <a:gd name="connsiteY4" fmla="*/ 6890 h 467371"/>
                <a:gd name="connsiteX5" fmla="*/ 82841 w 417193"/>
                <a:gd name="connsiteY5" fmla="*/ 10129 h 467371"/>
                <a:gd name="connsiteX6" fmla="*/ 405930 w 417193"/>
                <a:gd name="connsiteY6" fmla="*/ 253207 h 467371"/>
                <a:gd name="connsiteX7" fmla="*/ 414883 w 417193"/>
                <a:gd name="connsiteY7" fmla="*/ 262351 h 467371"/>
                <a:gd name="connsiteX8" fmla="*/ 415740 w 417193"/>
                <a:gd name="connsiteY8" fmla="*/ 278353 h 467371"/>
                <a:gd name="connsiteX9" fmla="*/ 400500 w 417193"/>
                <a:gd name="connsiteY9" fmla="*/ 297498 h 467371"/>
                <a:gd name="connsiteX10" fmla="*/ 352399 w 417193"/>
                <a:gd name="connsiteY10" fmla="*/ 298260 h 467371"/>
                <a:gd name="connsiteX11" fmla="*/ 285248 w 417193"/>
                <a:gd name="connsiteY11" fmla="*/ 246635 h 467371"/>
                <a:gd name="connsiteX12" fmla="*/ 158851 w 417193"/>
                <a:gd name="connsiteY12" fmla="*/ 338646 h 467371"/>
                <a:gd name="connsiteX13" fmla="*/ 186474 w 417193"/>
                <a:gd name="connsiteY13" fmla="*/ 415227 h 467371"/>
                <a:gd name="connsiteX14" fmla="*/ 191141 w 417193"/>
                <a:gd name="connsiteY14" fmla="*/ 441326 h 467371"/>
                <a:gd name="connsiteX15" fmla="*/ 177330 w 417193"/>
                <a:gd name="connsiteY15" fmla="*/ 459899 h 467371"/>
                <a:gd name="connsiteX16" fmla="*/ 155613 w 417193"/>
                <a:gd name="connsiteY16" fmla="*/ 467234 h 467371"/>
                <a:gd name="connsiteX17" fmla="*/ 140849 w 417193"/>
                <a:gd name="connsiteY17" fmla="*/ 459614 h 467371"/>
                <a:gd name="connsiteX18" fmla="*/ 64458 w 417193"/>
                <a:gd name="connsiteY18" fmla="*/ 76804 h 467371"/>
                <a:gd name="connsiteX19" fmla="*/ 137039 w 417193"/>
                <a:gd name="connsiteY19" fmla="*/ 278258 h 467371"/>
                <a:gd name="connsiteX20" fmla="*/ 234289 w 417193"/>
                <a:gd name="connsiteY20" fmla="*/ 207487 h 467371"/>
                <a:gd name="connsiteX21" fmla="*/ 64458 w 417193"/>
                <a:gd name="connsiteY21" fmla="*/ 76804 h 467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7193" h="467371">
                  <a:moveTo>
                    <a:pt x="141039" y="459804"/>
                  </a:moveTo>
                  <a:cubicBezTo>
                    <a:pt x="137801" y="455328"/>
                    <a:pt x="135800" y="451899"/>
                    <a:pt x="135134" y="449518"/>
                  </a:cubicBezTo>
                  <a:lnTo>
                    <a:pt x="2832" y="65183"/>
                  </a:lnTo>
                  <a:cubicBezTo>
                    <a:pt x="-3455" y="48229"/>
                    <a:pt x="736" y="34513"/>
                    <a:pt x="15309" y="23845"/>
                  </a:cubicBezTo>
                  <a:lnTo>
                    <a:pt x="38646" y="6890"/>
                  </a:lnTo>
                  <a:cubicBezTo>
                    <a:pt x="52552" y="-3301"/>
                    <a:pt x="67316" y="-2158"/>
                    <a:pt x="82841" y="10129"/>
                  </a:cubicBezTo>
                  <a:lnTo>
                    <a:pt x="405930" y="253207"/>
                  </a:lnTo>
                  <a:cubicBezTo>
                    <a:pt x="409168" y="255588"/>
                    <a:pt x="412216" y="258636"/>
                    <a:pt x="414883" y="262351"/>
                  </a:cubicBezTo>
                  <a:cubicBezTo>
                    <a:pt x="417645" y="266066"/>
                    <a:pt x="417931" y="271400"/>
                    <a:pt x="415740" y="278353"/>
                  </a:cubicBezTo>
                  <a:cubicBezTo>
                    <a:pt x="413740" y="285401"/>
                    <a:pt x="408597" y="291783"/>
                    <a:pt x="400500" y="297498"/>
                  </a:cubicBezTo>
                  <a:cubicBezTo>
                    <a:pt x="383832" y="309690"/>
                    <a:pt x="367734" y="309976"/>
                    <a:pt x="352399" y="298260"/>
                  </a:cubicBezTo>
                  <a:lnTo>
                    <a:pt x="285248" y="246635"/>
                  </a:lnTo>
                  <a:lnTo>
                    <a:pt x="158851" y="338646"/>
                  </a:lnTo>
                  <a:lnTo>
                    <a:pt x="186474" y="415227"/>
                  </a:lnTo>
                  <a:cubicBezTo>
                    <a:pt x="190855" y="425800"/>
                    <a:pt x="192474" y="434468"/>
                    <a:pt x="191141" y="441326"/>
                  </a:cubicBezTo>
                  <a:cubicBezTo>
                    <a:pt x="189712" y="447993"/>
                    <a:pt x="185140" y="454185"/>
                    <a:pt x="177330" y="459899"/>
                  </a:cubicBezTo>
                  <a:cubicBezTo>
                    <a:pt x="169519" y="465614"/>
                    <a:pt x="162280" y="467995"/>
                    <a:pt x="155613" y="467234"/>
                  </a:cubicBezTo>
                  <a:cubicBezTo>
                    <a:pt x="148945" y="466472"/>
                    <a:pt x="144087" y="463900"/>
                    <a:pt x="140849" y="459614"/>
                  </a:cubicBezTo>
                  <a:moveTo>
                    <a:pt x="64458" y="76804"/>
                  </a:moveTo>
                  <a:lnTo>
                    <a:pt x="137039" y="278258"/>
                  </a:lnTo>
                  <a:lnTo>
                    <a:pt x="234289" y="207487"/>
                  </a:lnTo>
                  <a:lnTo>
                    <a:pt x="64458" y="7680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1" name="Forme libre : forme 50">
              <a:extLst>
                <a:ext uri="{FF2B5EF4-FFF2-40B4-BE49-F238E27FC236}">
                  <a16:creationId xmlns:a16="http://schemas.microsoft.com/office/drawing/2014/main" id="{DCC721B0-53DB-1DF0-FC0E-316EECF68863}"/>
                </a:ext>
              </a:extLst>
            </p:cNvPr>
            <p:cNvSpPr/>
            <p:nvPr/>
          </p:nvSpPr>
          <p:spPr>
            <a:xfrm>
              <a:off x="7901339" y="5362910"/>
              <a:ext cx="414994" cy="434933"/>
            </a:xfrm>
            <a:custGeom>
              <a:avLst/>
              <a:gdLst>
                <a:gd name="connsiteX0" fmla="*/ 48130 w 414994"/>
                <a:gd name="connsiteY0" fmla="*/ 45670 h 434933"/>
                <a:gd name="connsiteX1" fmla="*/ 138617 w 414994"/>
                <a:gd name="connsiteY1" fmla="*/ 712 h 434933"/>
                <a:gd name="connsiteX2" fmla="*/ 217579 w 414994"/>
                <a:gd name="connsiteY2" fmla="*/ 27573 h 434933"/>
                <a:gd name="connsiteX3" fmla="*/ 227295 w 414994"/>
                <a:gd name="connsiteY3" fmla="*/ 52528 h 434933"/>
                <a:gd name="connsiteX4" fmla="*/ 213484 w 414994"/>
                <a:gd name="connsiteY4" fmla="*/ 77770 h 434933"/>
                <a:gd name="connsiteX5" fmla="*/ 174336 w 414994"/>
                <a:gd name="connsiteY5" fmla="*/ 84342 h 434933"/>
                <a:gd name="connsiteX6" fmla="*/ 134045 w 414994"/>
                <a:gd name="connsiteY6" fmla="*/ 71483 h 434933"/>
                <a:gd name="connsiteX7" fmla="*/ 91469 w 414994"/>
                <a:gd name="connsiteY7" fmla="*/ 92057 h 434933"/>
                <a:gd name="connsiteX8" fmla="*/ 67465 w 414994"/>
                <a:gd name="connsiteY8" fmla="*/ 133872 h 434933"/>
                <a:gd name="connsiteX9" fmla="*/ 81848 w 414994"/>
                <a:gd name="connsiteY9" fmla="*/ 174925 h 434933"/>
                <a:gd name="connsiteX10" fmla="*/ 128521 w 414994"/>
                <a:gd name="connsiteY10" fmla="*/ 193213 h 434933"/>
                <a:gd name="connsiteX11" fmla="*/ 188814 w 414994"/>
                <a:gd name="connsiteY11" fmla="*/ 183592 h 434933"/>
                <a:gd name="connsiteX12" fmla="*/ 253203 w 414994"/>
                <a:gd name="connsiteY12" fmla="*/ 166543 h 434933"/>
                <a:gd name="connsiteX13" fmla="*/ 319878 w 414994"/>
                <a:gd name="connsiteY13" fmla="*/ 164066 h 434933"/>
                <a:gd name="connsiteX14" fmla="*/ 378171 w 414994"/>
                <a:gd name="connsiteY14" fmla="*/ 195594 h 434933"/>
                <a:gd name="connsiteX15" fmla="*/ 414366 w 414994"/>
                <a:gd name="connsiteY15" fmla="*/ 288082 h 434933"/>
                <a:gd name="connsiteX16" fmla="*/ 363503 w 414994"/>
                <a:gd name="connsiteY16" fmla="*/ 380760 h 434933"/>
                <a:gd name="connsiteX17" fmla="*/ 286826 w 414994"/>
                <a:gd name="connsiteY17" fmla="*/ 426194 h 434933"/>
                <a:gd name="connsiteX18" fmla="*/ 220151 w 414994"/>
                <a:gd name="connsiteY18" fmla="*/ 424861 h 434933"/>
                <a:gd name="connsiteX19" fmla="*/ 210340 w 414994"/>
                <a:gd name="connsiteY19" fmla="*/ 401620 h 434933"/>
                <a:gd name="connsiteX20" fmla="*/ 217008 w 414994"/>
                <a:gd name="connsiteY20" fmla="*/ 379331 h 434933"/>
                <a:gd name="connsiteX21" fmla="*/ 233867 w 414994"/>
                <a:gd name="connsiteY21" fmla="*/ 370949 h 434933"/>
                <a:gd name="connsiteX22" fmla="*/ 322068 w 414994"/>
                <a:gd name="connsiteY22" fmla="*/ 332468 h 434933"/>
                <a:gd name="connsiteX23" fmla="*/ 333880 w 414994"/>
                <a:gd name="connsiteY23" fmla="*/ 248362 h 434933"/>
                <a:gd name="connsiteX24" fmla="*/ 291303 w 414994"/>
                <a:gd name="connsiteY24" fmla="*/ 233885 h 434933"/>
                <a:gd name="connsiteX25" fmla="*/ 231391 w 414994"/>
                <a:gd name="connsiteY25" fmla="*/ 244362 h 434933"/>
                <a:gd name="connsiteX26" fmla="*/ 166049 w 414994"/>
                <a:gd name="connsiteY26" fmla="*/ 261126 h 434933"/>
                <a:gd name="connsiteX27" fmla="*/ 97564 w 414994"/>
                <a:gd name="connsiteY27" fmla="*/ 261126 h 434933"/>
                <a:gd name="connsiteX28" fmla="*/ 36604 w 414994"/>
                <a:gd name="connsiteY28" fmla="*/ 226455 h 434933"/>
                <a:gd name="connsiteX29" fmla="*/ 600 w 414994"/>
                <a:gd name="connsiteY29" fmla="*/ 134634 h 434933"/>
                <a:gd name="connsiteX30" fmla="*/ 48034 w 414994"/>
                <a:gd name="connsiteY30" fmla="*/ 45670 h 434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14994" h="434933">
                  <a:moveTo>
                    <a:pt x="48130" y="45670"/>
                  </a:moveTo>
                  <a:cubicBezTo>
                    <a:pt x="75943" y="19095"/>
                    <a:pt x="106137" y="4141"/>
                    <a:pt x="138617" y="712"/>
                  </a:cubicBezTo>
                  <a:cubicBezTo>
                    <a:pt x="171193" y="-2717"/>
                    <a:pt x="197482" y="6237"/>
                    <a:pt x="217579" y="27573"/>
                  </a:cubicBezTo>
                  <a:cubicBezTo>
                    <a:pt x="224819" y="35193"/>
                    <a:pt x="228057" y="43575"/>
                    <a:pt x="227295" y="52528"/>
                  </a:cubicBezTo>
                  <a:cubicBezTo>
                    <a:pt x="226438" y="61577"/>
                    <a:pt x="221866" y="69959"/>
                    <a:pt x="213484" y="77770"/>
                  </a:cubicBezTo>
                  <a:cubicBezTo>
                    <a:pt x="199577" y="91010"/>
                    <a:pt x="186528" y="93200"/>
                    <a:pt x="174336" y="84342"/>
                  </a:cubicBezTo>
                  <a:cubicBezTo>
                    <a:pt x="162049" y="75484"/>
                    <a:pt x="148714" y="71197"/>
                    <a:pt x="134045" y="71483"/>
                  </a:cubicBezTo>
                  <a:cubicBezTo>
                    <a:pt x="119472" y="71769"/>
                    <a:pt x="105280" y="78627"/>
                    <a:pt x="91469" y="92057"/>
                  </a:cubicBezTo>
                  <a:cubicBezTo>
                    <a:pt x="77848" y="105106"/>
                    <a:pt x="69847" y="119013"/>
                    <a:pt x="67465" y="133872"/>
                  </a:cubicBezTo>
                  <a:cubicBezTo>
                    <a:pt x="65084" y="148731"/>
                    <a:pt x="69847" y="162352"/>
                    <a:pt x="81848" y="174925"/>
                  </a:cubicBezTo>
                  <a:cubicBezTo>
                    <a:pt x="93850" y="187497"/>
                    <a:pt x="109375" y="193593"/>
                    <a:pt x="128521" y="193213"/>
                  </a:cubicBezTo>
                  <a:cubicBezTo>
                    <a:pt x="147571" y="192736"/>
                    <a:pt x="167669" y="189498"/>
                    <a:pt x="188814" y="183592"/>
                  </a:cubicBezTo>
                  <a:cubicBezTo>
                    <a:pt x="209959" y="177591"/>
                    <a:pt x="231486" y="171972"/>
                    <a:pt x="253203" y="166543"/>
                  </a:cubicBezTo>
                  <a:cubicBezTo>
                    <a:pt x="275015" y="161113"/>
                    <a:pt x="297208" y="160351"/>
                    <a:pt x="319878" y="164066"/>
                  </a:cubicBezTo>
                  <a:cubicBezTo>
                    <a:pt x="342547" y="167781"/>
                    <a:pt x="361978" y="178354"/>
                    <a:pt x="378171" y="195594"/>
                  </a:cubicBezTo>
                  <a:cubicBezTo>
                    <a:pt x="405984" y="224645"/>
                    <a:pt x="417985" y="255506"/>
                    <a:pt x="414366" y="288082"/>
                  </a:cubicBezTo>
                  <a:cubicBezTo>
                    <a:pt x="410746" y="320657"/>
                    <a:pt x="393792" y="351518"/>
                    <a:pt x="363503" y="380760"/>
                  </a:cubicBezTo>
                  <a:cubicBezTo>
                    <a:pt x="344453" y="398952"/>
                    <a:pt x="318926" y="414097"/>
                    <a:pt x="286826" y="426194"/>
                  </a:cubicBezTo>
                  <a:cubicBezTo>
                    <a:pt x="254727" y="438291"/>
                    <a:pt x="232534" y="437815"/>
                    <a:pt x="220151" y="424861"/>
                  </a:cubicBezTo>
                  <a:cubicBezTo>
                    <a:pt x="214531" y="419051"/>
                    <a:pt x="211293" y="411335"/>
                    <a:pt x="210340" y="401620"/>
                  </a:cubicBezTo>
                  <a:cubicBezTo>
                    <a:pt x="209388" y="391904"/>
                    <a:pt x="211674" y="384570"/>
                    <a:pt x="217008" y="379331"/>
                  </a:cubicBezTo>
                  <a:cubicBezTo>
                    <a:pt x="222437" y="374188"/>
                    <a:pt x="228057" y="371426"/>
                    <a:pt x="233867" y="370949"/>
                  </a:cubicBezTo>
                  <a:cubicBezTo>
                    <a:pt x="268348" y="368282"/>
                    <a:pt x="297684" y="355423"/>
                    <a:pt x="322068" y="332468"/>
                  </a:cubicBezTo>
                  <a:cubicBezTo>
                    <a:pt x="354168" y="301702"/>
                    <a:pt x="358169" y="273699"/>
                    <a:pt x="333880" y="248362"/>
                  </a:cubicBezTo>
                  <a:cubicBezTo>
                    <a:pt x="323878" y="237885"/>
                    <a:pt x="309686" y="233122"/>
                    <a:pt x="291303" y="233885"/>
                  </a:cubicBezTo>
                  <a:cubicBezTo>
                    <a:pt x="272920" y="234646"/>
                    <a:pt x="252917" y="238170"/>
                    <a:pt x="231391" y="244362"/>
                  </a:cubicBezTo>
                  <a:cubicBezTo>
                    <a:pt x="209959" y="250648"/>
                    <a:pt x="188147" y="256173"/>
                    <a:pt x="166049" y="261126"/>
                  </a:cubicBezTo>
                  <a:cubicBezTo>
                    <a:pt x="143665" y="265698"/>
                    <a:pt x="120805" y="265698"/>
                    <a:pt x="97564" y="261126"/>
                  </a:cubicBezTo>
                  <a:cubicBezTo>
                    <a:pt x="74323" y="256553"/>
                    <a:pt x="53940" y="244933"/>
                    <a:pt x="36604" y="226455"/>
                  </a:cubicBezTo>
                  <a:cubicBezTo>
                    <a:pt x="9077" y="197689"/>
                    <a:pt x="-2924" y="167114"/>
                    <a:pt x="600" y="134634"/>
                  </a:cubicBezTo>
                  <a:cubicBezTo>
                    <a:pt x="4410" y="101868"/>
                    <a:pt x="20221" y="72245"/>
                    <a:pt x="48034" y="456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pic>
        <p:nvPicPr>
          <p:cNvPr id="52" name="Image 51" descr="Une image contenant graphisme, Graphique, drapeau&#10;&#10;Description générée automatiquement">
            <a:extLst>
              <a:ext uri="{FF2B5EF4-FFF2-40B4-BE49-F238E27FC236}">
                <a16:creationId xmlns:a16="http://schemas.microsoft.com/office/drawing/2014/main" id="{607EE7B3-58FD-A9B5-0300-B1BC570A3E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4998" y="6254748"/>
            <a:ext cx="1707867" cy="353841"/>
          </a:xfrm>
          <a:prstGeom prst="rect">
            <a:avLst/>
          </a:prstGeom>
        </p:spPr>
      </p:pic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662F456-3002-4E4E-AD3F-ECB3B309C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DFEB3-5516-4F20-A9A0-1BE8DA6AA0BB}" type="datetime1">
              <a:rPr lang="fr-FR" smtClean="0"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C24024C-0B31-8242-FED6-44007ABF6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CED75C-CA95-9196-9D59-F6426436C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23517" y="6346492"/>
            <a:ext cx="344966" cy="200055"/>
          </a:xfrm>
          <a:prstGeom prst="rect">
            <a:avLst/>
          </a:prstGeom>
        </p:spPr>
        <p:txBody>
          <a:bodyPr/>
          <a:lstStyle/>
          <a:p>
            <a:fld id="{12EA5F4A-9FB0-4812-AB35-92F9E0180226}" type="slidenum">
              <a:rPr lang="fr-FR" smtClean="0"/>
              <a:t>‹#›</a:t>
            </a:fld>
            <a:endParaRPr lang="fr-FR"/>
          </a:p>
        </p:txBody>
      </p:sp>
      <p:sp>
        <p:nvSpPr>
          <p:cNvPr id="5" name="Rectangle : avec coins arrondis en haut 4">
            <a:extLst>
              <a:ext uri="{FF2B5EF4-FFF2-40B4-BE49-F238E27FC236}">
                <a16:creationId xmlns:a16="http://schemas.microsoft.com/office/drawing/2014/main" id="{97C8D201-623A-FEAF-A65D-4201CBD5190A}"/>
              </a:ext>
            </a:extLst>
          </p:cNvPr>
          <p:cNvSpPr/>
          <p:nvPr userDrawn="1"/>
        </p:nvSpPr>
        <p:spPr>
          <a:xfrm rot="16200000">
            <a:off x="6713824" y="-239005"/>
            <a:ext cx="4443306" cy="6513049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6" name="Graphique 44">
            <a:extLst>
              <a:ext uri="{FF2B5EF4-FFF2-40B4-BE49-F238E27FC236}">
                <a16:creationId xmlns:a16="http://schemas.microsoft.com/office/drawing/2014/main" id="{7052B22E-4EEF-1D34-890B-5110AD063750}"/>
              </a:ext>
            </a:extLst>
          </p:cNvPr>
          <p:cNvGrpSpPr/>
          <p:nvPr userDrawn="1"/>
        </p:nvGrpSpPr>
        <p:grpSpPr>
          <a:xfrm>
            <a:off x="1599720" y="1828799"/>
            <a:ext cx="2077411" cy="2396068"/>
            <a:chOff x="3319466" y="228601"/>
            <a:chExt cx="5551927" cy="6403564"/>
          </a:xfrm>
          <a:solidFill>
            <a:schemeClr val="accent1"/>
          </a:solidFill>
        </p:grpSpPr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551C0E94-F96C-729D-980B-BB20E4C05E2F}"/>
                </a:ext>
              </a:extLst>
            </p:cNvPr>
            <p:cNvSpPr/>
            <p:nvPr/>
          </p:nvSpPr>
          <p:spPr>
            <a:xfrm>
              <a:off x="3319466" y="1781951"/>
              <a:ext cx="1254828" cy="3190491"/>
            </a:xfrm>
            <a:custGeom>
              <a:avLst/>
              <a:gdLst>
                <a:gd name="connsiteX0" fmla="*/ 185 w 1254828"/>
                <a:gd name="connsiteY0" fmla="*/ 186391 h 3190491"/>
                <a:gd name="connsiteX1" fmla="*/ 174017 w 1254828"/>
                <a:gd name="connsiteY1" fmla="*/ 178 h 3190491"/>
                <a:gd name="connsiteX2" fmla="*/ 360040 w 1254828"/>
                <a:gd name="connsiteY2" fmla="*/ 169913 h 3190491"/>
                <a:gd name="connsiteX3" fmla="*/ 481198 w 1254828"/>
                <a:gd name="connsiteY3" fmla="*/ 2822340 h 3190491"/>
                <a:gd name="connsiteX4" fmla="*/ 1064509 w 1254828"/>
                <a:gd name="connsiteY4" fmla="*/ 2795670 h 3190491"/>
                <a:gd name="connsiteX5" fmla="*/ 1254628 w 1254828"/>
                <a:gd name="connsiteY5" fmla="*/ 2965310 h 3190491"/>
                <a:gd name="connsiteX6" fmla="*/ 1080987 w 1254828"/>
                <a:gd name="connsiteY6" fmla="*/ 3155525 h 3190491"/>
                <a:gd name="connsiteX7" fmla="*/ 319749 w 1254828"/>
                <a:gd name="connsiteY7" fmla="*/ 3190291 h 3190491"/>
                <a:gd name="connsiteX8" fmla="*/ 129535 w 1254828"/>
                <a:gd name="connsiteY8" fmla="*/ 3016650 h 3190491"/>
                <a:gd name="connsiteX9" fmla="*/ 185 w 1254828"/>
                <a:gd name="connsiteY9" fmla="*/ 186391 h 319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54828" h="3190491">
                  <a:moveTo>
                    <a:pt x="185" y="186391"/>
                  </a:moveTo>
                  <a:cubicBezTo>
                    <a:pt x="-4291" y="89332"/>
                    <a:pt x="72861" y="4845"/>
                    <a:pt x="174017" y="178"/>
                  </a:cubicBezTo>
                  <a:cubicBezTo>
                    <a:pt x="271076" y="-4204"/>
                    <a:pt x="355563" y="72949"/>
                    <a:pt x="360040" y="169913"/>
                  </a:cubicBezTo>
                  <a:lnTo>
                    <a:pt x="481198" y="2822340"/>
                  </a:lnTo>
                  <a:lnTo>
                    <a:pt x="1064509" y="2795670"/>
                  </a:lnTo>
                  <a:cubicBezTo>
                    <a:pt x="1165569" y="2791003"/>
                    <a:pt x="1250151" y="2868251"/>
                    <a:pt x="1254628" y="2965310"/>
                  </a:cubicBezTo>
                  <a:cubicBezTo>
                    <a:pt x="1259295" y="3066371"/>
                    <a:pt x="1182047" y="3150953"/>
                    <a:pt x="1080987" y="3155525"/>
                  </a:cubicBezTo>
                  <a:lnTo>
                    <a:pt x="319749" y="3190291"/>
                  </a:lnTo>
                  <a:cubicBezTo>
                    <a:pt x="218689" y="3194958"/>
                    <a:pt x="134107" y="3117710"/>
                    <a:pt x="129535" y="3016650"/>
                  </a:cubicBezTo>
                  <a:lnTo>
                    <a:pt x="185" y="18639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04E956AA-831B-6804-8175-A53B06EB839C}"/>
                </a:ext>
              </a:extLst>
            </p:cNvPr>
            <p:cNvSpPr/>
            <p:nvPr/>
          </p:nvSpPr>
          <p:spPr>
            <a:xfrm>
              <a:off x="5104447" y="1808323"/>
              <a:ext cx="330708" cy="559213"/>
            </a:xfrm>
            <a:custGeom>
              <a:avLst/>
              <a:gdLst>
                <a:gd name="connsiteX0" fmla="*/ 330708 w 330708"/>
                <a:gd name="connsiteY0" fmla="*/ 391954 h 559212"/>
                <a:gd name="connsiteX1" fmla="*/ 167164 w 330708"/>
                <a:gd name="connsiteY1" fmla="*/ 559213 h 559212"/>
                <a:gd name="connsiteX2" fmla="*/ 0 w 330708"/>
                <a:gd name="connsiteY2" fmla="*/ 391954 h 559212"/>
                <a:gd name="connsiteX3" fmla="*/ 0 w 330708"/>
                <a:gd name="connsiteY3" fmla="*/ 163449 h 559212"/>
                <a:gd name="connsiteX4" fmla="*/ 167164 w 330708"/>
                <a:gd name="connsiteY4" fmla="*/ 0 h 559212"/>
                <a:gd name="connsiteX5" fmla="*/ 330708 w 330708"/>
                <a:gd name="connsiteY5" fmla="*/ 163449 h 559212"/>
                <a:gd name="connsiteX6" fmla="*/ 330708 w 330708"/>
                <a:gd name="connsiteY6" fmla="*/ 391954 h 559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559212">
                  <a:moveTo>
                    <a:pt x="330708" y="391954"/>
                  </a:moveTo>
                  <a:cubicBezTo>
                    <a:pt x="330708" y="484822"/>
                    <a:pt x="256413" y="559213"/>
                    <a:pt x="167164" y="559213"/>
                  </a:cubicBezTo>
                  <a:cubicBezTo>
                    <a:pt x="77915" y="559213"/>
                    <a:pt x="0" y="484918"/>
                    <a:pt x="0" y="391954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3919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2AFC4464-5EE8-74B4-431B-39D817D06423}"/>
                </a:ext>
              </a:extLst>
            </p:cNvPr>
            <p:cNvSpPr/>
            <p:nvPr/>
          </p:nvSpPr>
          <p:spPr>
            <a:xfrm>
              <a:off x="5104447" y="2882648"/>
              <a:ext cx="330708" cy="2068735"/>
            </a:xfrm>
            <a:custGeom>
              <a:avLst/>
              <a:gdLst>
                <a:gd name="connsiteX0" fmla="*/ 330708 w 330708"/>
                <a:gd name="connsiteY0" fmla="*/ 1901476 h 2068734"/>
                <a:gd name="connsiteX1" fmla="*/ 167164 w 330708"/>
                <a:gd name="connsiteY1" fmla="*/ 2068735 h 2068734"/>
                <a:gd name="connsiteX2" fmla="*/ 0 w 330708"/>
                <a:gd name="connsiteY2" fmla="*/ 1901476 h 2068734"/>
                <a:gd name="connsiteX3" fmla="*/ 0 w 330708"/>
                <a:gd name="connsiteY3" fmla="*/ 163449 h 2068734"/>
                <a:gd name="connsiteX4" fmla="*/ 167164 w 330708"/>
                <a:gd name="connsiteY4" fmla="*/ 0 h 2068734"/>
                <a:gd name="connsiteX5" fmla="*/ 330708 w 330708"/>
                <a:gd name="connsiteY5" fmla="*/ 163449 h 2068734"/>
                <a:gd name="connsiteX6" fmla="*/ 330708 w 330708"/>
                <a:gd name="connsiteY6" fmla="*/ 1901476 h 206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2068734">
                  <a:moveTo>
                    <a:pt x="330708" y="1901476"/>
                  </a:moveTo>
                  <a:cubicBezTo>
                    <a:pt x="330708" y="1994344"/>
                    <a:pt x="256413" y="2068735"/>
                    <a:pt x="167164" y="2068735"/>
                  </a:cubicBezTo>
                  <a:cubicBezTo>
                    <a:pt x="77915" y="2068735"/>
                    <a:pt x="0" y="1994440"/>
                    <a:pt x="0" y="1901476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190147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6FEEF9A8-492C-4E47-8982-9A5F233DB7D0}"/>
                </a:ext>
              </a:extLst>
            </p:cNvPr>
            <p:cNvSpPr/>
            <p:nvPr/>
          </p:nvSpPr>
          <p:spPr>
            <a:xfrm>
              <a:off x="6236683" y="2168270"/>
              <a:ext cx="1065560" cy="2788348"/>
            </a:xfrm>
            <a:custGeom>
              <a:avLst/>
              <a:gdLst>
                <a:gd name="connsiteX0" fmla="*/ 321374 w 1065561"/>
                <a:gd name="connsiteY0" fmla="*/ 2625852 h 2788348"/>
                <a:gd name="connsiteX1" fmla="*/ 162496 w 1065561"/>
                <a:gd name="connsiteY1" fmla="*/ 2788349 h 2788348"/>
                <a:gd name="connsiteX2" fmla="*/ 0 w 1065561"/>
                <a:gd name="connsiteY2" fmla="*/ 2625852 h 2788348"/>
                <a:gd name="connsiteX3" fmla="*/ 0 w 1065561"/>
                <a:gd name="connsiteY3" fmla="*/ 158877 h 2788348"/>
                <a:gd name="connsiteX4" fmla="*/ 162496 w 1065561"/>
                <a:gd name="connsiteY4" fmla="*/ 0 h 2788348"/>
                <a:gd name="connsiteX5" fmla="*/ 903065 w 1065561"/>
                <a:gd name="connsiteY5" fmla="*/ 0 h 2788348"/>
                <a:gd name="connsiteX6" fmla="*/ 1065562 w 1065561"/>
                <a:gd name="connsiteY6" fmla="*/ 158877 h 2788348"/>
                <a:gd name="connsiteX7" fmla="*/ 903065 w 1065561"/>
                <a:gd name="connsiteY7" fmla="*/ 321374 h 2788348"/>
                <a:gd name="connsiteX8" fmla="*/ 321374 w 1065561"/>
                <a:gd name="connsiteY8" fmla="*/ 321374 h 2788348"/>
                <a:gd name="connsiteX9" fmla="*/ 321374 w 1065561"/>
                <a:gd name="connsiteY9" fmla="*/ 1216914 h 2788348"/>
                <a:gd name="connsiteX10" fmla="*/ 740569 w 1065561"/>
                <a:gd name="connsiteY10" fmla="*/ 1216914 h 2788348"/>
                <a:gd name="connsiteX11" fmla="*/ 903065 w 1065561"/>
                <a:gd name="connsiteY11" fmla="*/ 1375791 h 2788348"/>
                <a:gd name="connsiteX12" fmla="*/ 740569 w 1065561"/>
                <a:gd name="connsiteY12" fmla="*/ 1538288 h 2788348"/>
                <a:gd name="connsiteX13" fmla="*/ 321374 w 1065561"/>
                <a:gd name="connsiteY13" fmla="*/ 1538288 h 2788348"/>
                <a:gd name="connsiteX14" fmla="*/ 321374 w 1065561"/>
                <a:gd name="connsiteY14" fmla="*/ 2625757 h 278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65561" h="2788348">
                  <a:moveTo>
                    <a:pt x="321374" y="2625852"/>
                  </a:moveTo>
                  <a:cubicBezTo>
                    <a:pt x="321374" y="2716149"/>
                    <a:pt x="249174" y="2788349"/>
                    <a:pt x="162496" y="2788349"/>
                  </a:cubicBezTo>
                  <a:cubicBezTo>
                    <a:pt x="75819" y="2788349"/>
                    <a:pt x="0" y="2716149"/>
                    <a:pt x="0" y="2625852"/>
                  </a:cubicBezTo>
                  <a:lnTo>
                    <a:pt x="0" y="158877"/>
                  </a:lnTo>
                  <a:cubicBezTo>
                    <a:pt x="0" y="72200"/>
                    <a:pt x="72200" y="0"/>
                    <a:pt x="162496" y="0"/>
                  </a:cubicBezTo>
                  <a:lnTo>
                    <a:pt x="903065" y="0"/>
                  </a:lnTo>
                  <a:cubicBezTo>
                    <a:pt x="993362" y="0"/>
                    <a:pt x="1065562" y="72200"/>
                    <a:pt x="1065562" y="158877"/>
                  </a:cubicBezTo>
                  <a:cubicBezTo>
                    <a:pt x="1065562" y="245554"/>
                    <a:pt x="993362" y="321374"/>
                    <a:pt x="903065" y="321374"/>
                  </a:cubicBezTo>
                  <a:lnTo>
                    <a:pt x="321374" y="321374"/>
                  </a:lnTo>
                  <a:lnTo>
                    <a:pt x="321374" y="1216914"/>
                  </a:lnTo>
                  <a:lnTo>
                    <a:pt x="740569" y="1216914"/>
                  </a:lnTo>
                  <a:cubicBezTo>
                    <a:pt x="830866" y="1216914"/>
                    <a:pt x="903065" y="1289114"/>
                    <a:pt x="903065" y="1375791"/>
                  </a:cubicBezTo>
                  <a:cubicBezTo>
                    <a:pt x="903065" y="1462468"/>
                    <a:pt x="830866" y="1538288"/>
                    <a:pt x="740569" y="1538288"/>
                  </a:cubicBezTo>
                  <a:lnTo>
                    <a:pt x="321374" y="1538288"/>
                  </a:lnTo>
                  <a:lnTo>
                    <a:pt x="321374" y="262575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59E7F46E-4E29-E020-E332-6AE999E36DAF}"/>
                </a:ext>
              </a:extLst>
            </p:cNvPr>
            <p:cNvSpPr/>
            <p:nvPr/>
          </p:nvSpPr>
          <p:spPr>
            <a:xfrm>
              <a:off x="7800593" y="2168367"/>
              <a:ext cx="1070800" cy="2751389"/>
            </a:xfrm>
            <a:custGeom>
              <a:avLst/>
              <a:gdLst>
                <a:gd name="connsiteX0" fmla="*/ 908400 w 1070800"/>
                <a:gd name="connsiteY0" fmla="*/ 2429923 h 2751391"/>
                <a:gd name="connsiteX1" fmla="*/ 321469 w 1070800"/>
                <a:gd name="connsiteY1" fmla="*/ 2429923 h 2751391"/>
                <a:gd name="connsiteX2" fmla="*/ 321469 w 1070800"/>
                <a:gd name="connsiteY2" fmla="*/ 1522476 h 2751391"/>
                <a:gd name="connsiteX3" fmla="*/ 740664 w 1070800"/>
                <a:gd name="connsiteY3" fmla="*/ 1522476 h 2751391"/>
                <a:gd name="connsiteX4" fmla="*/ 903161 w 1070800"/>
                <a:gd name="connsiteY4" fmla="*/ 1359980 h 2751391"/>
                <a:gd name="connsiteX5" fmla="*/ 740664 w 1070800"/>
                <a:gd name="connsiteY5" fmla="*/ 1201103 h 2751391"/>
                <a:gd name="connsiteX6" fmla="*/ 321469 w 1070800"/>
                <a:gd name="connsiteY6" fmla="*/ 1201103 h 2751391"/>
                <a:gd name="connsiteX7" fmla="*/ 321469 w 1070800"/>
                <a:gd name="connsiteY7" fmla="*/ 321374 h 2751391"/>
                <a:gd name="connsiteX8" fmla="*/ 903161 w 1070800"/>
                <a:gd name="connsiteY8" fmla="*/ 321374 h 2751391"/>
                <a:gd name="connsiteX9" fmla="*/ 1065657 w 1070800"/>
                <a:gd name="connsiteY9" fmla="*/ 158877 h 2751391"/>
                <a:gd name="connsiteX10" fmla="*/ 903161 w 1070800"/>
                <a:gd name="connsiteY10" fmla="*/ 0 h 2751391"/>
                <a:gd name="connsiteX11" fmla="*/ 162496 w 1070800"/>
                <a:gd name="connsiteY11" fmla="*/ 0 h 2751391"/>
                <a:gd name="connsiteX12" fmla="*/ 0 w 1070800"/>
                <a:gd name="connsiteY12" fmla="*/ 158877 h 2751391"/>
                <a:gd name="connsiteX13" fmla="*/ 0 w 1070800"/>
                <a:gd name="connsiteY13" fmla="*/ 2588895 h 2751391"/>
                <a:gd name="connsiteX14" fmla="*/ 162496 w 1070800"/>
                <a:gd name="connsiteY14" fmla="*/ 2751392 h 2751391"/>
                <a:gd name="connsiteX15" fmla="*/ 165068 w 1070800"/>
                <a:gd name="connsiteY15" fmla="*/ 2751296 h 2751391"/>
                <a:gd name="connsiteX16" fmla="*/ 167735 w 1070800"/>
                <a:gd name="connsiteY16" fmla="*/ 2751392 h 2751391"/>
                <a:gd name="connsiteX17" fmla="*/ 908304 w 1070800"/>
                <a:gd name="connsiteY17" fmla="*/ 2751392 h 2751391"/>
                <a:gd name="connsiteX18" fmla="*/ 1070801 w 1070800"/>
                <a:gd name="connsiteY18" fmla="*/ 2592515 h 2751391"/>
                <a:gd name="connsiteX19" fmla="*/ 908304 w 1070800"/>
                <a:gd name="connsiteY19" fmla="*/ 2430018 h 275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70800" h="2751391">
                  <a:moveTo>
                    <a:pt x="908400" y="2429923"/>
                  </a:moveTo>
                  <a:lnTo>
                    <a:pt x="321469" y="2429923"/>
                  </a:lnTo>
                  <a:lnTo>
                    <a:pt x="321469" y="1522476"/>
                  </a:lnTo>
                  <a:lnTo>
                    <a:pt x="740664" y="1522476"/>
                  </a:lnTo>
                  <a:cubicBezTo>
                    <a:pt x="830961" y="1522476"/>
                    <a:pt x="903161" y="1450277"/>
                    <a:pt x="903161" y="1359980"/>
                  </a:cubicBezTo>
                  <a:cubicBezTo>
                    <a:pt x="903161" y="1269683"/>
                    <a:pt x="830961" y="1201103"/>
                    <a:pt x="740664" y="1201103"/>
                  </a:cubicBezTo>
                  <a:lnTo>
                    <a:pt x="321469" y="1201103"/>
                  </a:lnTo>
                  <a:lnTo>
                    <a:pt x="321469" y="321374"/>
                  </a:lnTo>
                  <a:lnTo>
                    <a:pt x="903161" y="321374"/>
                  </a:lnTo>
                  <a:cubicBezTo>
                    <a:pt x="993458" y="321374"/>
                    <a:pt x="1065657" y="249174"/>
                    <a:pt x="1065657" y="158877"/>
                  </a:cubicBezTo>
                  <a:cubicBezTo>
                    <a:pt x="1065657" y="68580"/>
                    <a:pt x="993458" y="0"/>
                    <a:pt x="903161" y="0"/>
                  </a:cubicBezTo>
                  <a:lnTo>
                    <a:pt x="162496" y="0"/>
                  </a:lnTo>
                  <a:cubicBezTo>
                    <a:pt x="72200" y="0"/>
                    <a:pt x="0" y="72200"/>
                    <a:pt x="0" y="158877"/>
                  </a:cubicBezTo>
                  <a:lnTo>
                    <a:pt x="0" y="2588895"/>
                  </a:lnTo>
                  <a:cubicBezTo>
                    <a:pt x="0" y="2679192"/>
                    <a:pt x="72200" y="2751392"/>
                    <a:pt x="162496" y="2751392"/>
                  </a:cubicBezTo>
                  <a:cubicBezTo>
                    <a:pt x="163354" y="2751392"/>
                    <a:pt x="164211" y="2751296"/>
                    <a:pt x="165068" y="2751296"/>
                  </a:cubicBezTo>
                  <a:cubicBezTo>
                    <a:pt x="166021" y="2751296"/>
                    <a:pt x="166878" y="2751392"/>
                    <a:pt x="167735" y="2751392"/>
                  </a:cubicBezTo>
                  <a:lnTo>
                    <a:pt x="908304" y="2751392"/>
                  </a:lnTo>
                  <a:cubicBezTo>
                    <a:pt x="998601" y="2751392"/>
                    <a:pt x="1070801" y="2679192"/>
                    <a:pt x="1070801" y="2592515"/>
                  </a:cubicBezTo>
                  <a:cubicBezTo>
                    <a:pt x="1070801" y="2505837"/>
                    <a:pt x="998601" y="2430018"/>
                    <a:pt x="908304" y="24300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4A92D264-F698-2EFF-4E7D-CAC9BC301E4C}"/>
                </a:ext>
              </a:extLst>
            </p:cNvPr>
            <p:cNvSpPr/>
            <p:nvPr/>
          </p:nvSpPr>
          <p:spPr>
            <a:xfrm>
              <a:off x="3605500" y="228601"/>
              <a:ext cx="4960413" cy="1495996"/>
            </a:xfrm>
            <a:custGeom>
              <a:avLst/>
              <a:gdLst>
                <a:gd name="connsiteX0" fmla="*/ 4782117 w 4960413"/>
                <a:gd name="connsiteY0" fmla="*/ 1495997 h 1495996"/>
                <a:gd name="connsiteX1" fmla="*/ 4642195 w 4960413"/>
                <a:gd name="connsiteY1" fmla="*/ 1428464 h 1495996"/>
                <a:gd name="connsiteX2" fmla="*/ 2426965 w 4960413"/>
                <a:gd name="connsiteY2" fmla="*/ 356807 h 1495996"/>
                <a:gd name="connsiteX3" fmla="*/ 311844 w 4960413"/>
                <a:gd name="connsiteY3" fmla="*/ 1309211 h 1495996"/>
                <a:gd name="connsiteX4" fmla="*/ 60098 w 4960413"/>
                <a:gd name="connsiteY4" fmla="*/ 1324451 h 1495996"/>
                <a:gd name="connsiteX5" fmla="*/ 44858 w 4960413"/>
                <a:gd name="connsiteY5" fmla="*/ 1072706 h 1495996"/>
                <a:gd name="connsiteX6" fmla="*/ 2427061 w 4960413"/>
                <a:gd name="connsiteY6" fmla="*/ 0 h 1495996"/>
                <a:gd name="connsiteX7" fmla="*/ 4921849 w 4960413"/>
                <a:gd name="connsiteY7" fmla="*/ 1206818 h 1495996"/>
                <a:gd name="connsiteX8" fmla="*/ 4892798 w 4960413"/>
                <a:gd name="connsiteY8" fmla="*/ 1457420 h 1495996"/>
                <a:gd name="connsiteX9" fmla="*/ 4782117 w 4960413"/>
                <a:gd name="connsiteY9" fmla="*/ 1495997 h 1495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60413" h="1495996">
                  <a:moveTo>
                    <a:pt x="4782117" y="1495997"/>
                  </a:moveTo>
                  <a:cubicBezTo>
                    <a:pt x="4729539" y="1495997"/>
                    <a:pt x="4677437" y="1472851"/>
                    <a:pt x="4642195" y="1428464"/>
                  </a:cubicBezTo>
                  <a:cubicBezTo>
                    <a:pt x="4102413" y="747427"/>
                    <a:pt x="3294979" y="356807"/>
                    <a:pt x="2426965" y="356807"/>
                  </a:cubicBezTo>
                  <a:cubicBezTo>
                    <a:pt x="1618960" y="356807"/>
                    <a:pt x="848006" y="703898"/>
                    <a:pt x="311844" y="1309211"/>
                  </a:cubicBezTo>
                  <a:cubicBezTo>
                    <a:pt x="246502" y="1382935"/>
                    <a:pt x="133822" y="1389698"/>
                    <a:pt x="60098" y="1324451"/>
                  </a:cubicBezTo>
                  <a:cubicBezTo>
                    <a:pt x="-13625" y="1259110"/>
                    <a:pt x="-20483" y="1146429"/>
                    <a:pt x="44858" y="1072706"/>
                  </a:cubicBezTo>
                  <a:cubicBezTo>
                    <a:pt x="648743" y="390906"/>
                    <a:pt x="1517042" y="0"/>
                    <a:pt x="2427061" y="0"/>
                  </a:cubicBezTo>
                  <a:cubicBezTo>
                    <a:pt x="3404612" y="0"/>
                    <a:pt x="4313868" y="439865"/>
                    <a:pt x="4921849" y="1206818"/>
                  </a:cubicBezTo>
                  <a:cubicBezTo>
                    <a:pt x="4982999" y="1283970"/>
                    <a:pt x="4970046" y="1396175"/>
                    <a:pt x="4892798" y="1457420"/>
                  </a:cubicBezTo>
                  <a:cubicBezTo>
                    <a:pt x="4860032" y="1483424"/>
                    <a:pt x="4820979" y="1495997"/>
                    <a:pt x="4782117" y="14959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8069CA81-6C51-D717-2AB3-D3A93C4F4231}"/>
                </a:ext>
              </a:extLst>
            </p:cNvPr>
            <p:cNvSpPr/>
            <p:nvPr/>
          </p:nvSpPr>
          <p:spPr>
            <a:xfrm>
              <a:off x="3749206" y="5390945"/>
              <a:ext cx="546290" cy="567406"/>
            </a:xfrm>
            <a:custGeom>
              <a:avLst/>
              <a:gdLst>
                <a:gd name="connsiteX0" fmla="*/ 100703 w 546290"/>
                <a:gd name="connsiteY0" fmla="*/ 485502 h 567405"/>
                <a:gd name="connsiteX1" fmla="*/ 881 w 546290"/>
                <a:gd name="connsiteY1" fmla="*/ 299193 h 567405"/>
                <a:gd name="connsiteX2" fmla="*/ 74890 w 546290"/>
                <a:gd name="connsiteY2" fmla="*/ 100501 h 567405"/>
                <a:gd name="connsiteX3" fmla="*/ 260342 w 546290"/>
                <a:gd name="connsiteY3" fmla="*/ 489 h 567405"/>
                <a:gd name="connsiteX4" fmla="*/ 450651 w 546290"/>
                <a:gd name="connsiteY4" fmla="*/ 72402 h 567405"/>
                <a:gd name="connsiteX5" fmla="*/ 545711 w 546290"/>
                <a:gd name="connsiteY5" fmla="*/ 252520 h 567405"/>
                <a:gd name="connsiteX6" fmla="*/ 478083 w 546290"/>
                <a:gd name="connsiteY6" fmla="*/ 437972 h 567405"/>
                <a:gd name="connsiteX7" fmla="*/ 373784 w 546290"/>
                <a:gd name="connsiteY7" fmla="*/ 505408 h 567405"/>
                <a:gd name="connsiteX8" fmla="*/ 278725 w 546290"/>
                <a:gd name="connsiteY8" fmla="*/ 476929 h 567405"/>
                <a:gd name="connsiteX9" fmla="*/ 250721 w 546290"/>
                <a:gd name="connsiteY9" fmla="*/ 393966 h 567405"/>
                <a:gd name="connsiteX10" fmla="*/ 159091 w 546290"/>
                <a:gd name="connsiteY10" fmla="*/ 370439 h 567405"/>
                <a:gd name="connsiteX11" fmla="*/ 122229 w 546290"/>
                <a:gd name="connsiteY11" fmla="*/ 290810 h 567405"/>
                <a:gd name="connsiteX12" fmla="*/ 175188 w 546290"/>
                <a:gd name="connsiteY12" fmla="*/ 181464 h 567405"/>
                <a:gd name="connsiteX13" fmla="*/ 338542 w 546290"/>
                <a:gd name="connsiteY13" fmla="*/ 128219 h 567405"/>
                <a:gd name="connsiteX14" fmla="*/ 375308 w 546290"/>
                <a:gd name="connsiteY14" fmla="*/ 150888 h 567405"/>
                <a:gd name="connsiteX15" fmla="*/ 432268 w 546290"/>
                <a:gd name="connsiteY15" fmla="*/ 236994 h 567405"/>
                <a:gd name="connsiteX16" fmla="*/ 436078 w 546290"/>
                <a:gd name="connsiteY16" fmla="*/ 250805 h 567405"/>
                <a:gd name="connsiteX17" fmla="*/ 423981 w 546290"/>
                <a:gd name="connsiteY17" fmla="*/ 278618 h 567405"/>
                <a:gd name="connsiteX18" fmla="*/ 327683 w 546290"/>
                <a:gd name="connsiteY18" fmla="*/ 386823 h 567405"/>
                <a:gd name="connsiteX19" fmla="*/ 331970 w 546290"/>
                <a:gd name="connsiteY19" fmla="*/ 438448 h 567405"/>
                <a:gd name="connsiteX20" fmla="*/ 378737 w 546290"/>
                <a:gd name="connsiteY20" fmla="*/ 444544 h 567405"/>
                <a:gd name="connsiteX21" fmla="*/ 436268 w 546290"/>
                <a:gd name="connsiteY21" fmla="*/ 400729 h 567405"/>
                <a:gd name="connsiteX22" fmla="*/ 491609 w 546290"/>
                <a:gd name="connsiteY22" fmla="*/ 253091 h 567405"/>
                <a:gd name="connsiteX23" fmla="*/ 416266 w 546290"/>
                <a:gd name="connsiteY23" fmla="*/ 110502 h 567405"/>
                <a:gd name="connsiteX24" fmla="*/ 264914 w 546290"/>
                <a:gd name="connsiteY24" fmla="*/ 53352 h 567405"/>
                <a:gd name="connsiteX25" fmla="*/ 117848 w 546290"/>
                <a:gd name="connsiteY25" fmla="*/ 132695 h 567405"/>
                <a:gd name="connsiteX26" fmla="*/ 56888 w 546290"/>
                <a:gd name="connsiteY26" fmla="*/ 293287 h 567405"/>
                <a:gd name="connsiteX27" fmla="*/ 136612 w 546290"/>
                <a:gd name="connsiteY27" fmla="*/ 446259 h 567405"/>
                <a:gd name="connsiteX28" fmla="*/ 256341 w 546290"/>
                <a:gd name="connsiteY28" fmla="*/ 518172 h 567405"/>
                <a:gd name="connsiteX29" fmla="*/ 269962 w 546290"/>
                <a:gd name="connsiteY29" fmla="*/ 526364 h 567405"/>
                <a:gd name="connsiteX30" fmla="*/ 274153 w 546290"/>
                <a:gd name="connsiteY30" fmla="*/ 540270 h 567405"/>
                <a:gd name="connsiteX31" fmla="*/ 264247 w 546290"/>
                <a:gd name="connsiteY31" fmla="*/ 560177 h 567405"/>
                <a:gd name="connsiteX32" fmla="*/ 238529 w 546290"/>
                <a:gd name="connsiteY32" fmla="*/ 566083 h 567405"/>
                <a:gd name="connsiteX33" fmla="*/ 100798 w 546290"/>
                <a:gd name="connsiteY33" fmla="*/ 485406 h 567405"/>
                <a:gd name="connsiteX34" fmla="*/ 332922 w 546290"/>
                <a:gd name="connsiteY34" fmla="*/ 203752 h 567405"/>
                <a:gd name="connsiteX35" fmla="*/ 287107 w 546290"/>
                <a:gd name="connsiteY35" fmla="*/ 188512 h 567405"/>
                <a:gd name="connsiteX36" fmla="*/ 230433 w 546290"/>
                <a:gd name="connsiteY36" fmla="*/ 225374 h 567405"/>
                <a:gd name="connsiteX37" fmla="*/ 196715 w 546290"/>
                <a:gd name="connsiteY37" fmla="*/ 285095 h 567405"/>
                <a:gd name="connsiteX38" fmla="*/ 209859 w 546290"/>
                <a:gd name="connsiteY38" fmla="*/ 324624 h 567405"/>
                <a:gd name="connsiteX39" fmla="*/ 278249 w 546290"/>
                <a:gd name="connsiteY39" fmla="*/ 339674 h 567405"/>
                <a:gd name="connsiteX40" fmla="*/ 362259 w 546290"/>
                <a:gd name="connsiteY40" fmla="*/ 245281 h 567405"/>
                <a:gd name="connsiteX41" fmla="*/ 333017 w 546290"/>
                <a:gd name="connsiteY41" fmla="*/ 203656 h 567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46290" h="567405">
                  <a:moveTo>
                    <a:pt x="100703" y="485502"/>
                  </a:moveTo>
                  <a:cubicBezTo>
                    <a:pt x="40124" y="431590"/>
                    <a:pt x="6881" y="369582"/>
                    <a:pt x="881" y="299193"/>
                  </a:cubicBezTo>
                  <a:cubicBezTo>
                    <a:pt x="-5120" y="228898"/>
                    <a:pt x="19550" y="162699"/>
                    <a:pt x="74890" y="100501"/>
                  </a:cubicBezTo>
                  <a:cubicBezTo>
                    <a:pt x="130421" y="38112"/>
                    <a:pt x="192238" y="4774"/>
                    <a:pt x="260342" y="489"/>
                  </a:cubicBezTo>
                  <a:cubicBezTo>
                    <a:pt x="328541" y="-3798"/>
                    <a:pt x="391977" y="20110"/>
                    <a:pt x="450651" y="72402"/>
                  </a:cubicBezTo>
                  <a:cubicBezTo>
                    <a:pt x="509420" y="124694"/>
                    <a:pt x="541043" y="184702"/>
                    <a:pt x="545711" y="252520"/>
                  </a:cubicBezTo>
                  <a:cubicBezTo>
                    <a:pt x="550283" y="320338"/>
                    <a:pt x="527804" y="382155"/>
                    <a:pt x="478083" y="437972"/>
                  </a:cubicBezTo>
                  <a:cubicBezTo>
                    <a:pt x="443603" y="476739"/>
                    <a:pt x="408836" y="499218"/>
                    <a:pt x="373784" y="505408"/>
                  </a:cubicBezTo>
                  <a:cubicBezTo>
                    <a:pt x="338732" y="511600"/>
                    <a:pt x="307014" y="502075"/>
                    <a:pt x="278725" y="476929"/>
                  </a:cubicBezTo>
                  <a:cubicBezTo>
                    <a:pt x="250436" y="451783"/>
                    <a:pt x="241101" y="424160"/>
                    <a:pt x="250721" y="393966"/>
                  </a:cubicBezTo>
                  <a:cubicBezTo>
                    <a:pt x="213193" y="399205"/>
                    <a:pt x="182618" y="391394"/>
                    <a:pt x="159091" y="370439"/>
                  </a:cubicBezTo>
                  <a:cubicBezTo>
                    <a:pt x="135564" y="349484"/>
                    <a:pt x="123182" y="322910"/>
                    <a:pt x="122229" y="290810"/>
                  </a:cubicBezTo>
                  <a:cubicBezTo>
                    <a:pt x="121562" y="258330"/>
                    <a:pt x="139184" y="221945"/>
                    <a:pt x="175188" y="181464"/>
                  </a:cubicBezTo>
                  <a:cubicBezTo>
                    <a:pt x="227957" y="122123"/>
                    <a:pt x="282344" y="104406"/>
                    <a:pt x="338542" y="128219"/>
                  </a:cubicBezTo>
                  <a:cubicBezTo>
                    <a:pt x="351972" y="133839"/>
                    <a:pt x="364259" y="141459"/>
                    <a:pt x="375308" y="150888"/>
                  </a:cubicBezTo>
                  <a:cubicBezTo>
                    <a:pt x="401597" y="174225"/>
                    <a:pt x="420552" y="202990"/>
                    <a:pt x="432268" y="236994"/>
                  </a:cubicBezTo>
                  <a:cubicBezTo>
                    <a:pt x="434363" y="242995"/>
                    <a:pt x="435602" y="247662"/>
                    <a:pt x="436078" y="250805"/>
                  </a:cubicBezTo>
                  <a:cubicBezTo>
                    <a:pt x="437126" y="259092"/>
                    <a:pt x="433125" y="268332"/>
                    <a:pt x="423981" y="278618"/>
                  </a:cubicBezTo>
                  <a:lnTo>
                    <a:pt x="327683" y="386823"/>
                  </a:lnTo>
                  <a:cubicBezTo>
                    <a:pt x="311872" y="404634"/>
                    <a:pt x="313301" y="421779"/>
                    <a:pt x="331970" y="438448"/>
                  </a:cubicBezTo>
                  <a:cubicBezTo>
                    <a:pt x="344447" y="449592"/>
                    <a:pt x="360068" y="451593"/>
                    <a:pt x="378737" y="444544"/>
                  </a:cubicBezTo>
                  <a:cubicBezTo>
                    <a:pt x="397406" y="437495"/>
                    <a:pt x="416552" y="422827"/>
                    <a:pt x="436268" y="400729"/>
                  </a:cubicBezTo>
                  <a:cubicBezTo>
                    <a:pt x="476559" y="355390"/>
                    <a:pt x="495038" y="306146"/>
                    <a:pt x="491609" y="253091"/>
                  </a:cubicBezTo>
                  <a:cubicBezTo>
                    <a:pt x="488180" y="200037"/>
                    <a:pt x="463034" y="152507"/>
                    <a:pt x="416266" y="110502"/>
                  </a:cubicBezTo>
                  <a:cubicBezTo>
                    <a:pt x="369498" y="68878"/>
                    <a:pt x="319016" y="49828"/>
                    <a:pt x="264914" y="53352"/>
                  </a:cubicBezTo>
                  <a:cubicBezTo>
                    <a:pt x="210907" y="56686"/>
                    <a:pt x="161948" y="83166"/>
                    <a:pt x="117848" y="132695"/>
                  </a:cubicBezTo>
                  <a:cubicBezTo>
                    <a:pt x="73747" y="182225"/>
                    <a:pt x="53363" y="235756"/>
                    <a:pt x="56888" y="293287"/>
                  </a:cubicBezTo>
                  <a:cubicBezTo>
                    <a:pt x="60317" y="350723"/>
                    <a:pt x="86891" y="401776"/>
                    <a:pt x="136612" y="446259"/>
                  </a:cubicBezTo>
                  <a:cubicBezTo>
                    <a:pt x="174331" y="480168"/>
                    <a:pt x="214241" y="504170"/>
                    <a:pt x="256341" y="518172"/>
                  </a:cubicBezTo>
                  <a:cubicBezTo>
                    <a:pt x="262151" y="520744"/>
                    <a:pt x="266723" y="523506"/>
                    <a:pt x="269962" y="526364"/>
                  </a:cubicBezTo>
                  <a:cubicBezTo>
                    <a:pt x="273200" y="529221"/>
                    <a:pt x="274629" y="533889"/>
                    <a:pt x="274153" y="540270"/>
                  </a:cubicBezTo>
                  <a:cubicBezTo>
                    <a:pt x="273677" y="546652"/>
                    <a:pt x="270343" y="553319"/>
                    <a:pt x="264247" y="560177"/>
                  </a:cubicBezTo>
                  <a:cubicBezTo>
                    <a:pt x="258151" y="567036"/>
                    <a:pt x="249578" y="569035"/>
                    <a:pt x="238529" y="566083"/>
                  </a:cubicBezTo>
                  <a:cubicBezTo>
                    <a:pt x="190523" y="551319"/>
                    <a:pt x="144613" y="524458"/>
                    <a:pt x="100798" y="485406"/>
                  </a:cubicBezTo>
                  <a:moveTo>
                    <a:pt x="332922" y="203752"/>
                  </a:moveTo>
                  <a:cubicBezTo>
                    <a:pt x="319682" y="191941"/>
                    <a:pt x="304442" y="186892"/>
                    <a:pt x="287107" y="188512"/>
                  </a:cubicBezTo>
                  <a:cubicBezTo>
                    <a:pt x="269962" y="189940"/>
                    <a:pt x="251007" y="202228"/>
                    <a:pt x="230433" y="225374"/>
                  </a:cubicBezTo>
                  <a:cubicBezTo>
                    <a:pt x="209764" y="248615"/>
                    <a:pt x="198524" y="268522"/>
                    <a:pt x="196715" y="285095"/>
                  </a:cubicBezTo>
                  <a:cubicBezTo>
                    <a:pt x="194905" y="301764"/>
                    <a:pt x="199286" y="314908"/>
                    <a:pt x="209859" y="324624"/>
                  </a:cubicBezTo>
                  <a:cubicBezTo>
                    <a:pt x="227766" y="340245"/>
                    <a:pt x="250626" y="345293"/>
                    <a:pt x="278249" y="339674"/>
                  </a:cubicBezTo>
                  <a:lnTo>
                    <a:pt x="362259" y="245281"/>
                  </a:lnTo>
                  <a:cubicBezTo>
                    <a:pt x="355973" y="229374"/>
                    <a:pt x="346257" y="215467"/>
                    <a:pt x="333017" y="20365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7B63FBC8-8BEC-208E-ADCD-2F8C02C1D37D}"/>
                </a:ext>
              </a:extLst>
            </p:cNvPr>
            <p:cNvSpPr/>
            <p:nvPr/>
          </p:nvSpPr>
          <p:spPr>
            <a:xfrm>
              <a:off x="4362046" y="5781044"/>
              <a:ext cx="399279" cy="467402"/>
            </a:xfrm>
            <a:custGeom>
              <a:avLst/>
              <a:gdLst>
                <a:gd name="connsiteX0" fmla="*/ 311680 w 399278"/>
                <a:gd name="connsiteY0" fmla="*/ 47967 h 467401"/>
                <a:gd name="connsiteX1" fmla="*/ 392166 w 399278"/>
                <a:gd name="connsiteY1" fmla="*/ 122548 h 467401"/>
                <a:gd name="connsiteX2" fmla="*/ 379879 w 399278"/>
                <a:gd name="connsiteY2" fmla="*/ 217227 h 467401"/>
                <a:gd name="connsiteX3" fmla="*/ 274342 w 399278"/>
                <a:gd name="connsiteY3" fmla="*/ 274186 h 467401"/>
                <a:gd name="connsiteX4" fmla="*/ 289011 w 399278"/>
                <a:gd name="connsiteY4" fmla="*/ 402773 h 467401"/>
                <a:gd name="connsiteX5" fmla="*/ 209953 w 399278"/>
                <a:gd name="connsiteY5" fmla="*/ 466401 h 467401"/>
                <a:gd name="connsiteX6" fmla="*/ 97177 w 399278"/>
                <a:gd name="connsiteY6" fmla="*/ 436397 h 467401"/>
                <a:gd name="connsiteX7" fmla="*/ 19453 w 399278"/>
                <a:gd name="connsiteY7" fmla="*/ 392963 h 467401"/>
                <a:gd name="connsiteX8" fmla="*/ 2117 w 399278"/>
                <a:gd name="connsiteY8" fmla="*/ 374770 h 467401"/>
                <a:gd name="connsiteX9" fmla="*/ 3546 w 399278"/>
                <a:gd name="connsiteY9" fmla="*/ 352196 h 467401"/>
                <a:gd name="connsiteX10" fmla="*/ 192617 w 399278"/>
                <a:gd name="connsiteY10" fmla="*/ 13677 h 467401"/>
                <a:gd name="connsiteX11" fmla="*/ 211286 w 399278"/>
                <a:gd name="connsiteY11" fmla="*/ 342 h 467401"/>
                <a:gd name="connsiteX12" fmla="*/ 235956 w 399278"/>
                <a:gd name="connsiteY12" fmla="*/ 5581 h 467401"/>
                <a:gd name="connsiteX13" fmla="*/ 311680 w 399278"/>
                <a:gd name="connsiteY13" fmla="*/ 47872 h 467401"/>
                <a:gd name="connsiteX14" fmla="*/ 143373 w 399278"/>
                <a:gd name="connsiteY14" fmla="*/ 242087 h 467401"/>
                <a:gd name="connsiteX15" fmla="*/ 80603 w 399278"/>
                <a:gd name="connsiteY15" fmla="*/ 354482 h 467401"/>
                <a:gd name="connsiteX16" fmla="*/ 130038 w 399278"/>
                <a:gd name="connsiteY16" fmla="*/ 382104 h 467401"/>
                <a:gd name="connsiteX17" fmla="*/ 190046 w 399278"/>
                <a:gd name="connsiteY17" fmla="*/ 398964 h 467401"/>
                <a:gd name="connsiteX18" fmla="*/ 231479 w 399278"/>
                <a:gd name="connsiteY18" fmla="*/ 365435 h 467401"/>
                <a:gd name="connsiteX19" fmla="*/ 239385 w 399278"/>
                <a:gd name="connsiteY19" fmla="*/ 313143 h 467401"/>
                <a:gd name="connsiteX20" fmla="*/ 192236 w 399278"/>
                <a:gd name="connsiteY20" fmla="*/ 269423 h 467401"/>
                <a:gd name="connsiteX21" fmla="*/ 143373 w 399278"/>
                <a:gd name="connsiteY21" fmla="*/ 242087 h 467401"/>
                <a:gd name="connsiteX22" fmla="*/ 235099 w 399278"/>
                <a:gd name="connsiteY22" fmla="*/ 77780 h 467401"/>
                <a:gd name="connsiteX23" fmla="*/ 174330 w 399278"/>
                <a:gd name="connsiteY23" fmla="*/ 186652 h 467401"/>
                <a:gd name="connsiteX24" fmla="*/ 222716 w 399278"/>
                <a:gd name="connsiteY24" fmla="*/ 213702 h 467401"/>
                <a:gd name="connsiteX25" fmla="*/ 276342 w 399278"/>
                <a:gd name="connsiteY25" fmla="*/ 224275 h 467401"/>
                <a:gd name="connsiteX26" fmla="*/ 316538 w 399278"/>
                <a:gd name="connsiteY26" fmla="*/ 190461 h 467401"/>
                <a:gd name="connsiteX27" fmla="*/ 323872 w 399278"/>
                <a:gd name="connsiteY27" fmla="*/ 142455 h 467401"/>
                <a:gd name="connsiteX28" fmla="*/ 281676 w 399278"/>
                <a:gd name="connsiteY28" fmla="*/ 103784 h 467401"/>
                <a:gd name="connsiteX29" fmla="*/ 235194 w 399278"/>
                <a:gd name="connsiteY29" fmla="*/ 77780 h 467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9278" h="467401">
                  <a:moveTo>
                    <a:pt x="311680" y="47967"/>
                  </a:moveTo>
                  <a:cubicBezTo>
                    <a:pt x="352733" y="70923"/>
                    <a:pt x="379593" y="95783"/>
                    <a:pt x="392166" y="122548"/>
                  </a:cubicBezTo>
                  <a:cubicBezTo>
                    <a:pt x="404739" y="149409"/>
                    <a:pt x="400644" y="180936"/>
                    <a:pt x="379879" y="217227"/>
                  </a:cubicBezTo>
                  <a:cubicBezTo>
                    <a:pt x="356733" y="258755"/>
                    <a:pt x="321491" y="277711"/>
                    <a:pt x="274342" y="274186"/>
                  </a:cubicBezTo>
                  <a:cubicBezTo>
                    <a:pt x="312918" y="308285"/>
                    <a:pt x="317871" y="351243"/>
                    <a:pt x="289011" y="402773"/>
                  </a:cubicBezTo>
                  <a:cubicBezTo>
                    <a:pt x="267770" y="440779"/>
                    <a:pt x="241481" y="461924"/>
                    <a:pt x="209953" y="466401"/>
                  </a:cubicBezTo>
                  <a:cubicBezTo>
                    <a:pt x="178520" y="470782"/>
                    <a:pt x="140897" y="460781"/>
                    <a:pt x="97177" y="436397"/>
                  </a:cubicBezTo>
                  <a:lnTo>
                    <a:pt x="19453" y="392963"/>
                  </a:lnTo>
                  <a:cubicBezTo>
                    <a:pt x="11166" y="388296"/>
                    <a:pt x="5356" y="382295"/>
                    <a:pt x="2117" y="374770"/>
                  </a:cubicBezTo>
                  <a:cubicBezTo>
                    <a:pt x="-1121" y="367245"/>
                    <a:pt x="-645" y="359816"/>
                    <a:pt x="3546" y="352196"/>
                  </a:cubicBezTo>
                  <a:lnTo>
                    <a:pt x="192617" y="13677"/>
                  </a:lnTo>
                  <a:cubicBezTo>
                    <a:pt x="196904" y="5962"/>
                    <a:pt x="203190" y="1486"/>
                    <a:pt x="211286" y="342"/>
                  </a:cubicBezTo>
                  <a:cubicBezTo>
                    <a:pt x="219383" y="-801"/>
                    <a:pt x="227574" y="914"/>
                    <a:pt x="235956" y="5581"/>
                  </a:cubicBezTo>
                  <a:lnTo>
                    <a:pt x="311680" y="47872"/>
                  </a:lnTo>
                  <a:close/>
                  <a:moveTo>
                    <a:pt x="143373" y="242087"/>
                  </a:moveTo>
                  <a:lnTo>
                    <a:pt x="80603" y="354482"/>
                  </a:lnTo>
                  <a:lnTo>
                    <a:pt x="130038" y="382104"/>
                  </a:lnTo>
                  <a:cubicBezTo>
                    <a:pt x="153946" y="395439"/>
                    <a:pt x="174044" y="401154"/>
                    <a:pt x="190046" y="398964"/>
                  </a:cubicBezTo>
                  <a:cubicBezTo>
                    <a:pt x="206333" y="396963"/>
                    <a:pt x="220145" y="385724"/>
                    <a:pt x="231479" y="365435"/>
                  </a:cubicBezTo>
                  <a:cubicBezTo>
                    <a:pt x="242719" y="345243"/>
                    <a:pt x="245386" y="327812"/>
                    <a:pt x="239385" y="313143"/>
                  </a:cubicBezTo>
                  <a:cubicBezTo>
                    <a:pt x="233385" y="298475"/>
                    <a:pt x="217668" y="283902"/>
                    <a:pt x="192236" y="269423"/>
                  </a:cubicBezTo>
                  <a:lnTo>
                    <a:pt x="143373" y="242087"/>
                  </a:lnTo>
                  <a:close/>
                  <a:moveTo>
                    <a:pt x="235099" y="77780"/>
                  </a:moveTo>
                  <a:lnTo>
                    <a:pt x="174330" y="186652"/>
                  </a:lnTo>
                  <a:lnTo>
                    <a:pt x="222716" y="213702"/>
                  </a:lnTo>
                  <a:cubicBezTo>
                    <a:pt x="242052" y="224752"/>
                    <a:pt x="259959" y="228276"/>
                    <a:pt x="276342" y="224275"/>
                  </a:cubicBezTo>
                  <a:cubicBezTo>
                    <a:pt x="292725" y="220275"/>
                    <a:pt x="306156" y="209035"/>
                    <a:pt x="316538" y="190461"/>
                  </a:cubicBezTo>
                  <a:cubicBezTo>
                    <a:pt x="326920" y="171887"/>
                    <a:pt x="329301" y="155885"/>
                    <a:pt x="323872" y="142455"/>
                  </a:cubicBezTo>
                  <a:cubicBezTo>
                    <a:pt x="318062" y="129120"/>
                    <a:pt x="303965" y="116262"/>
                    <a:pt x="281676" y="103784"/>
                  </a:cubicBezTo>
                  <a:lnTo>
                    <a:pt x="235194" y="777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5E708F34-49A4-30E3-0CFD-0A034D83C27A}"/>
                </a:ext>
              </a:extLst>
            </p:cNvPr>
            <p:cNvSpPr/>
            <p:nvPr/>
          </p:nvSpPr>
          <p:spPr>
            <a:xfrm>
              <a:off x="4761393" y="5957067"/>
              <a:ext cx="452210" cy="522721"/>
            </a:xfrm>
            <a:custGeom>
              <a:avLst/>
              <a:gdLst>
                <a:gd name="connsiteX0" fmla="*/ 2344 w 452211"/>
                <a:gd name="connsiteY0" fmla="*/ 389440 h 522723"/>
                <a:gd name="connsiteX1" fmla="*/ 140551 w 452211"/>
                <a:gd name="connsiteY1" fmla="*/ 17679 h 522723"/>
                <a:gd name="connsiteX2" fmla="*/ 183604 w 452211"/>
                <a:gd name="connsiteY2" fmla="*/ 3963 h 522723"/>
                <a:gd name="connsiteX3" fmla="*/ 212846 w 452211"/>
                <a:gd name="connsiteY3" fmla="*/ 28347 h 522723"/>
                <a:gd name="connsiteX4" fmla="*/ 216561 w 452211"/>
                <a:gd name="connsiteY4" fmla="*/ 45873 h 522723"/>
                <a:gd name="connsiteX5" fmla="*/ 283712 w 452211"/>
                <a:gd name="connsiteY5" fmla="*/ 384487 h 522723"/>
                <a:gd name="connsiteX6" fmla="*/ 386106 w 452211"/>
                <a:gd name="connsiteY6" fmla="*/ 109024 h 522723"/>
                <a:gd name="connsiteX7" fmla="*/ 402298 w 452211"/>
                <a:gd name="connsiteY7" fmla="*/ 92546 h 522723"/>
                <a:gd name="connsiteX8" fmla="*/ 427730 w 452211"/>
                <a:gd name="connsiteY8" fmla="*/ 94736 h 522723"/>
                <a:gd name="connsiteX9" fmla="*/ 448590 w 452211"/>
                <a:gd name="connsiteY9" fmla="*/ 110071 h 522723"/>
                <a:gd name="connsiteX10" fmla="*/ 450209 w 452211"/>
                <a:gd name="connsiteY10" fmla="*/ 132836 h 522723"/>
                <a:gd name="connsiteX11" fmla="*/ 312001 w 452211"/>
                <a:gd name="connsiteY11" fmla="*/ 504693 h 522723"/>
                <a:gd name="connsiteX12" fmla="*/ 271044 w 452211"/>
                <a:gd name="connsiteY12" fmla="*/ 519170 h 522723"/>
                <a:gd name="connsiteX13" fmla="*/ 249517 w 452211"/>
                <a:gd name="connsiteY13" fmla="*/ 505835 h 522723"/>
                <a:gd name="connsiteX14" fmla="*/ 239611 w 452211"/>
                <a:gd name="connsiteY14" fmla="*/ 491548 h 522723"/>
                <a:gd name="connsiteX15" fmla="*/ 235135 w 452211"/>
                <a:gd name="connsiteY15" fmla="*/ 473355 h 522723"/>
                <a:gd name="connsiteX16" fmla="*/ 168555 w 452211"/>
                <a:gd name="connsiteY16" fmla="*/ 138361 h 522723"/>
                <a:gd name="connsiteX17" fmla="*/ 66352 w 452211"/>
                <a:gd name="connsiteY17" fmla="*/ 413348 h 522723"/>
                <a:gd name="connsiteX18" fmla="*/ 50445 w 452211"/>
                <a:gd name="connsiteY18" fmla="*/ 429921 h 522723"/>
                <a:gd name="connsiteX19" fmla="*/ 24727 w 452211"/>
                <a:gd name="connsiteY19" fmla="*/ 427635 h 522723"/>
                <a:gd name="connsiteX20" fmla="*/ 2248 w 452211"/>
                <a:gd name="connsiteY20" fmla="*/ 389535 h 52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52211" h="522723">
                  <a:moveTo>
                    <a:pt x="2344" y="389440"/>
                  </a:moveTo>
                  <a:lnTo>
                    <a:pt x="140551" y="17679"/>
                  </a:lnTo>
                  <a:cubicBezTo>
                    <a:pt x="147028" y="248"/>
                    <a:pt x="161411" y="-4229"/>
                    <a:pt x="183604" y="3963"/>
                  </a:cubicBezTo>
                  <a:cubicBezTo>
                    <a:pt x="200273" y="10154"/>
                    <a:pt x="209989" y="18346"/>
                    <a:pt x="212846" y="28347"/>
                  </a:cubicBezTo>
                  <a:cubicBezTo>
                    <a:pt x="213989" y="31871"/>
                    <a:pt x="215227" y="37681"/>
                    <a:pt x="216561" y="45873"/>
                  </a:cubicBezTo>
                  <a:lnTo>
                    <a:pt x="283712" y="384487"/>
                  </a:lnTo>
                  <a:lnTo>
                    <a:pt x="386106" y="109024"/>
                  </a:lnTo>
                  <a:cubicBezTo>
                    <a:pt x="389440" y="100165"/>
                    <a:pt x="394774" y="94641"/>
                    <a:pt x="402298" y="92546"/>
                  </a:cubicBezTo>
                  <a:cubicBezTo>
                    <a:pt x="409823" y="90545"/>
                    <a:pt x="418205" y="91212"/>
                    <a:pt x="427730" y="94736"/>
                  </a:cubicBezTo>
                  <a:cubicBezTo>
                    <a:pt x="437160" y="98260"/>
                    <a:pt x="444113" y="103404"/>
                    <a:pt x="448590" y="110071"/>
                  </a:cubicBezTo>
                  <a:cubicBezTo>
                    <a:pt x="452781" y="116739"/>
                    <a:pt x="453352" y="124264"/>
                    <a:pt x="450209" y="132836"/>
                  </a:cubicBezTo>
                  <a:lnTo>
                    <a:pt x="312001" y="504693"/>
                  </a:lnTo>
                  <a:cubicBezTo>
                    <a:pt x="305524" y="522028"/>
                    <a:pt x="291904" y="526885"/>
                    <a:pt x="271044" y="519170"/>
                  </a:cubicBezTo>
                  <a:cubicBezTo>
                    <a:pt x="261900" y="515741"/>
                    <a:pt x="254756" y="511360"/>
                    <a:pt x="249517" y="505835"/>
                  </a:cubicBezTo>
                  <a:cubicBezTo>
                    <a:pt x="244279" y="500406"/>
                    <a:pt x="240945" y="495644"/>
                    <a:pt x="239611" y="491548"/>
                  </a:cubicBezTo>
                  <a:cubicBezTo>
                    <a:pt x="238278" y="487547"/>
                    <a:pt x="236754" y="481452"/>
                    <a:pt x="235135" y="473355"/>
                  </a:cubicBezTo>
                  <a:lnTo>
                    <a:pt x="168555" y="138361"/>
                  </a:lnTo>
                  <a:lnTo>
                    <a:pt x="66352" y="413348"/>
                  </a:lnTo>
                  <a:cubicBezTo>
                    <a:pt x="63304" y="422110"/>
                    <a:pt x="58065" y="427635"/>
                    <a:pt x="50445" y="429921"/>
                  </a:cubicBezTo>
                  <a:cubicBezTo>
                    <a:pt x="42920" y="432207"/>
                    <a:pt x="34348" y="431445"/>
                    <a:pt x="24727" y="427635"/>
                  </a:cubicBezTo>
                  <a:cubicBezTo>
                    <a:pt x="3296" y="419634"/>
                    <a:pt x="-4229" y="406966"/>
                    <a:pt x="2248" y="3895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D27B0C3B-9318-C736-86A5-32B6DDFDBA44}"/>
                </a:ext>
              </a:extLst>
            </p:cNvPr>
            <p:cNvSpPr/>
            <p:nvPr/>
          </p:nvSpPr>
          <p:spPr>
            <a:xfrm>
              <a:off x="5261998" y="6106779"/>
              <a:ext cx="330190" cy="441242"/>
            </a:xfrm>
            <a:custGeom>
              <a:avLst/>
              <a:gdLst>
                <a:gd name="connsiteX0" fmla="*/ 79905 w 330188"/>
                <a:gd name="connsiteY0" fmla="*/ 21794 h 441242"/>
                <a:gd name="connsiteX1" fmla="*/ 93525 w 330188"/>
                <a:gd name="connsiteY1" fmla="*/ 3126 h 441242"/>
                <a:gd name="connsiteX2" fmla="*/ 119148 w 330188"/>
                <a:gd name="connsiteY2" fmla="*/ 1125 h 441242"/>
                <a:gd name="connsiteX3" fmla="*/ 202015 w 330188"/>
                <a:gd name="connsiteY3" fmla="*/ 18270 h 441242"/>
                <a:gd name="connsiteX4" fmla="*/ 312029 w 330188"/>
                <a:gd name="connsiteY4" fmla="*/ 73134 h 441242"/>
                <a:gd name="connsiteX5" fmla="*/ 324411 w 330188"/>
                <a:gd name="connsiteY5" fmla="*/ 189149 h 441242"/>
                <a:gd name="connsiteX6" fmla="*/ 260022 w 330188"/>
                <a:gd name="connsiteY6" fmla="*/ 293733 h 441242"/>
                <a:gd name="connsiteX7" fmla="*/ 142198 w 330188"/>
                <a:gd name="connsiteY7" fmla="*/ 306401 h 441242"/>
                <a:gd name="connsiteX8" fmla="*/ 93144 w 330188"/>
                <a:gd name="connsiteY8" fmla="*/ 296305 h 441242"/>
                <a:gd name="connsiteX9" fmla="*/ 67522 w 330188"/>
                <a:gd name="connsiteY9" fmla="*/ 420416 h 441242"/>
                <a:gd name="connsiteX10" fmla="*/ 53997 w 330188"/>
                <a:gd name="connsiteY10" fmla="*/ 438513 h 441242"/>
                <a:gd name="connsiteX11" fmla="*/ 28755 w 330188"/>
                <a:gd name="connsiteY11" fmla="*/ 440037 h 441242"/>
                <a:gd name="connsiteX12" fmla="*/ 5895 w 330188"/>
                <a:gd name="connsiteY12" fmla="*/ 428417 h 441242"/>
                <a:gd name="connsiteX13" fmla="*/ 752 w 330188"/>
                <a:gd name="connsiteY13" fmla="*/ 405842 h 441242"/>
                <a:gd name="connsiteX14" fmla="*/ 79905 w 330188"/>
                <a:gd name="connsiteY14" fmla="*/ 21890 h 441242"/>
                <a:gd name="connsiteX15" fmla="*/ 139722 w 330188"/>
                <a:gd name="connsiteY15" fmla="*/ 70182 h 441242"/>
                <a:gd name="connsiteX16" fmla="*/ 106384 w 330188"/>
                <a:gd name="connsiteY16" fmla="*/ 231726 h 441242"/>
                <a:gd name="connsiteX17" fmla="*/ 149151 w 330188"/>
                <a:gd name="connsiteY17" fmla="*/ 244965 h 441242"/>
                <a:gd name="connsiteX18" fmla="*/ 219922 w 330188"/>
                <a:gd name="connsiteY18" fmla="*/ 240298 h 441242"/>
                <a:gd name="connsiteX19" fmla="*/ 256308 w 330188"/>
                <a:gd name="connsiteY19" fmla="*/ 180195 h 441242"/>
                <a:gd name="connsiteX20" fmla="*/ 250116 w 330188"/>
                <a:gd name="connsiteY20" fmla="*/ 111901 h 441242"/>
                <a:gd name="connsiteX21" fmla="*/ 189347 w 330188"/>
                <a:gd name="connsiteY21" fmla="*/ 80373 h 441242"/>
                <a:gd name="connsiteX22" fmla="*/ 139626 w 330188"/>
                <a:gd name="connsiteY22" fmla="*/ 70086 h 441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0188" h="441242">
                  <a:moveTo>
                    <a:pt x="79905" y="21794"/>
                  </a:moveTo>
                  <a:cubicBezTo>
                    <a:pt x="81810" y="12651"/>
                    <a:pt x="86286" y="6459"/>
                    <a:pt x="93525" y="3126"/>
                  </a:cubicBezTo>
                  <a:cubicBezTo>
                    <a:pt x="100764" y="-208"/>
                    <a:pt x="109242" y="-875"/>
                    <a:pt x="119148" y="1125"/>
                  </a:cubicBezTo>
                  <a:lnTo>
                    <a:pt x="202015" y="18270"/>
                  </a:lnTo>
                  <a:cubicBezTo>
                    <a:pt x="256403" y="29510"/>
                    <a:pt x="293074" y="47798"/>
                    <a:pt x="312029" y="73134"/>
                  </a:cubicBezTo>
                  <a:cubicBezTo>
                    <a:pt x="330984" y="98470"/>
                    <a:pt x="335079" y="137237"/>
                    <a:pt x="324411" y="189149"/>
                  </a:cubicBezTo>
                  <a:cubicBezTo>
                    <a:pt x="313743" y="240869"/>
                    <a:pt x="292312" y="275731"/>
                    <a:pt x="260022" y="293733"/>
                  </a:cubicBezTo>
                  <a:cubicBezTo>
                    <a:pt x="227733" y="311735"/>
                    <a:pt x="188585" y="315926"/>
                    <a:pt x="142198" y="306401"/>
                  </a:cubicBezTo>
                  <a:cubicBezTo>
                    <a:pt x="122767" y="302401"/>
                    <a:pt x="106384" y="299068"/>
                    <a:pt x="93144" y="296305"/>
                  </a:cubicBezTo>
                  <a:lnTo>
                    <a:pt x="67522" y="420416"/>
                  </a:lnTo>
                  <a:cubicBezTo>
                    <a:pt x="65522" y="429179"/>
                    <a:pt x="61045" y="435275"/>
                    <a:pt x="53997" y="438513"/>
                  </a:cubicBezTo>
                  <a:cubicBezTo>
                    <a:pt x="47043" y="441561"/>
                    <a:pt x="38661" y="442037"/>
                    <a:pt x="28755" y="440037"/>
                  </a:cubicBezTo>
                  <a:cubicBezTo>
                    <a:pt x="18849" y="437942"/>
                    <a:pt x="11229" y="434132"/>
                    <a:pt x="5895" y="428417"/>
                  </a:cubicBezTo>
                  <a:cubicBezTo>
                    <a:pt x="561" y="422607"/>
                    <a:pt x="-1153" y="415177"/>
                    <a:pt x="752" y="405842"/>
                  </a:cubicBezTo>
                  <a:lnTo>
                    <a:pt x="79905" y="21890"/>
                  </a:lnTo>
                  <a:close/>
                  <a:moveTo>
                    <a:pt x="139722" y="70182"/>
                  </a:moveTo>
                  <a:lnTo>
                    <a:pt x="106384" y="231726"/>
                  </a:lnTo>
                  <a:cubicBezTo>
                    <a:pt x="120386" y="237536"/>
                    <a:pt x="134578" y="242012"/>
                    <a:pt x="149151" y="244965"/>
                  </a:cubicBezTo>
                  <a:cubicBezTo>
                    <a:pt x="178393" y="250966"/>
                    <a:pt x="202015" y="249442"/>
                    <a:pt x="219922" y="240298"/>
                  </a:cubicBezTo>
                  <a:cubicBezTo>
                    <a:pt x="237829" y="231154"/>
                    <a:pt x="249926" y="211151"/>
                    <a:pt x="256308" y="180195"/>
                  </a:cubicBezTo>
                  <a:cubicBezTo>
                    <a:pt x="262689" y="149239"/>
                    <a:pt x="260594" y="126474"/>
                    <a:pt x="250116" y="111901"/>
                  </a:cubicBezTo>
                  <a:cubicBezTo>
                    <a:pt x="239639" y="97328"/>
                    <a:pt x="219351" y="86850"/>
                    <a:pt x="189347" y="80373"/>
                  </a:cubicBezTo>
                  <a:lnTo>
                    <a:pt x="139626" y="700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40CFF533-D8DF-D04D-A7CC-DA5B60432289}"/>
                </a:ext>
              </a:extLst>
            </p:cNvPr>
            <p:cNvSpPr/>
            <p:nvPr/>
          </p:nvSpPr>
          <p:spPr>
            <a:xfrm>
              <a:off x="5935501" y="6183331"/>
              <a:ext cx="274235" cy="448834"/>
            </a:xfrm>
            <a:custGeom>
              <a:avLst/>
              <a:gdLst>
                <a:gd name="connsiteX0" fmla="*/ 0 w 274236"/>
                <a:gd name="connsiteY0" fmla="*/ 29258 h 448833"/>
                <a:gd name="connsiteX1" fmla="*/ 9430 w 274236"/>
                <a:gd name="connsiteY1" fmla="*/ 8113 h 448833"/>
                <a:gd name="connsiteX2" fmla="*/ 34100 w 274236"/>
                <a:gd name="connsiteY2" fmla="*/ 778 h 448833"/>
                <a:gd name="connsiteX3" fmla="*/ 118681 w 274236"/>
                <a:gd name="connsiteY3" fmla="*/ 16 h 448833"/>
                <a:gd name="connsiteX4" fmla="*/ 237744 w 274236"/>
                <a:gd name="connsiteY4" fmla="*/ 30591 h 448833"/>
                <a:gd name="connsiteX5" fmla="*/ 274225 w 274236"/>
                <a:gd name="connsiteY5" fmla="*/ 141367 h 448833"/>
                <a:gd name="connsiteX6" fmla="*/ 233267 w 274236"/>
                <a:gd name="connsiteY6" fmla="*/ 257096 h 448833"/>
                <a:gd name="connsiteX7" fmla="*/ 120777 w 274236"/>
                <a:gd name="connsiteY7" fmla="*/ 294243 h 448833"/>
                <a:gd name="connsiteX8" fmla="*/ 70676 w 274236"/>
                <a:gd name="connsiteY8" fmla="*/ 294719 h 448833"/>
                <a:gd name="connsiteX9" fmla="*/ 71819 w 274236"/>
                <a:gd name="connsiteY9" fmla="*/ 421497 h 448833"/>
                <a:gd name="connsiteX10" fmla="*/ 62389 w 274236"/>
                <a:gd name="connsiteY10" fmla="*/ 441976 h 448833"/>
                <a:gd name="connsiteX11" fmla="*/ 38005 w 274236"/>
                <a:gd name="connsiteY11" fmla="*/ 448834 h 448833"/>
                <a:gd name="connsiteX12" fmla="*/ 13240 w 274236"/>
                <a:gd name="connsiteY12" fmla="*/ 442262 h 448833"/>
                <a:gd name="connsiteX13" fmla="*/ 3429 w 274236"/>
                <a:gd name="connsiteY13" fmla="*/ 421307 h 448833"/>
                <a:gd name="connsiteX14" fmla="*/ 95 w 274236"/>
                <a:gd name="connsiteY14" fmla="*/ 29258 h 448833"/>
                <a:gd name="connsiteX15" fmla="*/ 68675 w 274236"/>
                <a:gd name="connsiteY15" fmla="*/ 63929 h 448833"/>
                <a:gd name="connsiteX16" fmla="*/ 70104 w 274236"/>
                <a:gd name="connsiteY16" fmla="*/ 228902 h 448833"/>
                <a:gd name="connsiteX17" fmla="*/ 114681 w 274236"/>
                <a:gd name="connsiteY17" fmla="*/ 232902 h 448833"/>
                <a:gd name="connsiteX18" fmla="*/ 182880 w 274236"/>
                <a:gd name="connsiteY18" fmla="*/ 213472 h 448833"/>
                <a:gd name="connsiteX19" fmla="*/ 205835 w 274236"/>
                <a:gd name="connsiteY19" fmla="*/ 147082 h 448833"/>
                <a:gd name="connsiteX20" fmla="*/ 185452 w 274236"/>
                <a:gd name="connsiteY20" fmla="*/ 81645 h 448833"/>
                <a:gd name="connsiteX21" fmla="*/ 119444 w 274236"/>
                <a:gd name="connsiteY21" fmla="*/ 63643 h 448833"/>
                <a:gd name="connsiteX22" fmla="*/ 68675 w 274236"/>
                <a:gd name="connsiteY22" fmla="*/ 64024 h 448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74236" h="448833">
                  <a:moveTo>
                    <a:pt x="0" y="29258"/>
                  </a:moveTo>
                  <a:cubicBezTo>
                    <a:pt x="0" y="19923"/>
                    <a:pt x="3048" y="12970"/>
                    <a:pt x="9430" y="8113"/>
                  </a:cubicBezTo>
                  <a:cubicBezTo>
                    <a:pt x="15812" y="3255"/>
                    <a:pt x="24003" y="873"/>
                    <a:pt x="34100" y="778"/>
                  </a:cubicBezTo>
                  <a:lnTo>
                    <a:pt x="118681" y="16"/>
                  </a:lnTo>
                  <a:cubicBezTo>
                    <a:pt x="174212" y="-460"/>
                    <a:pt x="213931" y="9732"/>
                    <a:pt x="237744" y="30591"/>
                  </a:cubicBezTo>
                  <a:cubicBezTo>
                    <a:pt x="261556" y="51451"/>
                    <a:pt x="273749" y="88313"/>
                    <a:pt x="274225" y="141367"/>
                  </a:cubicBezTo>
                  <a:cubicBezTo>
                    <a:pt x="274701" y="194231"/>
                    <a:pt x="260985" y="232807"/>
                    <a:pt x="233267" y="257096"/>
                  </a:cubicBezTo>
                  <a:cubicBezTo>
                    <a:pt x="205550" y="281480"/>
                    <a:pt x="168021" y="293863"/>
                    <a:pt x="120777" y="294243"/>
                  </a:cubicBezTo>
                  <a:cubicBezTo>
                    <a:pt x="100965" y="294434"/>
                    <a:pt x="84296" y="294529"/>
                    <a:pt x="70676" y="294719"/>
                  </a:cubicBezTo>
                  <a:lnTo>
                    <a:pt x="71819" y="421497"/>
                  </a:lnTo>
                  <a:cubicBezTo>
                    <a:pt x="71628" y="430451"/>
                    <a:pt x="68580" y="437309"/>
                    <a:pt x="62389" y="441976"/>
                  </a:cubicBezTo>
                  <a:cubicBezTo>
                    <a:pt x="56197" y="446453"/>
                    <a:pt x="48101" y="448739"/>
                    <a:pt x="38005" y="448834"/>
                  </a:cubicBezTo>
                  <a:cubicBezTo>
                    <a:pt x="27908" y="448834"/>
                    <a:pt x="19621" y="446739"/>
                    <a:pt x="13240" y="442262"/>
                  </a:cubicBezTo>
                  <a:cubicBezTo>
                    <a:pt x="6858" y="437785"/>
                    <a:pt x="3524" y="430832"/>
                    <a:pt x="3429" y="421307"/>
                  </a:cubicBezTo>
                  <a:lnTo>
                    <a:pt x="95" y="29258"/>
                  </a:lnTo>
                  <a:close/>
                  <a:moveTo>
                    <a:pt x="68675" y="63929"/>
                  </a:moveTo>
                  <a:lnTo>
                    <a:pt x="70104" y="228902"/>
                  </a:lnTo>
                  <a:cubicBezTo>
                    <a:pt x="84963" y="231664"/>
                    <a:pt x="99822" y="232998"/>
                    <a:pt x="114681" y="232902"/>
                  </a:cubicBezTo>
                  <a:cubicBezTo>
                    <a:pt x="144589" y="232617"/>
                    <a:pt x="167354" y="226139"/>
                    <a:pt x="182880" y="213472"/>
                  </a:cubicBezTo>
                  <a:cubicBezTo>
                    <a:pt x="198406" y="200708"/>
                    <a:pt x="206121" y="178610"/>
                    <a:pt x="205835" y="147082"/>
                  </a:cubicBezTo>
                  <a:cubicBezTo>
                    <a:pt x="205550" y="115554"/>
                    <a:pt x="198787" y="93742"/>
                    <a:pt x="185452" y="81645"/>
                  </a:cubicBezTo>
                  <a:cubicBezTo>
                    <a:pt x="172117" y="69644"/>
                    <a:pt x="150114" y="63643"/>
                    <a:pt x="119444" y="63643"/>
                  </a:cubicBezTo>
                  <a:lnTo>
                    <a:pt x="68675" y="6402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D547FEC6-DD5B-3FF6-93AC-D059811240DB}"/>
                </a:ext>
              </a:extLst>
            </p:cNvPr>
            <p:cNvSpPr/>
            <p:nvPr/>
          </p:nvSpPr>
          <p:spPr>
            <a:xfrm>
              <a:off x="6296608" y="6156294"/>
              <a:ext cx="335473" cy="465514"/>
            </a:xfrm>
            <a:custGeom>
              <a:avLst/>
              <a:gdLst>
                <a:gd name="connsiteX0" fmla="*/ 653 w 335474"/>
                <a:gd name="connsiteY0" fmla="*/ 447488 h 465516"/>
                <a:gd name="connsiteX1" fmla="*/ 367 w 335474"/>
                <a:gd name="connsiteY1" fmla="*/ 435677 h 465516"/>
                <a:gd name="connsiteX2" fmla="*/ 66661 w 335474"/>
                <a:gd name="connsiteY2" fmla="*/ 34579 h 465516"/>
                <a:gd name="connsiteX3" fmla="*/ 97237 w 335474"/>
                <a:gd name="connsiteY3" fmla="*/ 4194 h 465516"/>
                <a:gd name="connsiteX4" fmla="*/ 125812 w 335474"/>
                <a:gd name="connsiteY4" fmla="*/ 384 h 465516"/>
                <a:gd name="connsiteX5" fmla="*/ 163150 w 335474"/>
                <a:gd name="connsiteY5" fmla="*/ 24292 h 465516"/>
                <a:gd name="connsiteX6" fmla="*/ 331837 w 335474"/>
                <a:gd name="connsiteY6" fmla="*/ 391767 h 465516"/>
                <a:gd name="connsiteX7" fmla="*/ 335362 w 335474"/>
                <a:gd name="connsiteY7" fmla="*/ 404149 h 465516"/>
                <a:gd name="connsiteX8" fmla="*/ 328599 w 335474"/>
                <a:gd name="connsiteY8" fmla="*/ 418627 h 465516"/>
                <a:gd name="connsiteX9" fmla="*/ 306120 w 335474"/>
                <a:gd name="connsiteY9" fmla="*/ 428247 h 465516"/>
                <a:gd name="connsiteX10" fmla="*/ 263353 w 335474"/>
                <a:gd name="connsiteY10" fmla="*/ 406054 h 465516"/>
                <a:gd name="connsiteX11" fmla="*/ 228872 w 335474"/>
                <a:gd name="connsiteY11" fmla="*/ 328711 h 465516"/>
                <a:gd name="connsiteX12" fmla="*/ 73996 w 335474"/>
                <a:gd name="connsiteY12" fmla="*/ 349571 h 465516"/>
                <a:gd name="connsiteX13" fmla="*/ 61899 w 335474"/>
                <a:gd name="connsiteY13" fmla="*/ 430057 h 465516"/>
                <a:gd name="connsiteX14" fmla="*/ 53612 w 335474"/>
                <a:gd name="connsiteY14" fmla="*/ 455298 h 465516"/>
                <a:gd name="connsiteX15" fmla="*/ 32657 w 335474"/>
                <a:gd name="connsiteY15" fmla="*/ 465014 h 465516"/>
                <a:gd name="connsiteX16" fmla="*/ 10083 w 335474"/>
                <a:gd name="connsiteY16" fmla="*/ 461204 h 465516"/>
                <a:gd name="connsiteX17" fmla="*/ 749 w 335474"/>
                <a:gd name="connsiteY17" fmla="*/ 447488 h 465516"/>
                <a:gd name="connsiteX18" fmla="*/ 115525 w 335474"/>
                <a:gd name="connsiteY18" fmla="*/ 74394 h 465516"/>
                <a:gd name="connsiteX19" fmla="*/ 83616 w 335474"/>
                <a:gd name="connsiteY19" fmla="*/ 286134 h 465516"/>
                <a:gd name="connsiteX20" fmla="*/ 202774 w 335474"/>
                <a:gd name="connsiteY20" fmla="*/ 270037 h 465516"/>
                <a:gd name="connsiteX21" fmla="*/ 115429 w 335474"/>
                <a:gd name="connsiteY21" fmla="*/ 74394 h 4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35474" h="465516">
                  <a:moveTo>
                    <a:pt x="653" y="447488"/>
                  </a:moveTo>
                  <a:cubicBezTo>
                    <a:pt x="-109" y="441963"/>
                    <a:pt x="-204" y="438058"/>
                    <a:pt x="367" y="435677"/>
                  </a:cubicBezTo>
                  <a:lnTo>
                    <a:pt x="66661" y="34579"/>
                  </a:lnTo>
                  <a:cubicBezTo>
                    <a:pt x="69233" y="16672"/>
                    <a:pt x="79425" y="6576"/>
                    <a:pt x="97237" y="4194"/>
                  </a:cubicBezTo>
                  <a:lnTo>
                    <a:pt x="125812" y="384"/>
                  </a:lnTo>
                  <a:cubicBezTo>
                    <a:pt x="142861" y="-1902"/>
                    <a:pt x="155339" y="6004"/>
                    <a:pt x="163150" y="24292"/>
                  </a:cubicBezTo>
                  <a:lnTo>
                    <a:pt x="331837" y="391767"/>
                  </a:lnTo>
                  <a:cubicBezTo>
                    <a:pt x="333552" y="395386"/>
                    <a:pt x="334790" y="399577"/>
                    <a:pt x="335362" y="404149"/>
                  </a:cubicBezTo>
                  <a:cubicBezTo>
                    <a:pt x="336028" y="408721"/>
                    <a:pt x="333742" y="413579"/>
                    <a:pt x="328599" y="418627"/>
                  </a:cubicBezTo>
                  <a:cubicBezTo>
                    <a:pt x="323455" y="423866"/>
                    <a:pt x="315931" y="427104"/>
                    <a:pt x="306120" y="428247"/>
                  </a:cubicBezTo>
                  <a:cubicBezTo>
                    <a:pt x="285641" y="431010"/>
                    <a:pt x="271449" y="423580"/>
                    <a:pt x="263353" y="406054"/>
                  </a:cubicBezTo>
                  <a:lnTo>
                    <a:pt x="228872" y="328711"/>
                  </a:lnTo>
                  <a:lnTo>
                    <a:pt x="73996" y="349571"/>
                  </a:lnTo>
                  <a:lnTo>
                    <a:pt x="61899" y="430057"/>
                  </a:lnTo>
                  <a:cubicBezTo>
                    <a:pt x="60756" y="441392"/>
                    <a:pt x="57994" y="449869"/>
                    <a:pt x="53612" y="455298"/>
                  </a:cubicBezTo>
                  <a:cubicBezTo>
                    <a:pt x="49135" y="460537"/>
                    <a:pt x="42182" y="463776"/>
                    <a:pt x="32657" y="465014"/>
                  </a:cubicBezTo>
                  <a:cubicBezTo>
                    <a:pt x="23132" y="466347"/>
                    <a:pt x="15607" y="465014"/>
                    <a:pt x="10083" y="461204"/>
                  </a:cubicBezTo>
                  <a:cubicBezTo>
                    <a:pt x="4558" y="457394"/>
                    <a:pt x="1510" y="452822"/>
                    <a:pt x="749" y="447488"/>
                  </a:cubicBezTo>
                  <a:moveTo>
                    <a:pt x="115525" y="74394"/>
                  </a:moveTo>
                  <a:lnTo>
                    <a:pt x="83616" y="286134"/>
                  </a:lnTo>
                  <a:lnTo>
                    <a:pt x="202774" y="270037"/>
                  </a:lnTo>
                  <a:lnTo>
                    <a:pt x="115429" y="74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31FE661A-972A-E870-E9EF-EBF3454741E9}"/>
                </a:ext>
              </a:extLst>
            </p:cNvPr>
            <p:cNvSpPr/>
            <p:nvPr/>
          </p:nvSpPr>
          <p:spPr>
            <a:xfrm>
              <a:off x="6670015" y="6070848"/>
              <a:ext cx="373971" cy="468438"/>
            </a:xfrm>
            <a:custGeom>
              <a:avLst/>
              <a:gdLst>
                <a:gd name="connsiteX0" fmla="*/ 172934 w 373970"/>
                <a:gd name="connsiteY0" fmla="*/ 430349 h 468437"/>
                <a:gd name="connsiteX1" fmla="*/ 169409 w 373970"/>
                <a:gd name="connsiteY1" fmla="*/ 453209 h 468437"/>
                <a:gd name="connsiteX2" fmla="*/ 147692 w 373970"/>
                <a:gd name="connsiteY2" fmla="*/ 466354 h 468437"/>
                <a:gd name="connsiteX3" fmla="*/ 122070 w 373970"/>
                <a:gd name="connsiteY3" fmla="*/ 466449 h 468437"/>
                <a:gd name="connsiteX4" fmla="*/ 107116 w 373970"/>
                <a:gd name="connsiteY4" fmla="*/ 448732 h 468437"/>
                <a:gd name="connsiteX5" fmla="*/ 1293 w 373970"/>
                <a:gd name="connsiteY5" fmla="*/ 71257 h 468437"/>
                <a:gd name="connsiteX6" fmla="*/ 4722 w 373970"/>
                <a:gd name="connsiteY6" fmla="*/ 48397 h 468437"/>
                <a:gd name="connsiteX7" fmla="*/ 26344 w 373970"/>
                <a:gd name="connsiteY7" fmla="*/ 34967 h 468437"/>
                <a:gd name="connsiteX8" fmla="*/ 112069 w 373970"/>
                <a:gd name="connsiteY8" fmla="*/ 10963 h 468437"/>
                <a:gd name="connsiteX9" fmla="*/ 230274 w 373970"/>
                <a:gd name="connsiteY9" fmla="*/ 8678 h 468437"/>
                <a:gd name="connsiteX10" fmla="*/ 295139 w 373970"/>
                <a:gd name="connsiteY10" fmla="*/ 100689 h 468437"/>
                <a:gd name="connsiteX11" fmla="*/ 261516 w 373970"/>
                <a:gd name="connsiteY11" fmla="*/ 236420 h 468437"/>
                <a:gd name="connsiteX12" fmla="*/ 364862 w 373970"/>
                <a:gd name="connsiteY12" fmla="*/ 362722 h 468437"/>
                <a:gd name="connsiteX13" fmla="*/ 373054 w 373970"/>
                <a:gd name="connsiteY13" fmla="*/ 378724 h 468437"/>
                <a:gd name="connsiteX14" fmla="*/ 370863 w 373970"/>
                <a:gd name="connsiteY14" fmla="*/ 396059 h 468437"/>
                <a:gd name="connsiteX15" fmla="*/ 352004 w 373970"/>
                <a:gd name="connsiteY15" fmla="*/ 409013 h 468437"/>
                <a:gd name="connsiteX16" fmla="*/ 303712 w 373970"/>
                <a:gd name="connsiteY16" fmla="*/ 393678 h 468437"/>
                <a:gd name="connsiteX17" fmla="*/ 204080 w 373970"/>
                <a:gd name="connsiteY17" fmla="*/ 270901 h 468437"/>
                <a:gd name="connsiteX18" fmla="*/ 174457 w 373970"/>
                <a:gd name="connsiteY18" fmla="*/ 281092 h 468437"/>
                <a:gd name="connsiteX19" fmla="*/ 133405 w 373970"/>
                <a:gd name="connsiteY19" fmla="*/ 289379 h 468437"/>
                <a:gd name="connsiteX20" fmla="*/ 172934 w 373970"/>
                <a:gd name="connsiteY20" fmla="*/ 430349 h 468437"/>
                <a:gd name="connsiteX21" fmla="*/ 76636 w 373970"/>
                <a:gd name="connsiteY21" fmla="*/ 86782 h 468437"/>
                <a:gd name="connsiteX22" fmla="*/ 116641 w 373970"/>
                <a:gd name="connsiteY22" fmla="*/ 229467 h 468437"/>
                <a:gd name="connsiteX23" fmla="*/ 175124 w 373970"/>
                <a:gd name="connsiteY23" fmla="*/ 216894 h 468437"/>
                <a:gd name="connsiteX24" fmla="*/ 230179 w 373970"/>
                <a:gd name="connsiteY24" fmla="*/ 122120 h 468437"/>
                <a:gd name="connsiteX25" fmla="*/ 195603 w 373970"/>
                <a:gd name="connsiteY25" fmla="*/ 69828 h 468437"/>
                <a:gd name="connsiteX26" fmla="*/ 129976 w 373970"/>
                <a:gd name="connsiteY26" fmla="*/ 71828 h 468437"/>
                <a:gd name="connsiteX27" fmla="*/ 76636 w 373970"/>
                <a:gd name="connsiteY27" fmla="*/ 86782 h 46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73970" h="468437">
                  <a:moveTo>
                    <a:pt x="172934" y="430349"/>
                  </a:moveTo>
                  <a:cubicBezTo>
                    <a:pt x="175220" y="439302"/>
                    <a:pt x="174077" y="446923"/>
                    <a:pt x="169409" y="453209"/>
                  </a:cubicBezTo>
                  <a:cubicBezTo>
                    <a:pt x="164647" y="459210"/>
                    <a:pt x="157408" y="463686"/>
                    <a:pt x="147692" y="466354"/>
                  </a:cubicBezTo>
                  <a:cubicBezTo>
                    <a:pt x="137977" y="469116"/>
                    <a:pt x="129404" y="469116"/>
                    <a:pt x="122070" y="466449"/>
                  </a:cubicBezTo>
                  <a:cubicBezTo>
                    <a:pt x="114640" y="463782"/>
                    <a:pt x="109687" y="457972"/>
                    <a:pt x="107116" y="448732"/>
                  </a:cubicBezTo>
                  <a:lnTo>
                    <a:pt x="1293" y="71257"/>
                  </a:lnTo>
                  <a:cubicBezTo>
                    <a:pt x="-1183" y="62303"/>
                    <a:pt x="-136" y="54683"/>
                    <a:pt x="4722" y="48397"/>
                  </a:cubicBezTo>
                  <a:cubicBezTo>
                    <a:pt x="9580" y="42110"/>
                    <a:pt x="16723" y="37633"/>
                    <a:pt x="26344" y="34967"/>
                  </a:cubicBezTo>
                  <a:lnTo>
                    <a:pt x="112069" y="10963"/>
                  </a:lnTo>
                  <a:cubicBezTo>
                    <a:pt x="161218" y="-2848"/>
                    <a:pt x="200556" y="-3610"/>
                    <a:pt x="230274" y="8678"/>
                  </a:cubicBezTo>
                  <a:cubicBezTo>
                    <a:pt x="259992" y="20869"/>
                    <a:pt x="281614" y="51540"/>
                    <a:pt x="295139" y="100689"/>
                  </a:cubicBezTo>
                  <a:cubicBezTo>
                    <a:pt x="311808" y="160125"/>
                    <a:pt x="300569" y="205368"/>
                    <a:pt x="261516" y="236420"/>
                  </a:cubicBezTo>
                  <a:lnTo>
                    <a:pt x="364862" y="362722"/>
                  </a:lnTo>
                  <a:cubicBezTo>
                    <a:pt x="368768" y="367865"/>
                    <a:pt x="371530" y="373199"/>
                    <a:pt x="373054" y="378724"/>
                  </a:cubicBezTo>
                  <a:cubicBezTo>
                    <a:pt x="374768" y="384248"/>
                    <a:pt x="374102" y="389963"/>
                    <a:pt x="370863" y="396059"/>
                  </a:cubicBezTo>
                  <a:cubicBezTo>
                    <a:pt x="367720" y="402345"/>
                    <a:pt x="361433" y="406632"/>
                    <a:pt x="352004" y="409013"/>
                  </a:cubicBezTo>
                  <a:cubicBezTo>
                    <a:pt x="332192" y="414538"/>
                    <a:pt x="316094" y="409394"/>
                    <a:pt x="303712" y="393678"/>
                  </a:cubicBezTo>
                  <a:lnTo>
                    <a:pt x="204080" y="270901"/>
                  </a:lnTo>
                  <a:cubicBezTo>
                    <a:pt x="196270" y="274425"/>
                    <a:pt x="186364" y="277759"/>
                    <a:pt x="174457" y="281092"/>
                  </a:cubicBezTo>
                  <a:cubicBezTo>
                    <a:pt x="162551" y="284426"/>
                    <a:pt x="148835" y="287188"/>
                    <a:pt x="133405" y="289379"/>
                  </a:cubicBezTo>
                  <a:lnTo>
                    <a:pt x="172934" y="430349"/>
                  </a:lnTo>
                  <a:close/>
                  <a:moveTo>
                    <a:pt x="76636" y="86782"/>
                  </a:moveTo>
                  <a:lnTo>
                    <a:pt x="116641" y="229467"/>
                  </a:lnTo>
                  <a:cubicBezTo>
                    <a:pt x="132167" y="227657"/>
                    <a:pt x="151693" y="223466"/>
                    <a:pt x="175124" y="216894"/>
                  </a:cubicBezTo>
                  <a:cubicBezTo>
                    <a:pt x="225607" y="202987"/>
                    <a:pt x="243990" y="171364"/>
                    <a:pt x="230179" y="122120"/>
                  </a:cubicBezTo>
                  <a:cubicBezTo>
                    <a:pt x="222178" y="93736"/>
                    <a:pt x="210653" y="76305"/>
                    <a:pt x="195603" y="69828"/>
                  </a:cubicBezTo>
                  <a:cubicBezTo>
                    <a:pt x="180458" y="63351"/>
                    <a:pt x="158646" y="64018"/>
                    <a:pt x="129976" y="71828"/>
                  </a:cubicBezTo>
                  <a:lnTo>
                    <a:pt x="76636" y="867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35DF55AD-3406-931A-312F-757664B74C0C}"/>
                </a:ext>
              </a:extLst>
            </p:cNvPr>
            <p:cNvSpPr/>
            <p:nvPr/>
          </p:nvSpPr>
          <p:spPr>
            <a:xfrm>
              <a:off x="7050453" y="5974182"/>
              <a:ext cx="216664" cy="426936"/>
            </a:xfrm>
            <a:custGeom>
              <a:avLst/>
              <a:gdLst>
                <a:gd name="connsiteX0" fmla="*/ 2426 w 216666"/>
                <a:gd name="connsiteY0" fmla="*/ 42480 h 426937"/>
                <a:gd name="connsiteX1" fmla="*/ 3474 w 216666"/>
                <a:gd name="connsiteY1" fmla="*/ 19334 h 426937"/>
                <a:gd name="connsiteX2" fmla="*/ 23858 w 216666"/>
                <a:gd name="connsiteY2" fmla="*/ 3713 h 426937"/>
                <a:gd name="connsiteX3" fmla="*/ 49480 w 216666"/>
                <a:gd name="connsiteY3" fmla="*/ 1046 h 426937"/>
                <a:gd name="connsiteX4" fmla="*/ 65863 w 216666"/>
                <a:gd name="connsiteY4" fmla="*/ 16762 h 426937"/>
                <a:gd name="connsiteX5" fmla="*/ 214453 w 216666"/>
                <a:gd name="connsiteY5" fmla="*/ 384523 h 426937"/>
                <a:gd name="connsiteX6" fmla="*/ 213405 w 216666"/>
                <a:gd name="connsiteY6" fmla="*/ 407668 h 426937"/>
                <a:gd name="connsiteX7" fmla="*/ 193307 w 216666"/>
                <a:gd name="connsiteY7" fmla="*/ 423099 h 426937"/>
                <a:gd name="connsiteX8" fmla="*/ 167781 w 216666"/>
                <a:gd name="connsiteY8" fmla="*/ 426052 h 426937"/>
                <a:gd name="connsiteX9" fmla="*/ 151016 w 216666"/>
                <a:gd name="connsiteY9" fmla="*/ 410145 h 426937"/>
                <a:gd name="connsiteX10" fmla="*/ 2426 w 216666"/>
                <a:gd name="connsiteY10" fmla="*/ 42384 h 4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66" h="426937">
                  <a:moveTo>
                    <a:pt x="2426" y="42480"/>
                  </a:moveTo>
                  <a:cubicBezTo>
                    <a:pt x="-1098" y="33622"/>
                    <a:pt x="-812" y="26002"/>
                    <a:pt x="3474" y="19334"/>
                  </a:cubicBezTo>
                  <a:cubicBezTo>
                    <a:pt x="7665" y="12762"/>
                    <a:pt x="14523" y="7523"/>
                    <a:pt x="23858" y="3713"/>
                  </a:cubicBezTo>
                  <a:cubicBezTo>
                    <a:pt x="33192" y="-97"/>
                    <a:pt x="41765" y="-954"/>
                    <a:pt x="49480" y="1046"/>
                  </a:cubicBezTo>
                  <a:cubicBezTo>
                    <a:pt x="57195" y="3047"/>
                    <a:pt x="62624" y="8285"/>
                    <a:pt x="65863" y="16762"/>
                  </a:cubicBezTo>
                  <a:lnTo>
                    <a:pt x="214453" y="384523"/>
                  </a:lnTo>
                  <a:cubicBezTo>
                    <a:pt x="217691" y="393190"/>
                    <a:pt x="217406" y="400906"/>
                    <a:pt x="213405" y="407668"/>
                  </a:cubicBezTo>
                  <a:cubicBezTo>
                    <a:pt x="209405" y="414145"/>
                    <a:pt x="202642" y="419384"/>
                    <a:pt x="193307" y="423099"/>
                  </a:cubicBezTo>
                  <a:cubicBezTo>
                    <a:pt x="183973" y="426909"/>
                    <a:pt x="175400" y="427861"/>
                    <a:pt x="167781" y="426052"/>
                  </a:cubicBezTo>
                  <a:cubicBezTo>
                    <a:pt x="160160" y="424242"/>
                    <a:pt x="154541" y="418908"/>
                    <a:pt x="151016" y="410145"/>
                  </a:cubicBezTo>
                  <a:lnTo>
                    <a:pt x="2426" y="4238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1AC46E18-CD13-48FA-4B1B-8B9F4FED0A71}"/>
                </a:ext>
              </a:extLst>
            </p:cNvPr>
            <p:cNvSpPr/>
            <p:nvPr/>
          </p:nvSpPr>
          <p:spPr>
            <a:xfrm>
              <a:off x="7249150" y="5827329"/>
              <a:ext cx="402091" cy="465770"/>
            </a:xfrm>
            <a:custGeom>
              <a:avLst/>
              <a:gdLst>
                <a:gd name="connsiteX0" fmla="*/ 96247 w 402092"/>
                <a:gd name="connsiteY0" fmla="*/ 28552 h 465771"/>
                <a:gd name="connsiteX1" fmla="*/ 202451 w 402092"/>
                <a:gd name="connsiteY1" fmla="*/ 834 h 465771"/>
                <a:gd name="connsiteX2" fmla="*/ 275603 w 402092"/>
                <a:gd name="connsiteY2" fmla="*/ 62080 h 465771"/>
                <a:gd name="connsiteX3" fmla="*/ 266935 w 402092"/>
                <a:gd name="connsiteY3" fmla="*/ 181714 h 465771"/>
                <a:gd name="connsiteX4" fmla="*/ 383235 w 402092"/>
                <a:gd name="connsiteY4" fmla="*/ 238483 h 465771"/>
                <a:gd name="connsiteX5" fmla="*/ 394380 w 402092"/>
                <a:gd name="connsiteY5" fmla="*/ 339353 h 465771"/>
                <a:gd name="connsiteX6" fmla="*/ 308464 w 402092"/>
                <a:gd name="connsiteY6" fmla="*/ 418315 h 465771"/>
                <a:gd name="connsiteX7" fmla="*/ 230073 w 402092"/>
                <a:gd name="connsiteY7" fmla="*/ 460511 h 465771"/>
                <a:gd name="connsiteX8" fmla="*/ 205404 w 402092"/>
                <a:gd name="connsiteY8" fmla="*/ 465369 h 465771"/>
                <a:gd name="connsiteX9" fmla="*/ 187116 w 402092"/>
                <a:gd name="connsiteY9" fmla="*/ 452034 h 465771"/>
                <a:gd name="connsiteX10" fmla="*/ 3474 w 402092"/>
                <a:gd name="connsiteY10" fmla="*/ 110563 h 465771"/>
                <a:gd name="connsiteX11" fmla="*/ 2235 w 402092"/>
                <a:gd name="connsiteY11" fmla="*/ 87702 h 465771"/>
                <a:gd name="connsiteX12" fmla="*/ 19952 w 402092"/>
                <a:gd name="connsiteY12" fmla="*/ 69700 h 465771"/>
                <a:gd name="connsiteX13" fmla="*/ 96342 w 402092"/>
                <a:gd name="connsiteY13" fmla="*/ 28647 h 465771"/>
                <a:gd name="connsiteX14" fmla="*/ 80245 w 402092"/>
                <a:gd name="connsiteY14" fmla="*/ 109134 h 465771"/>
                <a:gd name="connsiteX15" fmla="*/ 139300 w 402092"/>
                <a:gd name="connsiteY15" fmla="*/ 218957 h 465771"/>
                <a:gd name="connsiteX16" fmla="*/ 188068 w 402092"/>
                <a:gd name="connsiteY16" fmla="*/ 192763 h 465771"/>
                <a:gd name="connsiteX17" fmla="*/ 225882 w 402092"/>
                <a:gd name="connsiteY17" fmla="*/ 153234 h 465771"/>
                <a:gd name="connsiteX18" fmla="*/ 218929 w 402092"/>
                <a:gd name="connsiteY18" fmla="*/ 101132 h 465771"/>
                <a:gd name="connsiteX19" fmla="*/ 182448 w 402092"/>
                <a:gd name="connsiteY19" fmla="*/ 69128 h 465771"/>
                <a:gd name="connsiteX20" fmla="*/ 127108 w 402092"/>
                <a:gd name="connsiteY20" fmla="*/ 83892 h 465771"/>
                <a:gd name="connsiteX21" fmla="*/ 80245 w 402092"/>
                <a:gd name="connsiteY21" fmla="*/ 109134 h 465771"/>
                <a:gd name="connsiteX22" fmla="*/ 169399 w 402092"/>
                <a:gd name="connsiteY22" fmla="*/ 274773 h 465771"/>
                <a:gd name="connsiteX23" fmla="*/ 230359 w 402092"/>
                <a:gd name="connsiteY23" fmla="*/ 388121 h 465771"/>
                <a:gd name="connsiteX24" fmla="*/ 280175 w 402092"/>
                <a:gd name="connsiteY24" fmla="*/ 361260 h 465771"/>
                <a:gd name="connsiteX25" fmla="*/ 326657 w 402092"/>
                <a:gd name="connsiteY25" fmla="*/ 319731 h 465771"/>
                <a:gd name="connsiteX26" fmla="*/ 320656 w 402092"/>
                <a:gd name="connsiteY26" fmla="*/ 266772 h 465771"/>
                <a:gd name="connsiteX27" fmla="*/ 280841 w 402092"/>
                <a:gd name="connsiteY27" fmla="*/ 231911 h 465771"/>
                <a:gd name="connsiteX28" fmla="*/ 218643 w 402092"/>
                <a:gd name="connsiteY28" fmla="*/ 248198 h 465771"/>
                <a:gd name="connsiteX29" fmla="*/ 169304 w 402092"/>
                <a:gd name="connsiteY29" fmla="*/ 274773 h 46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2092" h="465771">
                  <a:moveTo>
                    <a:pt x="96247" y="28552"/>
                  </a:moveTo>
                  <a:cubicBezTo>
                    <a:pt x="137681" y="6264"/>
                    <a:pt x="173019" y="-2976"/>
                    <a:pt x="202451" y="834"/>
                  </a:cubicBezTo>
                  <a:cubicBezTo>
                    <a:pt x="231788" y="4645"/>
                    <a:pt x="256172" y="25123"/>
                    <a:pt x="275603" y="62080"/>
                  </a:cubicBezTo>
                  <a:cubicBezTo>
                    <a:pt x="298082" y="103895"/>
                    <a:pt x="295224" y="143805"/>
                    <a:pt x="266935" y="181714"/>
                  </a:cubicBezTo>
                  <a:cubicBezTo>
                    <a:pt x="316465" y="167522"/>
                    <a:pt x="355232" y="186477"/>
                    <a:pt x="383235" y="238483"/>
                  </a:cubicBezTo>
                  <a:cubicBezTo>
                    <a:pt x="403905" y="276773"/>
                    <a:pt x="407524" y="310397"/>
                    <a:pt x="394380" y="339353"/>
                  </a:cubicBezTo>
                  <a:cubicBezTo>
                    <a:pt x="381140" y="368214"/>
                    <a:pt x="352470" y="394503"/>
                    <a:pt x="308464" y="418315"/>
                  </a:cubicBezTo>
                  <a:lnTo>
                    <a:pt x="230073" y="460511"/>
                  </a:lnTo>
                  <a:cubicBezTo>
                    <a:pt x="221691" y="464987"/>
                    <a:pt x="213500" y="466607"/>
                    <a:pt x="205404" y="465369"/>
                  </a:cubicBezTo>
                  <a:cubicBezTo>
                    <a:pt x="197307" y="464035"/>
                    <a:pt x="191307" y="459653"/>
                    <a:pt x="187116" y="452034"/>
                  </a:cubicBezTo>
                  <a:lnTo>
                    <a:pt x="3474" y="110563"/>
                  </a:lnTo>
                  <a:cubicBezTo>
                    <a:pt x="-717" y="102752"/>
                    <a:pt x="-1098" y="95132"/>
                    <a:pt x="2235" y="87702"/>
                  </a:cubicBezTo>
                  <a:cubicBezTo>
                    <a:pt x="5664" y="80273"/>
                    <a:pt x="11570" y="74272"/>
                    <a:pt x="19952" y="69700"/>
                  </a:cubicBezTo>
                  <a:lnTo>
                    <a:pt x="96342" y="28647"/>
                  </a:lnTo>
                  <a:close/>
                  <a:moveTo>
                    <a:pt x="80245" y="109134"/>
                  </a:moveTo>
                  <a:lnTo>
                    <a:pt x="139300" y="218957"/>
                  </a:lnTo>
                  <a:lnTo>
                    <a:pt x="188068" y="192763"/>
                  </a:lnTo>
                  <a:cubicBezTo>
                    <a:pt x="207785" y="182381"/>
                    <a:pt x="220358" y="169236"/>
                    <a:pt x="225882" y="153234"/>
                  </a:cubicBezTo>
                  <a:cubicBezTo>
                    <a:pt x="231312" y="137232"/>
                    <a:pt x="229025" y="119897"/>
                    <a:pt x="218929" y="101132"/>
                  </a:cubicBezTo>
                  <a:cubicBezTo>
                    <a:pt x="208833" y="82368"/>
                    <a:pt x="196641" y="71700"/>
                    <a:pt x="182448" y="69128"/>
                  </a:cubicBezTo>
                  <a:cubicBezTo>
                    <a:pt x="168066" y="66843"/>
                    <a:pt x="149682" y="71796"/>
                    <a:pt x="127108" y="83892"/>
                  </a:cubicBezTo>
                  <a:lnTo>
                    <a:pt x="80245" y="109134"/>
                  </a:lnTo>
                  <a:close/>
                  <a:moveTo>
                    <a:pt x="169399" y="274773"/>
                  </a:moveTo>
                  <a:lnTo>
                    <a:pt x="230359" y="388121"/>
                  </a:lnTo>
                  <a:lnTo>
                    <a:pt x="280175" y="361260"/>
                  </a:lnTo>
                  <a:cubicBezTo>
                    <a:pt x="304368" y="348211"/>
                    <a:pt x="319894" y="334400"/>
                    <a:pt x="326657" y="319731"/>
                  </a:cubicBezTo>
                  <a:cubicBezTo>
                    <a:pt x="333705" y="304968"/>
                    <a:pt x="331705" y="287251"/>
                    <a:pt x="320656" y="266772"/>
                  </a:cubicBezTo>
                  <a:cubicBezTo>
                    <a:pt x="309702" y="246389"/>
                    <a:pt x="296463" y="234768"/>
                    <a:pt x="280841" y="231911"/>
                  </a:cubicBezTo>
                  <a:cubicBezTo>
                    <a:pt x="265221" y="229054"/>
                    <a:pt x="244551" y="234482"/>
                    <a:pt x="218643" y="248198"/>
                  </a:cubicBezTo>
                  <a:lnTo>
                    <a:pt x="169304" y="27477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" name="Forme libre : forme 21">
              <a:extLst>
                <a:ext uri="{FF2B5EF4-FFF2-40B4-BE49-F238E27FC236}">
                  <a16:creationId xmlns:a16="http://schemas.microsoft.com/office/drawing/2014/main" id="{247630CA-0839-0080-DB02-C2FDA038C404}"/>
                </a:ext>
              </a:extLst>
            </p:cNvPr>
            <p:cNvSpPr/>
            <p:nvPr/>
          </p:nvSpPr>
          <p:spPr>
            <a:xfrm>
              <a:off x="7642412" y="5637252"/>
              <a:ext cx="417192" cy="467370"/>
            </a:xfrm>
            <a:custGeom>
              <a:avLst/>
              <a:gdLst>
                <a:gd name="connsiteX0" fmla="*/ 141039 w 417193"/>
                <a:gd name="connsiteY0" fmla="*/ 459804 h 467371"/>
                <a:gd name="connsiteX1" fmla="*/ 135134 w 417193"/>
                <a:gd name="connsiteY1" fmla="*/ 449518 h 467371"/>
                <a:gd name="connsiteX2" fmla="*/ 2832 w 417193"/>
                <a:gd name="connsiteY2" fmla="*/ 65183 h 467371"/>
                <a:gd name="connsiteX3" fmla="*/ 15309 w 417193"/>
                <a:gd name="connsiteY3" fmla="*/ 23845 h 467371"/>
                <a:gd name="connsiteX4" fmla="*/ 38646 w 417193"/>
                <a:gd name="connsiteY4" fmla="*/ 6890 h 467371"/>
                <a:gd name="connsiteX5" fmla="*/ 82841 w 417193"/>
                <a:gd name="connsiteY5" fmla="*/ 10129 h 467371"/>
                <a:gd name="connsiteX6" fmla="*/ 405930 w 417193"/>
                <a:gd name="connsiteY6" fmla="*/ 253207 h 467371"/>
                <a:gd name="connsiteX7" fmla="*/ 414883 w 417193"/>
                <a:gd name="connsiteY7" fmla="*/ 262351 h 467371"/>
                <a:gd name="connsiteX8" fmla="*/ 415740 w 417193"/>
                <a:gd name="connsiteY8" fmla="*/ 278353 h 467371"/>
                <a:gd name="connsiteX9" fmla="*/ 400500 w 417193"/>
                <a:gd name="connsiteY9" fmla="*/ 297498 h 467371"/>
                <a:gd name="connsiteX10" fmla="*/ 352399 w 417193"/>
                <a:gd name="connsiteY10" fmla="*/ 298260 h 467371"/>
                <a:gd name="connsiteX11" fmla="*/ 285248 w 417193"/>
                <a:gd name="connsiteY11" fmla="*/ 246635 h 467371"/>
                <a:gd name="connsiteX12" fmla="*/ 158851 w 417193"/>
                <a:gd name="connsiteY12" fmla="*/ 338646 h 467371"/>
                <a:gd name="connsiteX13" fmla="*/ 186474 w 417193"/>
                <a:gd name="connsiteY13" fmla="*/ 415227 h 467371"/>
                <a:gd name="connsiteX14" fmla="*/ 191141 w 417193"/>
                <a:gd name="connsiteY14" fmla="*/ 441326 h 467371"/>
                <a:gd name="connsiteX15" fmla="*/ 177330 w 417193"/>
                <a:gd name="connsiteY15" fmla="*/ 459899 h 467371"/>
                <a:gd name="connsiteX16" fmla="*/ 155613 w 417193"/>
                <a:gd name="connsiteY16" fmla="*/ 467234 h 467371"/>
                <a:gd name="connsiteX17" fmla="*/ 140849 w 417193"/>
                <a:gd name="connsiteY17" fmla="*/ 459614 h 467371"/>
                <a:gd name="connsiteX18" fmla="*/ 64458 w 417193"/>
                <a:gd name="connsiteY18" fmla="*/ 76804 h 467371"/>
                <a:gd name="connsiteX19" fmla="*/ 137039 w 417193"/>
                <a:gd name="connsiteY19" fmla="*/ 278258 h 467371"/>
                <a:gd name="connsiteX20" fmla="*/ 234289 w 417193"/>
                <a:gd name="connsiteY20" fmla="*/ 207487 h 467371"/>
                <a:gd name="connsiteX21" fmla="*/ 64458 w 417193"/>
                <a:gd name="connsiteY21" fmla="*/ 76804 h 467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7193" h="467371">
                  <a:moveTo>
                    <a:pt x="141039" y="459804"/>
                  </a:moveTo>
                  <a:cubicBezTo>
                    <a:pt x="137801" y="455328"/>
                    <a:pt x="135800" y="451899"/>
                    <a:pt x="135134" y="449518"/>
                  </a:cubicBezTo>
                  <a:lnTo>
                    <a:pt x="2832" y="65183"/>
                  </a:lnTo>
                  <a:cubicBezTo>
                    <a:pt x="-3455" y="48229"/>
                    <a:pt x="736" y="34513"/>
                    <a:pt x="15309" y="23845"/>
                  </a:cubicBezTo>
                  <a:lnTo>
                    <a:pt x="38646" y="6890"/>
                  </a:lnTo>
                  <a:cubicBezTo>
                    <a:pt x="52552" y="-3301"/>
                    <a:pt x="67316" y="-2158"/>
                    <a:pt x="82841" y="10129"/>
                  </a:cubicBezTo>
                  <a:lnTo>
                    <a:pt x="405930" y="253207"/>
                  </a:lnTo>
                  <a:cubicBezTo>
                    <a:pt x="409168" y="255588"/>
                    <a:pt x="412216" y="258636"/>
                    <a:pt x="414883" y="262351"/>
                  </a:cubicBezTo>
                  <a:cubicBezTo>
                    <a:pt x="417645" y="266066"/>
                    <a:pt x="417931" y="271400"/>
                    <a:pt x="415740" y="278353"/>
                  </a:cubicBezTo>
                  <a:cubicBezTo>
                    <a:pt x="413740" y="285401"/>
                    <a:pt x="408597" y="291783"/>
                    <a:pt x="400500" y="297498"/>
                  </a:cubicBezTo>
                  <a:cubicBezTo>
                    <a:pt x="383832" y="309690"/>
                    <a:pt x="367734" y="309976"/>
                    <a:pt x="352399" y="298260"/>
                  </a:cubicBezTo>
                  <a:lnTo>
                    <a:pt x="285248" y="246635"/>
                  </a:lnTo>
                  <a:lnTo>
                    <a:pt x="158851" y="338646"/>
                  </a:lnTo>
                  <a:lnTo>
                    <a:pt x="186474" y="415227"/>
                  </a:lnTo>
                  <a:cubicBezTo>
                    <a:pt x="190855" y="425800"/>
                    <a:pt x="192474" y="434468"/>
                    <a:pt x="191141" y="441326"/>
                  </a:cubicBezTo>
                  <a:cubicBezTo>
                    <a:pt x="189712" y="447993"/>
                    <a:pt x="185140" y="454185"/>
                    <a:pt x="177330" y="459899"/>
                  </a:cubicBezTo>
                  <a:cubicBezTo>
                    <a:pt x="169519" y="465614"/>
                    <a:pt x="162280" y="467995"/>
                    <a:pt x="155613" y="467234"/>
                  </a:cubicBezTo>
                  <a:cubicBezTo>
                    <a:pt x="148945" y="466472"/>
                    <a:pt x="144087" y="463900"/>
                    <a:pt x="140849" y="459614"/>
                  </a:cubicBezTo>
                  <a:moveTo>
                    <a:pt x="64458" y="76804"/>
                  </a:moveTo>
                  <a:lnTo>
                    <a:pt x="137039" y="278258"/>
                  </a:lnTo>
                  <a:lnTo>
                    <a:pt x="234289" y="207487"/>
                  </a:lnTo>
                  <a:lnTo>
                    <a:pt x="64458" y="7680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C04EE1B9-4092-8456-71BA-9E5B8F71F157}"/>
                </a:ext>
              </a:extLst>
            </p:cNvPr>
            <p:cNvSpPr/>
            <p:nvPr/>
          </p:nvSpPr>
          <p:spPr>
            <a:xfrm>
              <a:off x="7901337" y="5362908"/>
              <a:ext cx="414995" cy="434935"/>
            </a:xfrm>
            <a:custGeom>
              <a:avLst/>
              <a:gdLst>
                <a:gd name="connsiteX0" fmla="*/ 48130 w 414994"/>
                <a:gd name="connsiteY0" fmla="*/ 45670 h 434933"/>
                <a:gd name="connsiteX1" fmla="*/ 138617 w 414994"/>
                <a:gd name="connsiteY1" fmla="*/ 712 h 434933"/>
                <a:gd name="connsiteX2" fmla="*/ 217579 w 414994"/>
                <a:gd name="connsiteY2" fmla="*/ 27573 h 434933"/>
                <a:gd name="connsiteX3" fmla="*/ 227295 w 414994"/>
                <a:gd name="connsiteY3" fmla="*/ 52528 h 434933"/>
                <a:gd name="connsiteX4" fmla="*/ 213484 w 414994"/>
                <a:gd name="connsiteY4" fmla="*/ 77770 h 434933"/>
                <a:gd name="connsiteX5" fmla="*/ 174336 w 414994"/>
                <a:gd name="connsiteY5" fmla="*/ 84342 h 434933"/>
                <a:gd name="connsiteX6" fmla="*/ 134045 w 414994"/>
                <a:gd name="connsiteY6" fmla="*/ 71483 h 434933"/>
                <a:gd name="connsiteX7" fmla="*/ 91469 w 414994"/>
                <a:gd name="connsiteY7" fmla="*/ 92057 h 434933"/>
                <a:gd name="connsiteX8" fmla="*/ 67465 w 414994"/>
                <a:gd name="connsiteY8" fmla="*/ 133872 h 434933"/>
                <a:gd name="connsiteX9" fmla="*/ 81848 w 414994"/>
                <a:gd name="connsiteY9" fmla="*/ 174925 h 434933"/>
                <a:gd name="connsiteX10" fmla="*/ 128521 w 414994"/>
                <a:gd name="connsiteY10" fmla="*/ 193213 h 434933"/>
                <a:gd name="connsiteX11" fmla="*/ 188814 w 414994"/>
                <a:gd name="connsiteY11" fmla="*/ 183592 h 434933"/>
                <a:gd name="connsiteX12" fmla="*/ 253203 w 414994"/>
                <a:gd name="connsiteY12" fmla="*/ 166543 h 434933"/>
                <a:gd name="connsiteX13" fmla="*/ 319878 w 414994"/>
                <a:gd name="connsiteY13" fmla="*/ 164066 h 434933"/>
                <a:gd name="connsiteX14" fmla="*/ 378171 w 414994"/>
                <a:gd name="connsiteY14" fmla="*/ 195594 h 434933"/>
                <a:gd name="connsiteX15" fmla="*/ 414366 w 414994"/>
                <a:gd name="connsiteY15" fmla="*/ 288082 h 434933"/>
                <a:gd name="connsiteX16" fmla="*/ 363503 w 414994"/>
                <a:gd name="connsiteY16" fmla="*/ 380760 h 434933"/>
                <a:gd name="connsiteX17" fmla="*/ 286826 w 414994"/>
                <a:gd name="connsiteY17" fmla="*/ 426194 h 434933"/>
                <a:gd name="connsiteX18" fmla="*/ 220151 w 414994"/>
                <a:gd name="connsiteY18" fmla="*/ 424861 h 434933"/>
                <a:gd name="connsiteX19" fmla="*/ 210340 w 414994"/>
                <a:gd name="connsiteY19" fmla="*/ 401620 h 434933"/>
                <a:gd name="connsiteX20" fmla="*/ 217008 w 414994"/>
                <a:gd name="connsiteY20" fmla="*/ 379331 h 434933"/>
                <a:gd name="connsiteX21" fmla="*/ 233867 w 414994"/>
                <a:gd name="connsiteY21" fmla="*/ 370949 h 434933"/>
                <a:gd name="connsiteX22" fmla="*/ 322068 w 414994"/>
                <a:gd name="connsiteY22" fmla="*/ 332468 h 434933"/>
                <a:gd name="connsiteX23" fmla="*/ 333880 w 414994"/>
                <a:gd name="connsiteY23" fmla="*/ 248362 h 434933"/>
                <a:gd name="connsiteX24" fmla="*/ 291303 w 414994"/>
                <a:gd name="connsiteY24" fmla="*/ 233885 h 434933"/>
                <a:gd name="connsiteX25" fmla="*/ 231391 w 414994"/>
                <a:gd name="connsiteY25" fmla="*/ 244362 h 434933"/>
                <a:gd name="connsiteX26" fmla="*/ 166049 w 414994"/>
                <a:gd name="connsiteY26" fmla="*/ 261126 h 434933"/>
                <a:gd name="connsiteX27" fmla="*/ 97564 w 414994"/>
                <a:gd name="connsiteY27" fmla="*/ 261126 h 434933"/>
                <a:gd name="connsiteX28" fmla="*/ 36604 w 414994"/>
                <a:gd name="connsiteY28" fmla="*/ 226455 h 434933"/>
                <a:gd name="connsiteX29" fmla="*/ 600 w 414994"/>
                <a:gd name="connsiteY29" fmla="*/ 134634 h 434933"/>
                <a:gd name="connsiteX30" fmla="*/ 48034 w 414994"/>
                <a:gd name="connsiteY30" fmla="*/ 45670 h 434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14994" h="434933">
                  <a:moveTo>
                    <a:pt x="48130" y="45670"/>
                  </a:moveTo>
                  <a:cubicBezTo>
                    <a:pt x="75943" y="19095"/>
                    <a:pt x="106137" y="4141"/>
                    <a:pt x="138617" y="712"/>
                  </a:cubicBezTo>
                  <a:cubicBezTo>
                    <a:pt x="171193" y="-2717"/>
                    <a:pt x="197482" y="6237"/>
                    <a:pt x="217579" y="27573"/>
                  </a:cubicBezTo>
                  <a:cubicBezTo>
                    <a:pt x="224819" y="35193"/>
                    <a:pt x="228057" y="43575"/>
                    <a:pt x="227295" y="52528"/>
                  </a:cubicBezTo>
                  <a:cubicBezTo>
                    <a:pt x="226438" y="61577"/>
                    <a:pt x="221866" y="69959"/>
                    <a:pt x="213484" y="77770"/>
                  </a:cubicBezTo>
                  <a:cubicBezTo>
                    <a:pt x="199577" y="91010"/>
                    <a:pt x="186528" y="93200"/>
                    <a:pt x="174336" y="84342"/>
                  </a:cubicBezTo>
                  <a:cubicBezTo>
                    <a:pt x="162049" y="75484"/>
                    <a:pt x="148714" y="71197"/>
                    <a:pt x="134045" y="71483"/>
                  </a:cubicBezTo>
                  <a:cubicBezTo>
                    <a:pt x="119472" y="71769"/>
                    <a:pt x="105280" y="78627"/>
                    <a:pt x="91469" y="92057"/>
                  </a:cubicBezTo>
                  <a:cubicBezTo>
                    <a:pt x="77848" y="105106"/>
                    <a:pt x="69847" y="119013"/>
                    <a:pt x="67465" y="133872"/>
                  </a:cubicBezTo>
                  <a:cubicBezTo>
                    <a:pt x="65084" y="148731"/>
                    <a:pt x="69847" y="162352"/>
                    <a:pt x="81848" y="174925"/>
                  </a:cubicBezTo>
                  <a:cubicBezTo>
                    <a:pt x="93850" y="187497"/>
                    <a:pt x="109375" y="193593"/>
                    <a:pt x="128521" y="193213"/>
                  </a:cubicBezTo>
                  <a:cubicBezTo>
                    <a:pt x="147571" y="192736"/>
                    <a:pt x="167669" y="189498"/>
                    <a:pt x="188814" y="183592"/>
                  </a:cubicBezTo>
                  <a:cubicBezTo>
                    <a:pt x="209959" y="177591"/>
                    <a:pt x="231486" y="171972"/>
                    <a:pt x="253203" y="166543"/>
                  </a:cubicBezTo>
                  <a:cubicBezTo>
                    <a:pt x="275015" y="161113"/>
                    <a:pt x="297208" y="160351"/>
                    <a:pt x="319878" y="164066"/>
                  </a:cubicBezTo>
                  <a:cubicBezTo>
                    <a:pt x="342547" y="167781"/>
                    <a:pt x="361978" y="178354"/>
                    <a:pt x="378171" y="195594"/>
                  </a:cubicBezTo>
                  <a:cubicBezTo>
                    <a:pt x="405984" y="224645"/>
                    <a:pt x="417985" y="255506"/>
                    <a:pt x="414366" y="288082"/>
                  </a:cubicBezTo>
                  <a:cubicBezTo>
                    <a:pt x="410746" y="320657"/>
                    <a:pt x="393792" y="351518"/>
                    <a:pt x="363503" y="380760"/>
                  </a:cubicBezTo>
                  <a:cubicBezTo>
                    <a:pt x="344453" y="398952"/>
                    <a:pt x="318926" y="414097"/>
                    <a:pt x="286826" y="426194"/>
                  </a:cubicBezTo>
                  <a:cubicBezTo>
                    <a:pt x="254727" y="438291"/>
                    <a:pt x="232534" y="437815"/>
                    <a:pt x="220151" y="424861"/>
                  </a:cubicBezTo>
                  <a:cubicBezTo>
                    <a:pt x="214531" y="419051"/>
                    <a:pt x="211293" y="411335"/>
                    <a:pt x="210340" y="401620"/>
                  </a:cubicBezTo>
                  <a:cubicBezTo>
                    <a:pt x="209388" y="391904"/>
                    <a:pt x="211674" y="384570"/>
                    <a:pt x="217008" y="379331"/>
                  </a:cubicBezTo>
                  <a:cubicBezTo>
                    <a:pt x="222437" y="374188"/>
                    <a:pt x="228057" y="371426"/>
                    <a:pt x="233867" y="370949"/>
                  </a:cubicBezTo>
                  <a:cubicBezTo>
                    <a:pt x="268348" y="368282"/>
                    <a:pt x="297684" y="355423"/>
                    <a:pt x="322068" y="332468"/>
                  </a:cubicBezTo>
                  <a:cubicBezTo>
                    <a:pt x="354168" y="301702"/>
                    <a:pt x="358169" y="273699"/>
                    <a:pt x="333880" y="248362"/>
                  </a:cubicBezTo>
                  <a:cubicBezTo>
                    <a:pt x="323878" y="237885"/>
                    <a:pt x="309686" y="233122"/>
                    <a:pt x="291303" y="233885"/>
                  </a:cubicBezTo>
                  <a:cubicBezTo>
                    <a:pt x="272920" y="234646"/>
                    <a:pt x="252917" y="238170"/>
                    <a:pt x="231391" y="244362"/>
                  </a:cubicBezTo>
                  <a:cubicBezTo>
                    <a:pt x="209959" y="250648"/>
                    <a:pt x="188147" y="256173"/>
                    <a:pt x="166049" y="261126"/>
                  </a:cubicBezTo>
                  <a:cubicBezTo>
                    <a:pt x="143665" y="265698"/>
                    <a:pt x="120805" y="265698"/>
                    <a:pt x="97564" y="261126"/>
                  </a:cubicBezTo>
                  <a:cubicBezTo>
                    <a:pt x="74323" y="256553"/>
                    <a:pt x="53940" y="244933"/>
                    <a:pt x="36604" y="226455"/>
                  </a:cubicBezTo>
                  <a:cubicBezTo>
                    <a:pt x="9077" y="197689"/>
                    <a:pt x="-2924" y="167114"/>
                    <a:pt x="600" y="134634"/>
                  </a:cubicBezTo>
                  <a:cubicBezTo>
                    <a:pt x="4410" y="101868"/>
                    <a:pt x="20221" y="72245"/>
                    <a:pt x="48034" y="456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CCF720E3-193F-6AD5-9CAF-977D0711B664}"/>
              </a:ext>
            </a:extLst>
          </p:cNvPr>
          <p:cNvGrpSpPr/>
          <p:nvPr userDrawn="1"/>
        </p:nvGrpSpPr>
        <p:grpSpPr>
          <a:xfrm flipH="1">
            <a:off x="4269051" y="2821883"/>
            <a:ext cx="811950" cy="514774"/>
            <a:chOff x="4589369" y="4849913"/>
            <a:chExt cx="3072989" cy="1948269"/>
          </a:xfrm>
          <a:solidFill>
            <a:schemeClr val="accent1"/>
          </a:solidFill>
        </p:grpSpPr>
        <p:sp>
          <p:nvSpPr>
            <p:cNvPr id="25" name="Forme libre : forme 24">
              <a:extLst>
                <a:ext uri="{FF2B5EF4-FFF2-40B4-BE49-F238E27FC236}">
                  <a16:creationId xmlns:a16="http://schemas.microsoft.com/office/drawing/2014/main" id="{07CAD595-4D89-8E38-1B64-36933E4FD91A}"/>
                </a:ext>
              </a:extLst>
            </p:cNvPr>
            <p:cNvSpPr/>
            <p:nvPr/>
          </p:nvSpPr>
          <p:spPr>
            <a:xfrm rot="18900000" flipV="1">
              <a:off x="4671817" y="5266547"/>
              <a:ext cx="618261" cy="618264"/>
            </a:xfrm>
            <a:custGeom>
              <a:avLst/>
              <a:gdLst>
                <a:gd name="connsiteX0" fmla="*/ 527517 w 618261"/>
                <a:gd name="connsiteY0" fmla="*/ 527520 h 618264"/>
                <a:gd name="connsiteX1" fmla="*/ 618261 w 618261"/>
                <a:gd name="connsiteY1" fmla="*/ 308445 h 618264"/>
                <a:gd name="connsiteX2" fmla="*/ 618261 w 618261"/>
                <a:gd name="connsiteY2" fmla="*/ 0 h 618264"/>
                <a:gd name="connsiteX3" fmla="*/ 309819 w 618261"/>
                <a:gd name="connsiteY3" fmla="*/ 0 h 618264"/>
                <a:gd name="connsiteX4" fmla="*/ 0 w 618261"/>
                <a:gd name="connsiteY4" fmla="*/ 309819 h 618264"/>
                <a:gd name="connsiteX5" fmla="*/ 52912 w 618261"/>
                <a:gd name="connsiteY5" fmla="*/ 483041 h 618264"/>
                <a:gd name="connsiteX6" fmla="*/ 90129 w 618261"/>
                <a:gd name="connsiteY6" fmla="*/ 528148 h 618264"/>
                <a:gd name="connsiteX7" fmla="*/ 135220 w 618261"/>
                <a:gd name="connsiteY7" fmla="*/ 565351 h 618264"/>
                <a:gd name="connsiteX8" fmla="*/ 308442 w 618261"/>
                <a:gd name="connsiteY8" fmla="*/ 618264 h 618264"/>
                <a:gd name="connsiteX9" fmla="*/ 527517 w 618261"/>
                <a:gd name="connsiteY9" fmla="*/ 527520 h 61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261" h="618264">
                  <a:moveTo>
                    <a:pt x="527517" y="527520"/>
                  </a:moveTo>
                  <a:cubicBezTo>
                    <a:pt x="583583" y="471454"/>
                    <a:pt x="618261" y="393999"/>
                    <a:pt x="618261" y="308445"/>
                  </a:cubicBezTo>
                  <a:lnTo>
                    <a:pt x="618261" y="0"/>
                  </a:lnTo>
                  <a:lnTo>
                    <a:pt x="309819" y="0"/>
                  </a:lnTo>
                  <a:cubicBezTo>
                    <a:pt x="138711" y="0"/>
                    <a:pt x="0" y="138711"/>
                    <a:pt x="0" y="309819"/>
                  </a:cubicBezTo>
                  <a:cubicBezTo>
                    <a:pt x="0" y="373984"/>
                    <a:pt x="19506" y="433594"/>
                    <a:pt x="52912" y="483041"/>
                  </a:cubicBezTo>
                  <a:lnTo>
                    <a:pt x="90129" y="528148"/>
                  </a:lnTo>
                  <a:lnTo>
                    <a:pt x="135220" y="565351"/>
                  </a:lnTo>
                  <a:cubicBezTo>
                    <a:pt x="184667" y="598757"/>
                    <a:pt x="244277" y="618264"/>
                    <a:pt x="308442" y="618264"/>
                  </a:cubicBezTo>
                  <a:cubicBezTo>
                    <a:pt x="393996" y="618264"/>
                    <a:pt x="471451" y="583586"/>
                    <a:pt x="527517" y="52752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26" name="Forme libre : forme 25">
              <a:extLst>
                <a:ext uri="{FF2B5EF4-FFF2-40B4-BE49-F238E27FC236}">
                  <a16:creationId xmlns:a16="http://schemas.microsoft.com/office/drawing/2014/main" id="{11580C5B-2F02-BF1D-C427-36225EADA16E}"/>
                </a:ext>
              </a:extLst>
            </p:cNvPr>
            <p:cNvSpPr/>
            <p:nvPr/>
          </p:nvSpPr>
          <p:spPr>
            <a:xfrm rot="18900000" flipV="1">
              <a:off x="4589369" y="4849913"/>
              <a:ext cx="1613106" cy="619638"/>
            </a:xfrm>
            <a:custGeom>
              <a:avLst/>
              <a:gdLst>
                <a:gd name="connsiteX0" fmla="*/ 1522363 w 1613106"/>
                <a:gd name="connsiteY0" fmla="*/ 528894 h 619638"/>
                <a:gd name="connsiteX1" fmla="*/ 1613106 w 1613106"/>
                <a:gd name="connsiteY1" fmla="*/ 309819 h 619638"/>
                <a:gd name="connsiteX2" fmla="*/ 1303287 w 1613106"/>
                <a:gd name="connsiteY2" fmla="*/ 0 h 619638"/>
                <a:gd name="connsiteX3" fmla="*/ 528132 w 1613106"/>
                <a:gd name="connsiteY3" fmla="*/ 0 h 619638"/>
                <a:gd name="connsiteX4" fmla="*/ 528132 w 1613106"/>
                <a:gd name="connsiteY4" fmla="*/ 308445 h 619638"/>
                <a:gd name="connsiteX5" fmla="*/ 218313 w 1613106"/>
                <a:gd name="connsiteY5" fmla="*/ 618264 h 619638"/>
                <a:gd name="connsiteX6" fmla="*/ 45091 w 1613106"/>
                <a:gd name="connsiteY6" fmla="*/ 565351 h 619638"/>
                <a:gd name="connsiteX7" fmla="*/ 0 w 1613106"/>
                <a:gd name="connsiteY7" fmla="*/ 528148 h 619638"/>
                <a:gd name="connsiteX8" fmla="*/ 615 w 1613106"/>
                <a:gd name="connsiteY8" fmla="*/ 528894 h 619638"/>
                <a:gd name="connsiteX9" fmla="*/ 219690 w 1613106"/>
                <a:gd name="connsiteY9" fmla="*/ 619638 h 619638"/>
                <a:gd name="connsiteX10" fmla="*/ 1303287 w 1613106"/>
                <a:gd name="connsiteY10" fmla="*/ 619638 h 619638"/>
                <a:gd name="connsiteX11" fmla="*/ 1522363 w 1613106"/>
                <a:gd name="connsiteY11" fmla="*/ 528894 h 61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3106" h="619638">
                  <a:moveTo>
                    <a:pt x="1522363" y="528894"/>
                  </a:moveTo>
                  <a:cubicBezTo>
                    <a:pt x="1578428" y="472828"/>
                    <a:pt x="1613106" y="395373"/>
                    <a:pt x="1613106" y="309819"/>
                  </a:cubicBezTo>
                  <a:cubicBezTo>
                    <a:pt x="1613106" y="138711"/>
                    <a:pt x="1474395" y="0"/>
                    <a:pt x="1303287" y="0"/>
                  </a:cubicBezTo>
                  <a:lnTo>
                    <a:pt x="528132" y="0"/>
                  </a:lnTo>
                  <a:lnTo>
                    <a:pt x="528132" y="308445"/>
                  </a:lnTo>
                  <a:cubicBezTo>
                    <a:pt x="528132" y="479553"/>
                    <a:pt x="389421" y="618264"/>
                    <a:pt x="218313" y="618264"/>
                  </a:cubicBezTo>
                  <a:cubicBezTo>
                    <a:pt x="154148" y="618264"/>
                    <a:pt x="94538" y="598757"/>
                    <a:pt x="45091" y="565351"/>
                  </a:cubicBezTo>
                  <a:lnTo>
                    <a:pt x="0" y="528148"/>
                  </a:lnTo>
                  <a:lnTo>
                    <a:pt x="615" y="528894"/>
                  </a:lnTo>
                  <a:cubicBezTo>
                    <a:pt x="56681" y="584960"/>
                    <a:pt x="134136" y="619638"/>
                    <a:pt x="219690" y="619638"/>
                  </a:cubicBezTo>
                  <a:lnTo>
                    <a:pt x="1303287" y="619638"/>
                  </a:lnTo>
                  <a:cubicBezTo>
                    <a:pt x="1388841" y="619638"/>
                    <a:pt x="1466296" y="584960"/>
                    <a:pt x="1522363" y="528894"/>
                  </a:cubicBezTo>
                  <a:close/>
                </a:path>
              </a:pathLst>
            </a:custGeom>
            <a:solidFill>
              <a:srgbClr val="66C0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27" name="Forme libre : forme 26">
              <a:extLst>
                <a:ext uri="{FF2B5EF4-FFF2-40B4-BE49-F238E27FC236}">
                  <a16:creationId xmlns:a16="http://schemas.microsoft.com/office/drawing/2014/main" id="{90B64FF6-A653-387C-E4F9-CCB41013E100}"/>
                </a:ext>
              </a:extLst>
            </p:cNvPr>
            <p:cNvSpPr/>
            <p:nvPr/>
          </p:nvSpPr>
          <p:spPr>
            <a:xfrm rot="18900000" flipV="1">
              <a:off x="5086096" y="5185063"/>
              <a:ext cx="619638" cy="1613119"/>
            </a:xfrm>
            <a:custGeom>
              <a:avLst/>
              <a:gdLst>
                <a:gd name="connsiteX0" fmla="*/ 91506 w 619638"/>
                <a:gd name="connsiteY0" fmla="*/ 1613119 h 1613119"/>
                <a:gd name="connsiteX1" fmla="*/ 54289 w 619638"/>
                <a:gd name="connsiteY1" fmla="*/ 1568012 h 1613119"/>
                <a:gd name="connsiteX2" fmla="*/ 1377 w 619638"/>
                <a:gd name="connsiteY2" fmla="*/ 1394790 h 1613119"/>
                <a:gd name="connsiteX3" fmla="*/ 311196 w 619638"/>
                <a:gd name="connsiteY3" fmla="*/ 1084971 h 1613119"/>
                <a:gd name="connsiteX4" fmla="*/ 619638 w 619638"/>
                <a:gd name="connsiteY4" fmla="*/ 1084971 h 1613119"/>
                <a:gd name="connsiteX5" fmla="*/ 619638 w 619638"/>
                <a:gd name="connsiteY5" fmla="*/ 309818 h 1613119"/>
                <a:gd name="connsiteX6" fmla="*/ 309819 w 619638"/>
                <a:gd name="connsiteY6" fmla="*/ 0 h 1613119"/>
                <a:gd name="connsiteX7" fmla="*/ 1 w 619638"/>
                <a:gd name="connsiteY7" fmla="*/ 309818 h 1613119"/>
                <a:gd name="connsiteX8" fmla="*/ 1 w 619638"/>
                <a:gd name="connsiteY8" fmla="*/ 1393416 h 1613119"/>
                <a:gd name="connsiteX9" fmla="*/ 90744 w 619638"/>
                <a:gd name="connsiteY9" fmla="*/ 1612491 h 1613119"/>
                <a:gd name="connsiteX10" fmla="*/ 91506 w 619638"/>
                <a:gd name="connsiteY10" fmla="*/ 1613119 h 1613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638" h="1613119">
                  <a:moveTo>
                    <a:pt x="91506" y="1613119"/>
                  </a:moveTo>
                  <a:lnTo>
                    <a:pt x="54289" y="1568012"/>
                  </a:lnTo>
                  <a:cubicBezTo>
                    <a:pt x="20883" y="1518565"/>
                    <a:pt x="1377" y="1458955"/>
                    <a:pt x="1377" y="1394790"/>
                  </a:cubicBezTo>
                  <a:cubicBezTo>
                    <a:pt x="1377" y="1223682"/>
                    <a:pt x="140088" y="1084971"/>
                    <a:pt x="311196" y="1084971"/>
                  </a:cubicBezTo>
                  <a:lnTo>
                    <a:pt x="619638" y="1084971"/>
                  </a:lnTo>
                  <a:lnTo>
                    <a:pt x="619638" y="309818"/>
                  </a:lnTo>
                  <a:cubicBezTo>
                    <a:pt x="619637" y="138711"/>
                    <a:pt x="480926" y="0"/>
                    <a:pt x="309819" y="0"/>
                  </a:cubicBezTo>
                  <a:cubicBezTo>
                    <a:pt x="138711" y="0"/>
                    <a:pt x="0" y="138711"/>
                    <a:pt x="1" y="309818"/>
                  </a:cubicBezTo>
                  <a:lnTo>
                    <a:pt x="1" y="1393416"/>
                  </a:lnTo>
                  <a:cubicBezTo>
                    <a:pt x="0" y="1478970"/>
                    <a:pt x="34678" y="1556424"/>
                    <a:pt x="90744" y="1612491"/>
                  </a:cubicBezTo>
                  <a:lnTo>
                    <a:pt x="91506" y="1613119"/>
                  </a:lnTo>
                  <a:close/>
                </a:path>
              </a:pathLst>
            </a:custGeom>
            <a:solidFill>
              <a:srgbClr val="66C0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28" name="Forme libre : forme 27">
              <a:extLst>
                <a:ext uri="{FF2B5EF4-FFF2-40B4-BE49-F238E27FC236}">
                  <a16:creationId xmlns:a16="http://schemas.microsoft.com/office/drawing/2014/main" id="{A1B52ADB-8E4A-0643-BC11-37CBAE98D124}"/>
                </a:ext>
              </a:extLst>
            </p:cNvPr>
            <p:cNvSpPr/>
            <p:nvPr/>
          </p:nvSpPr>
          <p:spPr>
            <a:xfrm rot="18900000" flipV="1">
              <a:off x="6131700" y="5266547"/>
              <a:ext cx="618261" cy="618264"/>
            </a:xfrm>
            <a:custGeom>
              <a:avLst/>
              <a:gdLst>
                <a:gd name="connsiteX0" fmla="*/ 527517 w 618261"/>
                <a:gd name="connsiteY0" fmla="*/ 527520 h 618264"/>
                <a:gd name="connsiteX1" fmla="*/ 618261 w 618261"/>
                <a:gd name="connsiteY1" fmla="*/ 308445 h 618264"/>
                <a:gd name="connsiteX2" fmla="*/ 618261 w 618261"/>
                <a:gd name="connsiteY2" fmla="*/ 0 h 618264"/>
                <a:gd name="connsiteX3" fmla="*/ 309819 w 618261"/>
                <a:gd name="connsiteY3" fmla="*/ 0 h 618264"/>
                <a:gd name="connsiteX4" fmla="*/ 0 w 618261"/>
                <a:gd name="connsiteY4" fmla="*/ 309819 h 618264"/>
                <a:gd name="connsiteX5" fmla="*/ 52912 w 618261"/>
                <a:gd name="connsiteY5" fmla="*/ 483041 h 618264"/>
                <a:gd name="connsiteX6" fmla="*/ 90129 w 618261"/>
                <a:gd name="connsiteY6" fmla="*/ 528148 h 618264"/>
                <a:gd name="connsiteX7" fmla="*/ 135220 w 618261"/>
                <a:gd name="connsiteY7" fmla="*/ 565351 h 618264"/>
                <a:gd name="connsiteX8" fmla="*/ 308442 w 618261"/>
                <a:gd name="connsiteY8" fmla="*/ 618264 h 618264"/>
                <a:gd name="connsiteX9" fmla="*/ 527517 w 618261"/>
                <a:gd name="connsiteY9" fmla="*/ 527520 h 61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261" h="618264">
                  <a:moveTo>
                    <a:pt x="527517" y="527520"/>
                  </a:moveTo>
                  <a:cubicBezTo>
                    <a:pt x="583583" y="471454"/>
                    <a:pt x="618261" y="393999"/>
                    <a:pt x="618261" y="308445"/>
                  </a:cubicBezTo>
                  <a:lnTo>
                    <a:pt x="618261" y="0"/>
                  </a:lnTo>
                  <a:lnTo>
                    <a:pt x="309819" y="0"/>
                  </a:lnTo>
                  <a:cubicBezTo>
                    <a:pt x="138711" y="0"/>
                    <a:pt x="0" y="138711"/>
                    <a:pt x="0" y="309819"/>
                  </a:cubicBezTo>
                  <a:cubicBezTo>
                    <a:pt x="0" y="373984"/>
                    <a:pt x="19506" y="433594"/>
                    <a:pt x="52912" y="483041"/>
                  </a:cubicBezTo>
                  <a:lnTo>
                    <a:pt x="90129" y="528148"/>
                  </a:lnTo>
                  <a:lnTo>
                    <a:pt x="135220" y="565351"/>
                  </a:lnTo>
                  <a:cubicBezTo>
                    <a:pt x="184667" y="598757"/>
                    <a:pt x="244277" y="618264"/>
                    <a:pt x="308442" y="618264"/>
                  </a:cubicBezTo>
                  <a:cubicBezTo>
                    <a:pt x="393996" y="618264"/>
                    <a:pt x="471451" y="583586"/>
                    <a:pt x="527517" y="52752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29" name="Forme libre : forme 28">
              <a:extLst>
                <a:ext uri="{FF2B5EF4-FFF2-40B4-BE49-F238E27FC236}">
                  <a16:creationId xmlns:a16="http://schemas.microsoft.com/office/drawing/2014/main" id="{F3E5A365-7369-613C-E442-DD67E7213E58}"/>
                </a:ext>
              </a:extLst>
            </p:cNvPr>
            <p:cNvSpPr/>
            <p:nvPr/>
          </p:nvSpPr>
          <p:spPr>
            <a:xfrm rot="18900000" flipV="1">
              <a:off x="6049252" y="4849913"/>
              <a:ext cx="1613106" cy="619638"/>
            </a:xfrm>
            <a:custGeom>
              <a:avLst/>
              <a:gdLst>
                <a:gd name="connsiteX0" fmla="*/ 1522363 w 1613106"/>
                <a:gd name="connsiteY0" fmla="*/ 528894 h 619638"/>
                <a:gd name="connsiteX1" fmla="*/ 1613106 w 1613106"/>
                <a:gd name="connsiteY1" fmla="*/ 309819 h 619638"/>
                <a:gd name="connsiteX2" fmla="*/ 1303287 w 1613106"/>
                <a:gd name="connsiteY2" fmla="*/ 0 h 619638"/>
                <a:gd name="connsiteX3" fmla="*/ 528132 w 1613106"/>
                <a:gd name="connsiteY3" fmla="*/ 0 h 619638"/>
                <a:gd name="connsiteX4" fmla="*/ 528132 w 1613106"/>
                <a:gd name="connsiteY4" fmla="*/ 308445 h 619638"/>
                <a:gd name="connsiteX5" fmla="*/ 218313 w 1613106"/>
                <a:gd name="connsiteY5" fmla="*/ 618264 h 619638"/>
                <a:gd name="connsiteX6" fmla="*/ 45091 w 1613106"/>
                <a:gd name="connsiteY6" fmla="*/ 565351 h 619638"/>
                <a:gd name="connsiteX7" fmla="*/ 0 w 1613106"/>
                <a:gd name="connsiteY7" fmla="*/ 528148 h 619638"/>
                <a:gd name="connsiteX8" fmla="*/ 615 w 1613106"/>
                <a:gd name="connsiteY8" fmla="*/ 528894 h 619638"/>
                <a:gd name="connsiteX9" fmla="*/ 219690 w 1613106"/>
                <a:gd name="connsiteY9" fmla="*/ 619638 h 619638"/>
                <a:gd name="connsiteX10" fmla="*/ 1303287 w 1613106"/>
                <a:gd name="connsiteY10" fmla="*/ 619638 h 619638"/>
                <a:gd name="connsiteX11" fmla="*/ 1522363 w 1613106"/>
                <a:gd name="connsiteY11" fmla="*/ 528894 h 61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3106" h="619638">
                  <a:moveTo>
                    <a:pt x="1522363" y="528894"/>
                  </a:moveTo>
                  <a:cubicBezTo>
                    <a:pt x="1578428" y="472828"/>
                    <a:pt x="1613106" y="395373"/>
                    <a:pt x="1613106" y="309819"/>
                  </a:cubicBezTo>
                  <a:cubicBezTo>
                    <a:pt x="1613106" y="138711"/>
                    <a:pt x="1474395" y="0"/>
                    <a:pt x="1303287" y="0"/>
                  </a:cubicBezTo>
                  <a:lnTo>
                    <a:pt x="528132" y="0"/>
                  </a:lnTo>
                  <a:lnTo>
                    <a:pt x="528132" y="308445"/>
                  </a:lnTo>
                  <a:cubicBezTo>
                    <a:pt x="528132" y="479553"/>
                    <a:pt x="389421" y="618264"/>
                    <a:pt x="218313" y="618264"/>
                  </a:cubicBezTo>
                  <a:cubicBezTo>
                    <a:pt x="154148" y="618264"/>
                    <a:pt x="94538" y="598757"/>
                    <a:pt x="45091" y="565351"/>
                  </a:cubicBezTo>
                  <a:lnTo>
                    <a:pt x="0" y="528148"/>
                  </a:lnTo>
                  <a:lnTo>
                    <a:pt x="615" y="528894"/>
                  </a:lnTo>
                  <a:cubicBezTo>
                    <a:pt x="56681" y="584960"/>
                    <a:pt x="134136" y="619638"/>
                    <a:pt x="219690" y="619638"/>
                  </a:cubicBezTo>
                  <a:lnTo>
                    <a:pt x="1303287" y="619638"/>
                  </a:lnTo>
                  <a:cubicBezTo>
                    <a:pt x="1388841" y="619638"/>
                    <a:pt x="1466296" y="584960"/>
                    <a:pt x="1522363" y="528894"/>
                  </a:cubicBezTo>
                  <a:close/>
                </a:path>
              </a:pathLst>
            </a:custGeom>
            <a:solidFill>
              <a:srgbClr val="66C0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0" name="Forme libre : forme 29">
              <a:extLst>
                <a:ext uri="{FF2B5EF4-FFF2-40B4-BE49-F238E27FC236}">
                  <a16:creationId xmlns:a16="http://schemas.microsoft.com/office/drawing/2014/main" id="{DF4DDCE8-8975-0DE0-933B-141FB1EAC3C4}"/>
                </a:ext>
              </a:extLst>
            </p:cNvPr>
            <p:cNvSpPr/>
            <p:nvPr/>
          </p:nvSpPr>
          <p:spPr>
            <a:xfrm rot="18900000" flipV="1">
              <a:off x="6545979" y="5185063"/>
              <a:ext cx="619638" cy="1613119"/>
            </a:xfrm>
            <a:custGeom>
              <a:avLst/>
              <a:gdLst>
                <a:gd name="connsiteX0" fmla="*/ 91506 w 619638"/>
                <a:gd name="connsiteY0" fmla="*/ 1613119 h 1613119"/>
                <a:gd name="connsiteX1" fmla="*/ 54289 w 619638"/>
                <a:gd name="connsiteY1" fmla="*/ 1568012 h 1613119"/>
                <a:gd name="connsiteX2" fmla="*/ 1377 w 619638"/>
                <a:gd name="connsiteY2" fmla="*/ 1394790 h 1613119"/>
                <a:gd name="connsiteX3" fmla="*/ 311196 w 619638"/>
                <a:gd name="connsiteY3" fmla="*/ 1084971 h 1613119"/>
                <a:gd name="connsiteX4" fmla="*/ 619638 w 619638"/>
                <a:gd name="connsiteY4" fmla="*/ 1084971 h 1613119"/>
                <a:gd name="connsiteX5" fmla="*/ 619638 w 619638"/>
                <a:gd name="connsiteY5" fmla="*/ 309818 h 1613119"/>
                <a:gd name="connsiteX6" fmla="*/ 309819 w 619638"/>
                <a:gd name="connsiteY6" fmla="*/ 0 h 1613119"/>
                <a:gd name="connsiteX7" fmla="*/ 1 w 619638"/>
                <a:gd name="connsiteY7" fmla="*/ 309818 h 1613119"/>
                <a:gd name="connsiteX8" fmla="*/ 1 w 619638"/>
                <a:gd name="connsiteY8" fmla="*/ 1393416 h 1613119"/>
                <a:gd name="connsiteX9" fmla="*/ 90744 w 619638"/>
                <a:gd name="connsiteY9" fmla="*/ 1612491 h 1613119"/>
                <a:gd name="connsiteX10" fmla="*/ 91506 w 619638"/>
                <a:gd name="connsiteY10" fmla="*/ 1613119 h 1613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638" h="1613119">
                  <a:moveTo>
                    <a:pt x="91506" y="1613119"/>
                  </a:moveTo>
                  <a:lnTo>
                    <a:pt x="54289" y="1568012"/>
                  </a:lnTo>
                  <a:cubicBezTo>
                    <a:pt x="20883" y="1518565"/>
                    <a:pt x="1377" y="1458955"/>
                    <a:pt x="1377" y="1394790"/>
                  </a:cubicBezTo>
                  <a:cubicBezTo>
                    <a:pt x="1377" y="1223682"/>
                    <a:pt x="140088" y="1084971"/>
                    <a:pt x="311196" y="1084971"/>
                  </a:cubicBezTo>
                  <a:lnTo>
                    <a:pt x="619638" y="1084971"/>
                  </a:lnTo>
                  <a:lnTo>
                    <a:pt x="619638" y="309818"/>
                  </a:lnTo>
                  <a:cubicBezTo>
                    <a:pt x="619637" y="138711"/>
                    <a:pt x="480926" y="0"/>
                    <a:pt x="309819" y="0"/>
                  </a:cubicBezTo>
                  <a:cubicBezTo>
                    <a:pt x="138711" y="0"/>
                    <a:pt x="0" y="138711"/>
                    <a:pt x="1" y="309818"/>
                  </a:cubicBezTo>
                  <a:lnTo>
                    <a:pt x="1" y="1393416"/>
                  </a:lnTo>
                  <a:cubicBezTo>
                    <a:pt x="0" y="1478970"/>
                    <a:pt x="34678" y="1556424"/>
                    <a:pt x="90744" y="1612491"/>
                  </a:cubicBezTo>
                  <a:lnTo>
                    <a:pt x="91506" y="1613119"/>
                  </a:lnTo>
                  <a:close/>
                </a:path>
              </a:pathLst>
            </a:custGeom>
            <a:solidFill>
              <a:srgbClr val="66C0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</p:grp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8DCF80C4-AEC6-F9E5-EE3C-D1BC880BE2A7}"/>
              </a:ext>
            </a:extLst>
          </p:cNvPr>
          <p:cNvSpPr/>
          <p:nvPr userDrawn="1"/>
        </p:nvSpPr>
        <p:spPr>
          <a:xfrm>
            <a:off x="528320" y="284480"/>
            <a:ext cx="1254760" cy="5076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Espace réservé du texte 41">
            <a:extLst>
              <a:ext uri="{FF2B5EF4-FFF2-40B4-BE49-F238E27FC236}">
                <a16:creationId xmlns:a16="http://schemas.microsoft.com/office/drawing/2014/main" id="{1DF3F27F-9E2B-007E-6B17-152BE2AC25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6787484" y="2218046"/>
            <a:ext cx="5404516" cy="1615827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35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 de la partie </a:t>
            </a:r>
            <a:br>
              <a:rPr lang="fr-FR"/>
            </a:br>
            <a:r>
              <a:rPr lang="fr-FR"/>
              <a:t>sur deux lignes </a:t>
            </a:r>
            <a:br>
              <a:rPr lang="fr-FR"/>
            </a:br>
            <a:r>
              <a:rPr lang="fr-FR"/>
              <a:t>de texte ou plus</a:t>
            </a:r>
          </a:p>
        </p:txBody>
      </p:sp>
    </p:spTree>
    <p:extLst>
      <p:ext uri="{BB962C8B-B14F-4D97-AF65-F5344CB8AC3E}">
        <p14:creationId xmlns:p14="http://schemas.microsoft.com/office/powerpoint/2010/main" val="4159210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1 Chapitre Orange">
    <p:bg bwMode="lt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3D61DBB9-EAC8-A330-6DEE-F793CA3EFE12}"/>
              </a:ext>
            </a:extLst>
          </p:cNvPr>
          <p:cNvSpPr/>
          <p:nvPr userDrawn="1"/>
        </p:nvSpPr>
        <p:spPr bwMode="ltGray">
          <a:xfrm>
            <a:off x="0" y="6035040"/>
            <a:ext cx="12191999" cy="822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5" name="Graphique 44">
            <a:extLst>
              <a:ext uri="{FF2B5EF4-FFF2-40B4-BE49-F238E27FC236}">
                <a16:creationId xmlns:a16="http://schemas.microsoft.com/office/drawing/2014/main" id="{1A8CEC01-5395-291C-FE3E-6D6BEC7ED74D}"/>
              </a:ext>
            </a:extLst>
          </p:cNvPr>
          <p:cNvGrpSpPr/>
          <p:nvPr userDrawn="1"/>
        </p:nvGrpSpPr>
        <p:grpSpPr>
          <a:xfrm>
            <a:off x="11259577" y="6260485"/>
            <a:ext cx="300749" cy="346882"/>
            <a:chOff x="3319467" y="228600"/>
            <a:chExt cx="5551926" cy="6403562"/>
          </a:xfrm>
          <a:solidFill>
            <a:schemeClr val="accent1"/>
          </a:solidFill>
        </p:grpSpPr>
        <p:sp>
          <p:nvSpPr>
            <p:cNvPr id="26" name="Forme libre : forme 25">
              <a:extLst>
                <a:ext uri="{FF2B5EF4-FFF2-40B4-BE49-F238E27FC236}">
                  <a16:creationId xmlns:a16="http://schemas.microsoft.com/office/drawing/2014/main" id="{6B8929F6-6444-1560-91FE-AB8CA56B7C10}"/>
                </a:ext>
              </a:extLst>
            </p:cNvPr>
            <p:cNvSpPr/>
            <p:nvPr/>
          </p:nvSpPr>
          <p:spPr>
            <a:xfrm>
              <a:off x="3319467" y="1781949"/>
              <a:ext cx="1254828" cy="3190491"/>
            </a:xfrm>
            <a:custGeom>
              <a:avLst/>
              <a:gdLst>
                <a:gd name="connsiteX0" fmla="*/ 185 w 1254828"/>
                <a:gd name="connsiteY0" fmla="*/ 186391 h 3190491"/>
                <a:gd name="connsiteX1" fmla="*/ 174017 w 1254828"/>
                <a:gd name="connsiteY1" fmla="*/ 178 h 3190491"/>
                <a:gd name="connsiteX2" fmla="*/ 360040 w 1254828"/>
                <a:gd name="connsiteY2" fmla="*/ 169913 h 3190491"/>
                <a:gd name="connsiteX3" fmla="*/ 481198 w 1254828"/>
                <a:gd name="connsiteY3" fmla="*/ 2822340 h 3190491"/>
                <a:gd name="connsiteX4" fmla="*/ 1064509 w 1254828"/>
                <a:gd name="connsiteY4" fmla="*/ 2795670 h 3190491"/>
                <a:gd name="connsiteX5" fmla="*/ 1254628 w 1254828"/>
                <a:gd name="connsiteY5" fmla="*/ 2965310 h 3190491"/>
                <a:gd name="connsiteX6" fmla="*/ 1080987 w 1254828"/>
                <a:gd name="connsiteY6" fmla="*/ 3155525 h 3190491"/>
                <a:gd name="connsiteX7" fmla="*/ 319749 w 1254828"/>
                <a:gd name="connsiteY7" fmla="*/ 3190291 h 3190491"/>
                <a:gd name="connsiteX8" fmla="*/ 129535 w 1254828"/>
                <a:gd name="connsiteY8" fmla="*/ 3016650 h 3190491"/>
                <a:gd name="connsiteX9" fmla="*/ 185 w 1254828"/>
                <a:gd name="connsiteY9" fmla="*/ 186391 h 319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54828" h="3190491">
                  <a:moveTo>
                    <a:pt x="185" y="186391"/>
                  </a:moveTo>
                  <a:cubicBezTo>
                    <a:pt x="-4291" y="89332"/>
                    <a:pt x="72861" y="4845"/>
                    <a:pt x="174017" y="178"/>
                  </a:cubicBezTo>
                  <a:cubicBezTo>
                    <a:pt x="271076" y="-4204"/>
                    <a:pt x="355563" y="72949"/>
                    <a:pt x="360040" y="169913"/>
                  </a:cubicBezTo>
                  <a:lnTo>
                    <a:pt x="481198" y="2822340"/>
                  </a:lnTo>
                  <a:lnTo>
                    <a:pt x="1064509" y="2795670"/>
                  </a:lnTo>
                  <a:cubicBezTo>
                    <a:pt x="1165569" y="2791003"/>
                    <a:pt x="1250151" y="2868251"/>
                    <a:pt x="1254628" y="2965310"/>
                  </a:cubicBezTo>
                  <a:cubicBezTo>
                    <a:pt x="1259295" y="3066371"/>
                    <a:pt x="1182047" y="3150953"/>
                    <a:pt x="1080987" y="3155525"/>
                  </a:cubicBezTo>
                  <a:lnTo>
                    <a:pt x="319749" y="3190291"/>
                  </a:lnTo>
                  <a:cubicBezTo>
                    <a:pt x="218689" y="3194958"/>
                    <a:pt x="134107" y="3117710"/>
                    <a:pt x="129535" y="3016650"/>
                  </a:cubicBezTo>
                  <a:lnTo>
                    <a:pt x="185" y="18639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" name="Forme libre : forme 26">
              <a:extLst>
                <a:ext uri="{FF2B5EF4-FFF2-40B4-BE49-F238E27FC236}">
                  <a16:creationId xmlns:a16="http://schemas.microsoft.com/office/drawing/2014/main" id="{E5683B52-EA38-B696-097F-8D6808DA9645}"/>
                </a:ext>
              </a:extLst>
            </p:cNvPr>
            <p:cNvSpPr/>
            <p:nvPr/>
          </p:nvSpPr>
          <p:spPr>
            <a:xfrm>
              <a:off x="5104446" y="1808321"/>
              <a:ext cx="330708" cy="559212"/>
            </a:xfrm>
            <a:custGeom>
              <a:avLst/>
              <a:gdLst>
                <a:gd name="connsiteX0" fmla="*/ 330708 w 330708"/>
                <a:gd name="connsiteY0" fmla="*/ 391954 h 559212"/>
                <a:gd name="connsiteX1" fmla="*/ 167164 w 330708"/>
                <a:gd name="connsiteY1" fmla="*/ 559213 h 559212"/>
                <a:gd name="connsiteX2" fmla="*/ 0 w 330708"/>
                <a:gd name="connsiteY2" fmla="*/ 391954 h 559212"/>
                <a:gd name="connsiteX3" fmla="*/ 0 w 330708"/>
                <a:gd name="connsiteY3" fmla="*/ 163449 h 559212"/>
                <a:gd name="connsiteX4" fmla="*/ 167164 w 330708"/>
                <a:gd name="connsiteY4" fmla="*/ 0 h 559212"/>
                <a:gd name="connsiteX5" fmla="*/ 330708 w 330708"/>
                <a:gd name="connsiteY5" fmla="*/ 163449 h 559212"/>
                <a:gd name="connsiteX6" fmla="*/ 330708 w 330708"/>
                <a:gd name="connsiteY6" fmla="*/ 391954 h 559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559212">
                  <a:moveTo>
                    <a:pt x="330708" y="391954"/>
                  </a:moveTo>
                  <a:cubicBezTo>
                    <a:pt x="330708" y="484822"/>
                    <a:pt x="256413" y="559213"/>
                    <a:pt x="167164" y="559213"/>
                  </a:cubicBezTo>
                  <a:cubicBezTo>
                    <a:pt x="77915" y="559213"/>
                    <a:pt x="0" y="484918"/>
                    <a:pt x="0" y="391954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3919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" name="Forme libre : forme 27">
              <a:extLst>
                <a:ext uri="{FF2B5EF4-FFF2-40B4-BE49-F238E27FC236}">
                  <a16:creationId xmlns:a16="http://schemas.microsoft.com/office/drawing/2014/main" id="{A169E282-B73E-11AC-97C6-84CDE8496F64}"/>
                </a:ext>
              </a:extLst>
            </p:cNvPr>
            <p:cNvSpPr/>
            <p:nvPr/>
          </p:nvSpPr>
          <p:spPr>
            <a:xfrm>
              <a:off x="5104446" y="2882646"/>
              <a:ext cx="330708" cy="2068734"/>
            </a:xfrm>
            <a:custGeom>
              <a:avLst/>
              <a:gdLst>
                <a:gd name="connsiteX0" fmla="*/ 330708 w 330708"/>
                <a:gd name="connsiteY0" fmla="*/ 1901476 h 2068734"/>
                <a:gd name="connsiteX1" fmla="*/ 167164 w 330708"/>
                <a:gd name="connsiteY1" fmla="*/ 2068735 h 2068734"/>
                <a:gd name="connsiteX2" fmla="*/ 0 w 330708"/>
                <a:gd name="connsiteY2" fmla="*/ 1901476 h 2068734"/>
                <a:gd name="connsiteX3" fmla="*/ 0 w 330708"/>
                <a:gd name="connsiteY3" fmla="*/ 163449 h 2068734"/>
                <a:gd name="connsiteX4" fmla="*/ 167164 w 330708"/>
                <a:gd name="connsiteY4" fmla="*/ 0 h 2068734"/>
                <a:gd name="connsiteX5" fmla="*/ 330708 w 330708"/>
                <a:gd name="connsiteY5" fmla="*/ 163449 h 2068734"/>
                <a:gd name="connsiteX6" fmla="*/ 330708 w 330708"/>
                <a:gd name="connsiteY6" fmla="*/ 1901476 h 206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2068734">
                  <a:moveTo>
                    <a:pt x="330708" y="1901476"/>
                  </a:moveTo>
                  <a:cubicBezTo>
                    <a:pt x="330708" y="1994344"/>
                    <a:pt x="256413" y="2068735"/>
                    <a:pt x="167164" y="2068735"/>
                  </a:cubicBezTo>
                  <a:cubicBezTo>
                    <a:pt x="77915" y="2068735"/>
                    <a:pt x="0" y="1994440"/>
                    <a:pt x="0" y="1901476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190147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9" name="Forme libre : forme 28">
              <a:extLst>
                <a:ext uri="{FF2B5EF4-FFF2-40B4-BE49-F238E27FC236}">
                  <a16:creationId xmlns:a16="http://schemas.microsoft.com/office/drawing/2014/main" id="{7D82BF40-E40F-B5BD-29F5-E598EA27268E}"/>
                </a:ext>
              </a:extLst>
            </p:cNvPr>
            <p:cNvSpPr/>
            <p:nvPr/>
          </p:nvSpPr>
          <p:spPr>
            <a:xfrm>
              <a:off x="6236683" y="2168270"/>
              <a:ext cx="1065561" cy="2788348"/>
            </a:xfrm>
            <a:custGeom>
              <a:avLst/>
              <a:gdLst>
                <a:gd name="connsiteX0" fmla="*/ 321374 w 1065561"/>
                <a:gd name="connsiteY0" fmla="*/ 2625852 h 2788348"/>
                <a:gd name="connsiteX1" fmla="*/ 162496 w 1065561"/>
                <a:gd name="connsiteY1" fmla="*/ 2788349 h 2788348"/>
                <a:gd name="connsiteX2" fmla="*/ 0 w 1065561"/>
                <a:gd name="connsiteY2" fmla="*/ 2625852 h 2788348"/>
                <a:gd name="connsiteX3" fmla="*/ 0 w 1065561"/>
                <a:gd name="connsiteY3" fmla="*/ 158877 h 2788348"/>
                <a:gd name="connsiteX4" fmla="*/ 162496 w 1065561"/>
                <a:gd name="connsiteY4" fmla="*/ 0 h 2788348"/>
                <a:gd name="connsiteX5" fmla="*/ 903065 w 1065561"/>
                <a:gd name="connsiteY5" fmla="*/ 0 h 2788348"/>
                <a:gd name="connsiteX6" fmla="*/ 1065562 w 1065561"/>
                <a:gd name="connsiteY6" fmla="*/ 158877 h 2788348"/>
                <a:gd name="connsiteX7" fmla="*/ 903065 w 1065561"/>
                <a:gd name="connsiteY7" fmla="*/ 321374 h 2788348"/>
                <a:gd name="connsiteX8" fmla="*/ 321374 w 1065561"/>
                <a:gd name="connsiteY8" fmla="*/ 321374 h 2788348"/>
                <a:gd name="connsiteX9" fmla="*/ 321374 w 1065561"/>
                <a:gd name="connsiteY9" fmla="*/ 1216914 h 2788348"/>
                <a:gd name="connsiteX10" fmla="*/ 740569 w 1065561"/>
                <a:gd name="connsiteY10" fmla="*/ 1216914 h 2788348"/>
                <a:gd name="connsiteX11" fmla="*/ 903065 w 1065561"/>
                <a:gd name="connsiteY11" fmla="*/ 1375791 h 2788348"/>
                <a:gd name="connsiteX12" fmla="*/ 740569 w 1065561"/>
                <a:gd name="connsiteY12" fmla="*/ 1538288 h 2788348"/>
                <a:gd name="connsiteX13" fmla="*/ 321374 w 1065561"/>
                <a:gd name="connsiteY13" fmla="*/ 1538288 h 2788348"/>
                <a:gd name="connsiteX14" fmla="*/ 321374 w 1065561"/>
                <a:gd name="connsiteY14" fmla="*/ 2625757 h 278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65561" h="2788348">
                  <a:moveTo>
                    <a:pt x="321374" y="2625852"/>
                  </a:moveTo>
                  <a:cubicBezTo>
                    <a:pt x="321374" y="2716149"/>
                    <a:pt x="249174" y="2788349"/>
                    <a:pt x="162496" y="2788349"/>
                  </a:cubicBezTo>
                  <a:cubicBezTo>
                    <a:pt x="75819" y="2788349"/>
                    <a:pt x="0" y="2716149"/>
                    <a:pt x="0" y="2625852"/>
                  </a:cubicBezTo>
                  <a:lnTo>
                    <a:pt x="0" y="158877"/>
                  </a:lnTo>
                  <a:cubicBezTo>
                    <a:pt x="0" y="72200"/>
                    <a:pt x="72200" y="0"/>
                    <a:pt x="162496" y="0"/>
                  </a:cubicBezTo>
                  <a:lnTo>
                    <a:pt x="903065" y="0"/>
                  </a:lnTo>
                  <a:cubicBezTo>
                    <a:pt x="993362" y="0"/>
                    <a:pt x="1065562" y="72200"/>
                    <a:pt x="1065562" y="158877"/>
                  </a:cubicBezTo>
                  <a:cubicBezTo>
                    <a:pt x="1065562" y="245554"/>
                    <a:pt x="993362" y="321374"/>
                    <a:pt x="903065" y="321374"/>
                  </a:cubicBezTo>
                  <a:lnTo>
                    <a:pt x="321374" y="321374"/>
                  </a:lnTo>
                  <a:lnTo>
                    <a:pt x="321374" y="1216914"/>
                  </a:lnTo>
                  <a:lnTo>
                    <a:pt x="740569" y="1216914"/>
                  </a:lnTo>
                  <a:cubicBezTo>
                    <a:pt x="830866" y="1216914"/>
                    <a:pt x="903065" y="1289114"/>
                    <a:pt x="903065" y="1375791"/>
                  </a:cubicBezTo>
                  <a:cubicBezTo>
                    <a:pt x="903065" y="1462468"/>
                    <a:pt x="830866" y="1538288"/>
                    <a:pt x="740569" y="1538288"/>
                  </a:cubicBezTo>
                  <a:lnTo>
                    <a:pt x="321374" y="1538288"/>
                  </a:lnTo>
                  <a:lnTo>
                    <a:pt x="321374" y="262575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0" name="Forme libre : forme 29">
              <a:extLst>
                <a:ext uri="{FF2B5EF4-FFF2-40B4-BE49-F238E27FC236}">
                  <a16:creationId xmlns:a16="http://schemas.microsoft.com/office/drawing/2014/main" id="{8972F18A-7CD8-DB91-61D9-AC9D8DED6563}"/>
                </a:ext>
              </a:extLst>
            </p:cNvPr>
            <p:cNvSpPr/>
            <p:nvPr/>
          </p:nvSpPr>
          <p:spPr>
            <a:xfrm>
              <a:off x="7800593" y="2168366"/>
              <a:ext cx="1070800" cy="2751391"/>
            </a:xfrm>
            <a:custGeom>
              <a:avLst/>
              <a:gdLst>
                <a:gd name="connsiteX0" fmla="*/ 908400 w 1070800"/>
                <a:gd name="connsiteY0" fmla="*/ 2429923 h 2751391"/>
                <a:gd name="connsiteX1" fmla="*/ 321469 w 1070800"/>
                <a:gd name="connsiteY1" fmla="*/ 2429923 h 2751391"/>
                <a:gd name="connsiteX2" fmla="*/ 321469 w 1070800"/>
                <a:gd name="connsiteY2" fmla="*/ 1522476 h 2751391"/>
                <a:gd name="connsiteX3" fmla="*/ 740664 w 1070800"/>
                <a:gd name="connsiteY3" fmla="*/ 1522476 h 2751391"/>
                <a:gd name="connsiteX4" fmla="*/ 903161 w 1070800"/>
                <a:gd name="connsiteY4" fmla="*/ 1359980 h 2751391"/>
                <a:gd name="connsiteX5" fmla="*/ 740664 w 1070800"/>
                <a:gd name="connsiteY5" fmla="*/ 1201103 h 2751391"/>
                <a:gd name="connsiteX6" fmla="*/ 321469 w 1070800"/>
                <a:gd name="connsiteY6" fmla="*/ 1201103 h 2751391"/>
                <a:gd name="connsiteX7" fmla="*/ 321469 w 1070800"/>
                <a:gd name="connsiteY7" fmla="*/ 321374 h 2751391"/>
                <a:gd name="connsiteX8" fmla="*/ 903161 w 1070800"/>
                <a:gd name="connsiteY8" fmla="*/ 321374 h 2751391"/>
                <a:gd name="connsiteX9" fmla="*/ 1065657 w 1070800"/>
                <a:gd name="connsiteY9" fmla="*/ 158877 h 2751391"/>
                <a:gd name="connsiteX10" fmla="*/ 903161 w 1070800"/>
                <a:gd name="connsiteY10" fmla="*/ 0 h 2751391"/>
                <a:gd name="connsiteX11" fmla="*/ 162496 w 1070800"/>
                <a:gd name="connsiteY11" fmla="*/ 0 h 2751391"/>
                <a:gd name="connsiteX12" fmla="*/ 0 w 1070800"/>
                <a:gd name="connsiteY12" fmla="*/ 158877 h 2751391"/>
                <a:gd name="connsiteX13" fmla="*/ 0 w 1070800"/>
                <a:gd name="connsiteY13" fmla="*/ 2588895 h 2751391"/>
                <a:gd name="connsiteX14" fmla="*/ 162496 w 1070800"/>
                <a:gd name="connsiteY14" fmla="*/ 2751392 h 2751391"/>
                <a:gd name="connsiteX15" fmla="*/ 165068 w 1070800"/>
                <a:gd name="connsiteY15" fmla="*/ 2751296 h 2751391"/>
                <a:gd name="connsiteX16" fmla="*/ 167735 w 1070800"/>
                <a:gd name="connsiteY16" fmla="*/ 2751392 h 2751391"/>
                <a:gd name="connsiteX17" fmla="*/ 908304 w 1070800"/>
                <a:gd name="connsiteY17" fmla="*/ 2751392 h 2751391"/>
                <a:gd name="connsiteX18" fmla="*/ 1070801 w 1070800"/>
                <a:gd name="connsiteY18" fmla="*/ 2592515 h 2751391"/>
                <a:gd name="connsiteX19" fmla="*/ 908304 w 1070800"/>
                <a:gd name="connsiteY19" fmla="*/ 2430018 h 275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70800" h="2751391">
                  <a:moveTo>
                    <a:pt x="908400" y="2429923"/>
                  </a:moveTo>
                  <a:lnTo>
                    <a:pt x="321469" y="2429923"/>
                  </a:lnTo>
                  <a:lnTo>
                    <a:pt x="321469" y="1522476"/>
                  </a:lnTo>
                  <a:lnTo>
                    <a:pt x="740664" y="1522476"/>
                  </a:lnTo>
                  <a:cubicBezTo>
                    <a:pt x="830961" y="1522476"/>
                    <a:pt x="903161" y="1450277"/>
                    <a:pt x="903161" y="1359980"/>
                  </a:cubicBezTo>
                  <a:cubicBezTo>
                    <a:pt x="903161" y="1269683"/>
                    <a:pt x="830961" y="1201103"/>
                    <a:pt x="740664" y="1201103"/>
                  </a:cubicBezTo>
                  <a:lnTo>
                    <a:pt x="321469" y="1201103"/>
                  </a:lnTo>
                  <a:lnTo>
                    <a:pt x="321469" y="321374"/>
                  </a:lnTo>
                  <a:lnTo>
                    <a:pt x="903161" y="321374"/>
                  </a:lnTo>
                  <a:cubicBezTo>
                    <a:pt x="993458" y="321374"/>
                    <a:pt x="1065657" y="249174"/>
                    <a:pt x="1065657" y="158877"/>
                  </a:cubicBezTo>
                  <a:cubicBezTo>
                    <a:pt x="1065657" y="68580"/>
                    <a:pt x="993458" y="0"/>
                    <a:pt x="903161" y="0"/>
                  </a:cubicBezTo>
                  <a:lnTo>
                    <a:pt x="162496" y="0"/>
                  </a:lnTo>
                  <a:cubicBezTo>
                    <a:pt x="72200" y="0"/>
                    <a:pt x="0" y="72200"/>
                    <a:pt x="0" y="158877"/>
                  </a:cubicBezTo>
                  <a:lnTo>
                    <a:pt x="0" y="2588895"/>
                  </a:lnTo>
                  <a:cubicBezTo>
                    <a:pt x="0" y="2679192"/>
                    <a:pt x="72200" y="2751392"/>
                    <a:pt x="162496" y="2751392"/>
                  </a:cubicBezTo>
                  <a:cubicBezTo>
                    <a:pt x="163354" y="2751392"/>
                    <a:pt x="164211" y="2751296"/>
                    <a:pt x="165068" y="2751296"/>
                  </a:cubicBezTo>
                  <a:cubicBezTo>
                    <a:pt x="166021" y="2751296"/>
                    <a:pt x="166878" y="2751392"/>
                    <a:pt x="167735" y="2751392"/>
                  </a:cubicBezTo>
                  <a:lnTo>
                    <a:pt x="908304" y="2751392"/>
                  </a:lnTo>
                  <a:cubicBezTo>
                    <a:pt x="998601" y="2751392"/>
                    <a:pt x="1070801" y="2679192"/>
                    <a:pt x="1070801" y="2592515"/>
                  </a:cubicBezTo>
                  <a:cubicBezTo>
                    <a:pt x="1070801" y="2505837"/>
                    <a:pt x="998601" y="2430018"/>
                    <a:pt x="908304" y="24300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1" name="Forme libre : forme 30">
              <a:extLst>
                <a:ext uri="{FF2B5EF4-FFF2-40B4-BE49-F238E27FC236}">
                  <a16:creationId xmlns:a16="http://schemas.microsoft.com/office/drawing/2014/main" id="{DEDB8E46-09B1-6132-E84E-A5FCF52720F0}"/>
                </a:ext>
              </a:extLst>
            </p:cNvPr>
            <p:cNvSpPr/>
            <p:nvPr/>
          </p:nvSpPr>
          <p:spPr>
            <a:xfrm>
              <a:off x="3605502" y="228600"/>
              <a:ext cx="4960413" cy="1495996"/>
            </a:xfrm>
            <a:custGeom>
              <a:avLst/>
              <a:gdLst>
                <a:gd name="connsiteX0" fmla="*/ 4782117 w 4960413"/>
                <a:gd name="connsiteY0" fmla="*/ 1495997 h 1495996"/>
                <a:gd name="connsiteX1" fmla="*/ 4642195 w 4960413"/>
                <a:gd name="connsiteY1" fmla="*/ 1428464 h 1495996"/>
                <a:gd name="connsiteX2" fmla="*/ 2426965 w 4960413"/>
                <a:gd name="connsiteY2" fmla="*/ 356807 h 1495996"/>
                <a:gd name="connsiteX3" fmla="*/ 311844 w 4960413"/>
                <a:gd name="connsiteY3" fmla="*/ 1309211 h 1495996"/>
                <a:gd name="connsiteX4" fmla="*/ 60098 w 4960413"/>
                <a:gd name="connsiteY4" fmla="*/ 1324451 h 1495996"/>
                <a:gd name="connsiteX5" fmla="*/ 44858 w 4960413"/>
                <a:gd name="connsiteY5" fmla="*/ 1072706 h 1495996"/>
                <a:gd name="connsiteX6" fmla="*/ 2427061 w 4960413"/>
                <a:gd name="connsiteY6" fmla="*/ 0 h 1495996"/>
                <a:gd name="connsiteX7" fmla="*/ 4921849 w 4960413"/>
                <a:gd name="connsiteY7" fmla="*/ 1206818 h 1495996"/>
                <a:gd name="connsiteX8" fmla="*/ 4892798 w 4960413"/>
                <a:gd name="connsiteY8" fmla="*/ 1457420 h 1495996"/>
                <a:gd name="connsiteX9" fmla="*/ 4782117 w 4960413"/>
                <a:gd name="connsiteY9" fmla="*/ 1495997 h 1495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60413" h="1495996">
                  <a:moveTo>
                    <a:pt x="4782117" y="1495997"/>
                  </a:moveTo>
                  <a:cubicBezTo>
                    <a:pt x="4729539" y="1495997"/>
                    <a:pt x="4677437" y="1472851"/>
                    <a:pt x="4642195" y="1428464"/>
                  </a:cubicBezTo>
                  <a:cubicBezTo>
                    <a:pt x="4102413" y="747427"/>
                    <a:pt x="3294979" y="356807"/>
                    <a:pt x="2426965" y="356807"/>
                  </a:cubicBezTo>
                  <a:cubicBezTo>
                    <a:pt x="1618960" y="356807"/>
                    <a:pt x="848006" y="703898"/>
                    <a:pt x="311844" y="1309211"/>
                  </a:cubicBezTo>
                  <a:cubicBezTo>
                    <a:pt x="246502" y="1382935"/>
                    <a:pt x="133822" y="1389698"/>
                    <a:pt x="60098" y="1324451"/>
                  </a:cubicBezTo>
                  <a:cubicBezTo>
                    <a:pt x="-13625" y="1259110"/>
                    <a:pt x="-20483" y="1146429"/>
                    <a:pt x="44858" y="1072706"/>
                  </a:cubicBezTo>
                  <a:cubicBezTo>
                    <a:pt x="648743" y="390906"/>
                    <a:pt x="1517042" y="0"/>
                    <a:pt x="2427061" y="0"/>
                  </a:cubicBezTo>
                  <a:cubicBezTo>
                    <a:pt x="3404612" y="0"/>
                    <a:pt x="4313868" y="439865"/>
                    <a:pt x="4921849" y="1206818"/>
                  </a:cubicBezTo>
                  <a:cubicBezTo>
                    <a:pt x="4982999" y="1283970"/>
                    <a:pt x="4970046" y="1396175"/>
                    <a:pt x="4892798" y="1457420"/>
                  </a:cubicBezTo>
                  <a:cubicBezTo>
                    <a:pt x="4860032" y="1483424"/>
                    <a:pt x="4820979" y="1495997"/>
                    <a:pt x="4782117" y="14959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3" name="Forme libre : forme 32">
              <a:extLst>
                <a:ext uri="{FF2B5EF4-FFF2-40B4-BE49-F238E27FC236}">
                  <a16:creationId xmlns:a16="http://schemas.microsoft.com/office/drawing/2014/main" id="{0137B08C-A71B-2AD5-59E3-02E0CD3114F2}"/>
                </a:ext>
              </a:extLst>
            </p:cNvPr>
            <p:cNvSpPr/>
            <p:nvPr/>
          </p:nvSpPr>
          <p:spPr>
            <a:xfrm>
              <a:off x="3749206" y="5390947"/>
              <a:ext cx="546290" cy="567405"/>
            </a:xfrm>
            <a:custGeom>
              <a:avLst/>
              <a:gdLst>
                <a:gd name="connsiteX0" fmla="*/ 100703 w 546290"/>
                <a:gd name="connsiteY0" fmla="*/ 485502 h 567405"/>
                <a:gd name="connsiteX1" fmla="*/ 881 w 546290"/>
                <a:gd name="connsiteY1" fmla="*/ 299193 h 567405"/>
                <a:gd name="connsiteX2" fmla="*/ 74890 w 546290"/>
                <a:gd name="connsiteY2" fmla="*/ 100501 h 567405"/>
                <a:gd name="connsiteX3" fmla="*/ 260342 w 546290"/>
                <a:gd name="connsiteY3" fmla="*/ 489 h 567405"/>
                <a:gd name="connsiteX4" fmla="*/ 450651 w 546290"/>
                <a:gd name="connsiteY4" fmla="*/ 72402 h 567405"/>
                <a:gd name="connsiteX5" fmla="*/ 545711 w 546290"/>
                <a:gd name="connsiteY5" fmla="*/ 252520 h 567405"/>
                <a:gd name="connsiteX6" fmla="*/ 478083 w 546290"/>
                <a:gd name="connsiteY6" fmla="*/ 437972 h 567405"/>
                <a:gd name="connsiteX7" fmla="*/ 373784 w 546290"/>
                <a:gd name="connsiteY7" fmla="*/ 505408 h 567405"/>
                <a:gd name="connsiteX8" fmla="*/ 278725 w 546290"/>
                <a:gd name="connsiteY8" fmla="*/ 476929 h 567405"/>
                <a:gd name="connsiteX9" fmla="*/ 250721 w 546290"/>
                <a:gd name="connsiteY9" fmla="*/ 393966 h 567405"/>
                <a:gd name="connsiteX10" fmla="*/ 159091 w 546290"/>
                <a:gd name="connsiteY10" fmla="*/ 370439 h 567405"/>
                <a:gd name="connsiteX11" fmla="*/ 122229 w 546290"/>
                <a:gd name="connsiteY11" fmla="*/ 290810 h 567405"/>
                <a:gd name="connsiteX12" fmla="*/ 175188 w 546290"/>
                <a:gd name="connsiteY12" fmla="*/ 181464 h 567405"/>
                <a:gd name="connsiteX13" fmla="*/ 338542 w 546290"/>
                <a:gd name="connsiteY13" fmla="*/ 128219 h 567405"/>
                <a:gd name="connsiteX14" fmla="*/ 375308 w 546290"/>
                <a:gd name="connsiteY14" fmla="*/ 150888 h 567405"/>
                <a:gd name="connsiteX15" fmla="*/ 432268 w 546290"/>
                <a:gd name="connsiteY15" fmla="*/ 236994 h 567405"/>
                <a:gd name="connsiteX16" fmla="*/ 436078 w 546290"/>
                <a:gd name="connsiteY16" fmla="*/ 250805 h 567405"/>
                <a:gd name="connsiteX17" fmla="*/ 423981 w 546290"/>
                <a:gd name="connsiteY17" fmla="*/ 278618 h 567405"/>
                <a:gd name="connsiteX18" fmla="*/ 327683 w 546290"/>
                <a:gd name="connsiteY18" fmla="*/ 386823 h 567405"/>
                <a:gd name="connsiteX19" fmla="*/ 331970 w 546290"/>
                <a:gd name="connsiteY19" fmla="*/ 438448 h 567405"/>
                <a:gd name="connsiteX20" fmla="*/ 378737 w 546290"/>
                <a:gd name="connsiteY20" fmla="*/ 444544 h 567405"/>
                <a:gd name="connsiteX21" fmla="*/ 436268 w 546290"/>
                <a:gd name="connsiteY21" fmla="*/ 400729 h 567405"/>
                <a:gd name="connsiteX22" fmla="*/ 491609 w 546290"/>
                <a:gd name="connsiteY22" fmla="*/ 253091 h 567405"/>
                <a:gd name="connsiteX23" fmla="*/ 416266 w 546290"/>
                <a:gd name="connsiteY23" fmla="*/ 110502 h 567405"/>
                <a:gd name="connsiteX24" fmla="*/ 264914 w 546290"/>
                <a:gd name="connsiteY24" fmla="*/ 53352 h 567405"/>
                <a:gd name="connsiteX25" fmla="*/ 117848 w 546290"/>
                <a:gd name="connsiteY25" fmla="*/ 132695 h 567405"/>
                <a:gd name="connsiteX26" fmla="*/ 56888 w 546290"/>
                <a:gd name="connsiteY26" fmla="*/ 293287 h 567405"/>
                <a:gd name="connsiteX27" fmla="*/ 136612 w 546290"/>
                <a:gd name="connsiteY27" fmla="*/ 446259 h 567405"/>
                <a:gd name="connsiteX28" fmla="*/ 256341 w 546290"/>
                <a:gd name="connsiteY28" fmla="*/ 518172 h 567405"/>
                <a:gd name="connsiteX29" fmla="*/ 269962 w 546290"/>
                <a:gd name="connsiteY29" fmla="*/ 526364 h 567405"/>
                <a:gd name="connsiteX30" fmla="*/ 274153 w 546290"/>
                <a:gd name="connsiteY30" fmla="*/ 540270 h 567405"/>
                <a:gd name="connsiteX31" fmla="*/ 264247 w 546290"/>
                <a:gd name="connsiteY31" fmla="*/ 560177 h 567405"/>
                <a:gd name="connsiteX32" fmla="*/ 238529 w 546290"/>
                <a:gd name="connsiteY32" fmla="*/ 566083 h 567405"/>
                <a:gd name="connsiteX33" fmla="*/ 100798 w 546290"/>
                <a:gd name="connsiteY33" fmla="*/ 485406 h 567405"/>
                <a:gd name="connsiteX34" fmla="*/ 332922 w 546290"/>
                <a:gd name="connsiteY34" fmla="*/ 203752 h 567405"/>
                <a:gd name="connsiteX35" fmla="*/ 287107 w 546290"/>
                <a:gd name="connsiteY35" fmla="*/ 188512 h 567405"/>
                <a:gd name="connsiteX36" fmla="*/ 230433 w 546290"/>
                <a:gd name="connsiteY36" fmla="*/ 225374 h 567405"/>
                <a:gd name="connsiteX37" fmla="*/ 196715 w 546290"/>
                <a:gd name="connsiteY37" fmla="*/ 285095 h 567405"/>
                <a:gd name="connsiteX38" fmla="*/ 209859 w 546290"/>
                <a:gd name="connsiteY38" fmla="*/ 324624 h 567405"/>
                <a:gd name="connsiteX39" fmla="*/ 278249 w 546290"/>
                <a:gd name="connsiteY39" fmla="*/ 339674 h 567405"/>
                <a:gd name="connsiteX40" fmla="*/ 362259 w 546290"/>
                <a:gd name="connsiteY40" fmla="*/ 245281 h 567405"/>
                <a:gd name="connsiteX41" fmla="*/ 333017 w 546290"/>
                <a:gd name="connsiteY41" fmla="*/ 203656 h 567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46290" h="567405">
                  <a:moveTo>
                    <a:pt x="100703" y="485502"/>
                  </a:moveTo>
                  <a:cubicBezTo>
                    <a:pt x="40124" y="431590"/>
                    <a:pt x="6881" y="369582"/>
                    <a:pt x="881" y="299193"/>
                  </a:cubicBezTo>
                  <a:cubicBezTo>
                    <a:pt x="-5120" y="228898"/>
                    <a:pt x="19550" y="162699"/>
                    <a:pt x="74890" y="100501"/>
                  </a:cubicBezTo>
                  <a:cubicBezTo>
                    <a:pt x="130421" y="38112"/>
                    <a:pt x="192238" y="4774"/>
                    <a:pt x="260342" y="489"/>
                  </a:cubicBezTo>
                  <a:cubicBezTo>
                    <a:pt x="328541" y="-3798"/>
                    <a:pt x="391977" y="20110"/>
                    <a:pt x="450651" y="72402"/>
                  </a:cubicBezTo>
                  <a:cubicBezTo>
                    <a:pt x="509420" y="124694"/>
                    <a:pt x="541043" y="184702"/>
                    <a:pt x="545711" y="252520"/>
                  </a:cubicBezTo>
                  <a:cubicBezTo>
                    <a:pt x="550283" y="320338"/>
                    <a:pt x="527804" y="382155"/>
                    <a:pt x="478083" y="437972"/>
                  </a:cubicBezTo>
                  <a:cubicBezTo>
                    <a:pt x="443603" y="476739"/>
                    <a:pt x="408836" y="499218"/>
                    <a:pt x="373784" y="505408"/>
                  </a:cubicBezTo>
                  <a:cubicBezTo>
                    <a:pt x="338732" y="511600"/>
                    <a:pt x="307014" y="502075"/>
                    <a:pt x="278725" y="476929"/>
                  </a:cubicBezTo>
                  <a:cubicBezTo>
                    <a:pt x="250436" y="451783"/>
                    <a:pt x="241101" y="424160"/>
                    <a:pt x="250721" y="393966"/>
                  </a:cubicBezTo>
                  <a:cubicBezTo>
                    <a:pt x="213193" y="399205"/>
                    <a:pt x="182618" y="391394"/>
                    <a:pt x="159091" y="370439"/>
                  </a:cubicBezTo>
                  <a:cubicBezTo>
                    <a:pt x="135564" y="349484"/>
                    <a:pt x="123182" y="322910"/>
                    <a:pt x="122229" y="290810"/>
                  </a:cubicBezTo>
                  <a:cubicBezTo>
                    <a:pt x="121562" y="258330"/>
                    <a:pt x="139184" y="221945"/>
                    <a:pt x="175188" y="181464"/>
                  </a:cubicBezTo>
                  <a:cubicBezTo>
                    <a:pt x="227957" y="122123"/>
                    <a:pt x="282344" y="104406"/>
                    <a:pt x="338542" y="128219"/>
                  </a:cubicBezTo>
                  <a:cubicBezTo>
                    <a:pt x="351972" y="133839"/>
                    <a:pt x="364259" y="141459"/>
                    <a:pt x="375308" y="150888"/>
                  </a:cubicBezTo>
                  <a:cubicBezTo>
                    <a:pt x="401597" y="174225"/>
                    <a:pt x="420552" y="202990"/>
                    <a:pt x="432268" y="236994"/>
                  </a:cubicBezTo>
                  <a:cubicBezTo>
                    <a:pt x="434363" y="242995"/>
                    <a:pt x="435602" y="247662"/>
                    <a:pt x="436078" y="250805"/>
                  </a:cubicBezTo>
                  <a:cubicBezTo>
                    <a:pt x="437126" y="259092"/>
                    <a:pt x="433125" y="268332"/>
                    <a:pt x="423981" y="278618"/>
                  </a:cubicBezTo>
                  <a:lnTo>
                    <a:pt x="327683" y="386823"/>
                  </a:lnTo>
                  <a:cubicBezTo>
                    <a:pt x="311872" y="404634"/>
                    <a:pt x="313301" y="421779"/>
                    <a:pt x="331970" y="438448"/>
                  </a:cubicBezTo>
                  <a:cubicBezTo>
                    <a:pt x="344447" y="449592"/>
                    <a:pt x="360068" y="451593"/>
                    <a:pt x="378737" y="444544"/>
                  </a:cubicBezTo>
                  <a:cubicBezTo>
                    <a:pt x="397406" y="437495"/>
                    <a:pt x="416552" y="422827"/>
                    <a:pt x="436268" y="400729"/>
                  </a:cubicBezTo>
                  <a:cubicBezTo>
                    <a:pt x="476559" y="355390"/>
                    <a:pt x="495038" y="306146"/>
                    <a:pt x="491609" y="253091"/>
                  </a:cubicBezTo>
                  <a:cubicBezTo>
                    <a:pt x="488180" y="200037"/>
                    <a:pt x="463034" y="152507"/>
                    <a:pt x="416266" y="110502"/>
                  </a:cubicBezTo>
                  <a:cubicBezTo>
                    <a:pt x="369498" y="68878"/>
                    <a:pt x="319016" y="49828"/>
                    <a:pt x="264914" y="53352"/>
                  </a:cubicBezTo>
                  <a:cubicBezTo>
                    <a:pt x="210907" y="56686"/>
                    <a:pt x="161948" y="83166"/>
                    <a:pt x="117848" y="132695"/>
                  </a:cubicBezTo>
                  <a:cubicBezTo>
                    <a:pt x="73747" y="182225"/>
                    <a:pt x="53363" y="235756"/>
                    <a:pt x="56888" y="293287"/>
                  </a:cubicBezTo>
                  <a:cubicBezTo>
                    <a:pt x="60317" y="350723"/>
                    <a:pt x="86891" y="401776"/>
                    <a:pt x="136612" y="446259"/>
                  </a:cubicBezTo>
                  <a:cubicBezTo>
                    <a:pt x="174331" y="480168"/>
                    <a:pt x="214241" y="504170"/>
                    <a:pt x="256341" y="518172"/>
                  </a:cubicBezTo>
                  <a:cubicBezTo>
                    <a:pt x="262151" y="520744"/>
                    <a:pt x="266723" y="523506"/>
                    <a:pt x="269962" y="526364"/>
                  </a:cubicBezTo>
                  <a:cubicBezTo>
                    <a:pt x="273200" y="529221"/>
                    <a:pt x="274629" y="533889"/>
                    <a:pt x="274153" y="540270"/>
                  </a:cubicBezTo>
                  <a:cubicBezTo>
                    <a:pt x="273677" y="546652"/>
                    <a:pt x="270343" y="553319"/>
                    <a:pt x="264247" y="560177"/>
                  </a:cubicBezTo>
                  <a:cubicBezTo>
                    <a:pt x="258151" y="567036"/>
                    <a:pt x="249578" y="569035"/>
                    <a:pt x="238529" y="566083"/>
                  </a:cubicBezTo>
                  <a:cubicBezTo>
                    <a:pt x="190523" y="551319"/>
                    <a:pt x="144613" y="524458"/>
                    <a:pt x="100798" y="485406"/>
                  </a:cubicBezTo>
                  <a:moveTo>
                    <a:pt x="332922" y="203752"/>
                  </a:moveTo>
                  <a:cubicBezTo>
                    <a:pt x="319682" y="191941"/>
                    <a:pt x="304442" y="186892"/>
                    <a:pt x="287107" y="188512"/>
                  </a:cubicBezTo>
                  <a:cubicBezTo>
                    <a:pt x="269962" y="189940"/>
                    <a:pt x="251007" y="202228"/>
                    <a:pt x="230433" y="225374"/>
                  </a:cubicBezTo>
                  <a:cubicBezTo>
                    <a:pt x="209764" y="248615"/>
                    <a:pt x="198524" y="268522"/>
                    <a:pt x="196715" y="285095"/>
                  </a:cubicBezTo>
                  <a:cubicBezTo>
                    <a:pt x="194905" y="301764"/>
                    <a:pt x="199286" y="314908"/>
                    <a:pt x="209859" y="324624"/>
                  </a:cubicBezTo>
                  <a:cubicBezTo>
                    <a:pt x="227766" y="340245"/>
                    <a:pt x="250626" y="345293"/>
                    <a:pt x="278249" y="339674"/>
                  </a:cubicBezTo>
                  <a:lnTo>
                    <a:pt x="362259" y="245281"/>
                  </a:lnTo>
                  <a:cubicBezTo>
                    <a:pt x="355973" y="229374"/>
                    <a:pt x="346257" y="215467"/>
                    <a:pt x="333017" y="20365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5" name="Forme libre : forme 34">
              <a:extLst>
                <a:ext uri="{FF2B5EF4-FFF2-40B4-BE49-F238E27FC236}">
                  <a16:creationId xmlns:a16="http://schemas.microsoft.com/office/drawing/2014/main" id="{DEFC68A1-30F4-A5B8-BA7A-6DA936AA3F9D}"/>
                </a:ext>
              </a:extLst>
            </p:cNvPr>
            <p:cNvSpPr/>
            <p:nvPr/>
          </p:nvSpPr>
          <p:spPr>
            <a:xfrm>
              <a:off x="4362046" y="5781046"/>
              <a:ext cx="399278" cy="467401"/>
            </a:xfrm>
            <a:custGeom>
              <a:avLst/>
              <a:gdLst>
                <a:gd name="connsiteX0" fmla="*/ 311680 w 399278"/>
                <a:gd name="connsiteY0" fmla="*/ 47967 h 467401"/>
                <a:gd name="connsiteX1" fmla="*/ 392166 w 399278"/>
                <a:gd name="connsiteY1" fmla="*/ 122548 h 467401"/>
                <a:gd name="connsiteX2" fmla="*/ 379879 w 399278"/>
                <a:gd name="connsiteY2" fmla="*/ 217227 h 467401"/>
                <a:gd name="connsiteX3" fmla="*/ 274342 w 399278"/>
                <a:gd name="connsiteY3" fmla="*/ 274186 h 467401"/>
                <a:gd name="connsiteX4" fmla="*/ 289011 w 399278"/>
                <a:gd name="connsiteY4" fmla="*/ 402773 h 467401"/>
                <a:gd name="connsiteX5" fmla="*/ 209953 w 399278"/>
                <a:gd name="connsiteY5" fmla="*/ 466401 h 467401"/>
                <a:gd name="connsiteX6" fmla="*/ 97177 w 399278"/>
                <a:gd name="connsiteY6" fmla="*/ 436397 h 467401"/>
                <a:gd name="connsiteX7" fmla="*/ 19453 w 399278"/>
                <a:gd name="connsiteY7" fmla="*/ 392963 h 467401"/>
                <a:gd name="connsiteX8" fmla="*/ 2117 w 399278"/>
                <a:gd name="connsiteY8" fmla="*/ 374770 h 467401"/>
                <a:gd name="connsiteX9" fmla="*/ 3546 w 399278"/>
                <a:gd name="connsiteY9" fmla="*/ 352196 h 467401"/>
                <a:gd name="connsiteX10" fmla="*/ 192617 w 399278"/>
                <a:gd name="connsiteY10" fmla="*/ 13677 h 467401"/>
                <a:gd name="connsiteX11" fmla="*/ 211286 w 399278"/>
                <a:gd name="connsiteY11" fmla="*/ 342 h 467401"/>
                <a:gd name="connsiteX12" fmla="*/ 235956 w 399278"/>
                <a:gd name="connsiteY12" fmla="*/ 5581 h 467401"/>
                <a:gd name="connsiteX13" fmla="*/ 311680 w 399278"/>
                <a:gd name="connsiteY13" fmla="*/ 47872 h 467401"/>
                <a:gd name="connsiteX14" fmla="*/ 143373 w 399278"/>
                <a:gd name="connsiteY14" fmla="*/ 242087 h 467401"/>
                <a:gd name="connsiteX15" fmla="*/ 80603 w 399278"/>
                <a:gd name="connsiteY15" fmla="*/ 354482 h 467401"/>
                <a:gd name="connsiteX16" fmla="*/ 130038 w 399278"/>
                <a:gd name="connsiteY16" fmla="*/ 382104 h 467401"/>
                <a:gd name="connsiteX17" fmla="*/ 190046 w 399278"/>
                <a:gd name="connsiteY17" fmla="*/ 398964 h 467401"/>
                <a:gd name="connsiteX18" fmla="*/ 231479 w 399278"/>
                <a:gd name="connsiteY18" fmla="*/ 365435 h 467401"/>
                <a:gd name="connsiteX19" fmla="*/ 239385 w 399278"/>
                <a:gd name="connsiteY19" fmla="*/ 313143 h 467401"/>
                <a:gd name="connsiteX20" fmla="*/ 192236 w 399278"/>
                <a:gd name="connsiteY20" fmla="*/ 269423 h 467401"/>
                <a:gd name="connsiteX21" fmla="*/ 143373 w 399278"/>
                <a:gd name="connsiteY21" fmla="*/ 242087 h 467401"/>
                <a:gd name="connsiteX22" fmla="*/ 235099 w 399278"/>
                <a:gd name="connsiteY22" fmla="*/ 77780 h 467401"/>
                <a:gd name="connsiteX23" fmla="*/ 174330 w 399278"/>
                <a:gd name="connsiteY23" fmla="*/ 186652 h 467401"/>
                <a:gd name="connsiteX24" fmla="*/ 222716 w 399278"/>
                <a:gd name="connsiteY24" fmla="*/ 213702 h 467401"/>
                <a:gd name="connsiteX25" fmla="*/ 276342 w 399278"/>
                <a:gd name="connsiteY25" fmla="*/ 224275 h 467401"/>
                <a:gd name="connsiteX26" fmla="*/ 316538 w 399278"/>
                <a:gd name="connsiteY26" fmla="*/ 190461 h 467401"/>
                <a:gd name="connsiteX27" fmla="*/ 323872 w 399278"/>
                <a:gd name="connsiteY27" fmla="*/ 142455 h 467401"/>
                <a:gd name="connsiteX28" fmla="*/ 281676 w 399278"/>
                <a:gd name="connsiteY28" fmla="*/ 103784 h 467401"/>
                <a:gd name="connsiteX29" fmla="*/ 235194 w 399278"/>
                <a:gd name="connsiteY29" fmla="*/ 77780 h 467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9278" h="467401">
                  <a:moveTo>
                    <a:pt x="311680" y="47967"/>
                  </a:moveTo>
                  <a:cubicBezTo>
                    <a:pt x="352733" y="70923"/>
                    <a:pt x="379593" y="95783"/>
                    <a:pt x="392166" y="122548"/>
                  </a:cubicBezTo>
                  <a:cubicBezTo>
                    <a:pt x="404739" y="149409"/>
                    <a:pt x="400644" y="180936"/>
                    <a:pt x="379879" y="217227"/>
                  </a:cubicBezTo>
                  <a:cubicBezTo>
                    <a:pt x="356733" y="258755"/>
                    <a:pt x="321491" y="277711"/>
                    <a:pt x="274342" y="274186"/>
                  </a:cubicBezTo>
                  <a:cubicBezTo>
                    <a:pt x="312918" y="308285"/>
                    <a:pt x="317871" y="351243"/>
                    <a:pt x="289011" y="402773"/>
                  </a:cubicBezTo>
                  <a:cubicBezTo>
                    <a:pt x="267770" y="440779"/>
                    <a:pt x="241481" y="461924"/>
                    <a:pt x="209953" y="466401"/>
                  </a:cubicBezTo>
                  <a:cubicBezTo>
                    <a:pt x="178520" y="470782"/>
                    <a:pt x="140897" y="460781"/>
                    <a:pt x="97177" y="436397"/>
                  </a:cubicBezTo>
                  <a:lnTo>
                    <a:pt x="19453" y="392963"/>
                  </a:lnTo>
                  <a:cubicBezTo>
                    <a:pt x="11166" y="388296"/>
                    <a:pt x="5356" y="382295"/>
                    <a:pt x="2117" y="374770"/>
                  </a:cubicBezTo>
                  <a:cubicBezTo>
                    <a:pt x="-1121" y="367245"/>
                    <a:pt x="-645" y="359816"/>
                    <a:pt x="3546" y="352196"/>
                  </a:cubicBezTo>
                  <a:lnTo>
                    <a:pt x="192617" y="13677"/>
                  </a:lnTo>
                  <a:cubicBezTo>
                    <a:pt x="196904" y="5962"/>
                    <a:pt x="203190" y="1486"/>
                    <a:pt x="211286" y="342"/>
                  </a:cubicBezTo>
                  <a:cubicBezTo>
                    <a:pt x="219383" y="-801"/>
                    <a:pt x="227574" y="914"/>
                    <a:pt x="235956" y="5581"/>
                  </a:cubicBezTo>
                  <a:lnTo>
                    <a:pt x="311680" y="47872"/>
                  </a:lnTo>
                  <a:close/>
                  <a:moveTo>
                    <a:pt x="143373" y="242087"/>
                  </a:moveTo>
                  <a:lnTo>
                    <a:pt x="80603" y="354482"/>
                  </a:lnTo>
                  <a:lnTo>
                    <a:pt x="130038" y="382104"/>
                  </a:lnTo>
                  <a:cubicBezTo>
                    <a:pt x="153946" y="395439"/>
                    <a:pt x="174044" y="401154"/>
                    <a:pt x="190046" y="398964"/>
                  </a:cubicBezTo>
                  <a:cubicBezTo>
                    <a:pt x="206333" y="396963"/>
                    <a:pt x="220145" y="385724"/>
                    <a:pt x="231479" y="365435"/>
                  </a:cubicBezTo>
                  <a:cubicBezTo>
                    <a:pt x="242719" y="345243"/>
                    <a:pt x="245386" y="327812"/>
                    <a:pt x="239385" y="313143"/>
                  </a:cubicBezTo>
                  <a:cubicBezTo>
                    <a:pt x="233385" y="298475"/>
                    <a:pt x="217668" y="283902"/>
                    <a:pt x="192236" y="269423"/>
                  </a:cubicBezTo>
                  <a:lnTo>
                    <a:pt x="143373" y="242087"/>
                  </a:lnTo>
                  <a:close/>
                  <a:moveTo>
                    <a:pt x="235099" y="77780"/>
                  </a:moveTo>
                  <a:lnTo>
                    <a:pt x="174330" y="186652"/>
                  </a:lnTo>
                  <a:lnTo>
                    <a:pt x="222716" y="213702"/>
                  </a:lnTo>
                  <a:cubicBezTo>
                    <a:pt x="242052" y="224752"/>
                    <a:pt x="259959" y="228276"/>
                    <a:pt x="276342" y="224275"/>
                  </a:cubicBezTo>
                  <a:cubicBezTo>
                    <a:pt x="292725" y="220275"/>
                    <a:pt x="306156" y="209035"/>
                    <a:pt x="316538" y="190461"/>
                  </a:cubicBezTo>
                  <a:cubicBezTo>
                    <a:pt x="326920" y="171887"/>
                    <a:pt x="329301" y="155885"/>
                    <a:pt x="323872" y="142455"/>
                  </a:cubicBezTo>
                  <a:cubicBezTo>
                    <a:pt x="318062" y="129120"/>
                    <a:pt x="303965" y="116262"/>
                    <a:pt x="281676" y="103784"/>
                  </a:cubicBezTo>
                  <a:lnTo>
                    <a:pt x="235194" y="777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6" name="Forme libre : forme 35">
              <a:extLst>
                <a:ext uri="{FF2B5EF4-FFF2-40B4-BE49-F238E27FC236}">
                  <a16:creationId xmlns:a16="http://schemas.microsoft.com/office/drawing/2014/main" id="{563C8306-6FCC-CC67-A9B6-5151C938490E}"/>
                </a:ext>
              </a:extLst>
            </p:cNvPr>
            <p:cNvSpPr/>
            <p:nvPr/>
          </p:nvSpPr>
          <p:spPr>
            <a:xfrm>
              <a:off x="4761394" y="5957067"/>
              <a:ext cx="452211" cy="522723"/>
            </a:xfrm>
            <a:custGeom>
              <a:avLst/>
              <a:gdLst>
                <a:gd name="connsiteX0" fmla="*/ 2344 w 452211"/>
                <a:gd name="connsiteY0" fmla="*/ 389440 h 522723"/>
                <a:gd name="connsiteX1" fmla="*/ 140551 w 452211"/>
                <a:gd name="connsiteY1" fmla="*/ 17679 h 522723"/>
                <a:gd name="connsiteX2" fmla="*/ 183604 w 452211"/>
                <a:gd name="connsiteY2" fmla="*/ 3963 h 522723"/>
                <a:gd name="connsiteX3" fmla="*/ 212846 w 452211"/>
                <a:gd name="connsiteY3" fmla="*/ 28347 h 522723"/>
                <a:gd name="connsiteX4" fmla="*/ 216561 w 452211"/>
                <a:gd name="connsiteY4" fmla="*/ 45873 h 522723"/>
                <a:gd name="connsiteX5" fmla="*/ 283712 w 452211"/>
                <a:gd name="connsiteY5" fmla="*/ 384487 h 522723"/>
                <a:gd name="connsiteX6" fmla="*/ 386106 w 452211"/>
                <a:gd name="connsiteY6" fmla="*/ 109024 h 522723"/>
                <a:gd name="connsiteX7" fmla="*/ 402298 w 452211"/>
                <a:gd name="connsiteY7" fmla="*/ 92546 h 522723"/>
                <a:gd name="connsiteX8" fmla="*/ 427730 w 452211"/>
                <a:gd name="connsiteY8" fmla="*/ 94736 h 522723"/>
                <a:gd name="connsiteX9" fmla="*/ 448590 w 452211"/>
                <a:gd name="connsiteY9" fmla="*/ 110071 h 522723"/>
                <a:gd name="connsiteX10" fmla="*/ 450209 w 452211"/>
                <a:gd name="connsiteY10" fmla="*/ 132836 h 522723"/>
                <a:gd name="connsiteX11" fmla="*/ 312001 w 452211"/>
                <a:gd name="connsiteY11" fmla="*/ 504693 h 522723"/>
                <a:gd name="connsiteX12" fmla="*/ 271044 w 452211"/>
                <a:gd name="connsiteY12" fmla="*/ 519170 h 522723"/>
                <a:gd name="connsiteX13" fmla="*/ 249517 w 452211"/>
                <a:gd name="connsiteY13" fmla="*/ 505835 h 522723"/>
                <a:gd name="connsiteX14" fmla="*/ 239611 w 452211"/>
                <a:gd name="connsiteY14" fmla="*/ 491548 h 522723"/>
                <a:gd name="connsiteX15" fmla="*/ 235135 w 452211"/>
                <a:gd name="connsiteY15" fmla="*/ 473355 h 522723"/>
                <a:gd name="connsiteX16" fmla="*/ 168555 w 452211"/>
                <a:gd name="connsiteY16" fmla="*/ 138361 h 522723"/>
                <a:gd name="connsiteX17" fmla="*/ 66352 w 452211"/>
                <a:gd name="connsiteY17" fmla="*/ 413348 h 522723"/>
                <a:gd name="connsiteX18" fmla="*/ 50445 w 452211"/>
                <a:gd name="connsiteY18" fmla="*/ 429921 h 522723"/>
                <a:gd name="connsiteX19" fmla="*/ 24727 w 452211"/>
                <a:gd name="connsiteY19" fmla="*/ 427635 h 522723"/>
                <a:gd name="connsiteX20" fmla="*/ 2248 w 452211"/>
                <a:gd name="connsiteY20" fmla="*/ 389535 h 52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52211" h="522723">
                  <a:moveTo>
                    <a:pt x="2344" y="389440"/>
                  </a:moveTo>
                  <a:lnTo>
                    <a:pt x="140551" y="17679"/>
                  </a:lnTo>
                  <a:cubicBezTo>
                    <a:pt x="147028" y="248"/>
                    <a:pt x="161411" y="-4229"/>
                    <a:pt x="183604" y="3963"/>
                  </a:cubicBezTo>
                  <a:cubicBezTo>
                    <a:pt x="200273" y="10154"/>
                    <a:pt x="209989" y="18346"/>
                    <a:pt x="212846" y="28347"/>
                  </a:cubicBezTo>
                  <a:cubicBezTo>
                    <a:pt x="213989" y="31871"/>
                    <a:pt x="215227" y="37681"/>
                    <a:pt x="216561" y="45873"/>
                  </a:cubicBezTo>
                  <a:lnTo>
                    <a:pt x="283712" y="384487"/>
                  </a:lnTo>
                  <a:lnTo>
                    <a:pt x="386106" y="109024"/>
                  </a:lnTo>
                  <a:cubicBezTo>
                    <a:pt x="389440" y="100165"/>
                    <a:pt x="394774" y="94641"/>
                    <a:pt x="402298" y="92546"/>
                  </a:cubicBezTo>
                  <a:cubicBezTo>
                    <a:pt x="409823" y="90545"/>
                    <a:pt x="418205" y="91212"/>
                    <a:pt x="427730" y="94736"/>
                  </a:cubicBezTo>
                  <a:cubicBezTo>
                    <a:pt x="437160" y="98260"/>
                    <a:pt x="444113" y="103404"/>
                    <a:pt x="448590" y="110071"/>
                  </a:cubicBezTo>
                  <a:cubicBezTo>
                    <a:pt x="452781" y="116739"/>
                    <a:pt x="453352" y="124264"/>
                    <a:pt x="450209" y="132836"/>
                  </a:cubicBezTo>
                  <a:lnTo>
                    <a:pt x="312001" y="504693"/>
                  </a:lnTo>
                  <a:cubicBezTo>
                    <a:pt x="305524" y="522028"/>
                    <a:pt x="291904" y="526885"/>
                    <a:pt x="271044" y="519170"/>
                  </a:cubicBezTo>
                  <a:cubicBezTo>
                    <a:pt x="261900" y="515741"/>
                    <a:pt x="254756" y="511360"/>
                    <a:pt x="249517" y="505835"/>
                  </a:cubicBezTo>
                  <a:cubicBezTo>
                    <a:pt x="244279" y="500406"/>
                    <a:pt x="240945" y="495644"/>
                    <a:pt x="239611" y="491548"/>
                  </a:cubicBezTo>
                  <a:cubicBezTo>
                    <a:pt x="238278" y="487547"/>
                    <a:pt x="236754" y="481452"/>
                    <a:pt x="235135" y="473355"/>
                  </a:cubicBezTo>
                  <a:lnTo>
                    <a:pt x="168555" y="138361"/>
                  </a:lnTo>
                  <a:lnTo>
                    <a:pt x="66352" y="413348"/>
                  </a:lnTo>
                  <a:cubicBezTo>
                    <a:pt x="63304" y="422110"/>
                    <a:pt x="58065" y="427635"/>
                    <a:pt x="50445" y="429921"/>
                  </a:cubicBezTo>
                  <a:cubicBezTo>
                    <a:pt x="42920" y="432207"/>
                    <a:pt x="34348" y="431445"/>
                    <a:pt x="24727" y="427635"/>
                  </a:cubicBezTo>
                  <a:cubicBezTo>
                    <a:pt x="3296" y="419634"/>
                    <a:pt x="-4229" y="406966"/>
                    <a:pt x="2248" y="3895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7" name="Forme libre : forme 36">
              <a:extLst>
                <a:ext uri="{FF2B5EF4-FFF2-40B4-BE49-F238E27FC236}">
                  <a16:creationId xmlns:a16="http://schemas.microsoft.com/office/drawing/2014/main" id="{36EB2B6F-AE31-A977-0A34-114147372479}"/>
                </a:ext>
              </a:extLst>
            </p:cNvPr>
            <p:cNvSpPr/>
            <p:nvPr/>
          </p:nvSpPr>
          <p:spPr>
            <a:xfrm>
              <a:off x="5262000" y="6106780"/>
              <a:ext cx="330188" cy="441242"/>
            </a:xfrm>
            <a:custGeom>
              <a:avLst/>
              <a:gdLst>
                <a:gd name="connsiteX0" fmla="*/ 79905 w 330188"/>
                <a:gd name="connsiteY0" fmla="*/ 21794 h 441242"/>
                <a:gd name="connsiteX1" fmla="*/ 93525 w 330188"/>
                <a:gd name="connsiteY1" fmla="*/ 3126 h 441242"/>
                <a:gd name="connsiteX2" fmla="*/ 119148 w 330188"/>
                <a:gd name="connsiteY2" fmla="*/ 1125 h 441242"/>
                <a:gd name="connsiteX3" fmla="*/ 202015 w 330188"/>
                <a:gd name="connsiteY3" fmla="*/ 18270 h 441242"/>
                <a:gd name="connsiteX4" fmla="*/ 312029 w 330188"/>
                <a:gd name="connsiteY4" fmla="*/ 73134 h 441242"/>
                <a:gd name="connsiteX5" fmla="*/ 324411 w 330188"/>
                <a:gd name="connsiteY5" fmla="*/ 189149 h 441242"/>
                <a:gd name="connsiteX6" fmla="*/ 260022 w 330188"/>
                <a:gd name="connsiteY6" fmla="*/ 293733 h 441242"/>
                <a:gd name="connsiteX7" fmla="*/ 142198 w 330188"/>
                <a:gd name="connsiteY7" fmla="*/ 306401 h 441242"/>
                <a:gd name="connsiteX8" fmla="*/ 93144 w 330188"/>
                <a:gd name="connsiteY8" fmla="*/ 296305 h 441242"/>
                <a:gd name="connsiteX9" fmla="*/ 67522 w 330188"/>
                <a:gd name="connsiteY9" fmla="*/ 420416 h 441242"/>
                <a:gd name="connsiteX10" fmla="*/ 53997 w 330188"/>
                <a:gd name="connsiteY10" fmla="*/ 438513 h 441242"/>
                <a:gd name="connsiteX11" fmla="*/ 28755 w 330188"/>
                <a:gd name="connsiteY11" fmla="*/ 440037 h 441242"/>
                <a:gd name="connsiteX12" fmla="*/ 5895 w 330188"/>
                <a:gd name="connsiteY12" fmla="*/ 428417 h 441242"/>
                <a:gd name="connsiteX13" fmla="*/ 752 w 330188"/>
                <a:gd name="connsiteY13" fmla="*/ 405842 h 441242"/>
                <a:gd name="connsiteX14" fmla="*/ 79905 w 330188"/>
                <a:gd name="connsiteY14" fmla="*/ 21890 h 441242"/>
                <a:gd name="connsiteX15" fmla="*/ 139722 w 330188"/>
                <a:gd name="connsiteY15" fmla="*/ 70182 h 441242"/>
                <a:gd name="connsiteX16" fmla="*/ 106384 w 330188"/>
                <a:gd name="connsiteY16" fmla="*/ 231726 h 441242"/>
                <a:gd name="connsiteX17" fmla="*/ 149151 w 330188"/>
                <a:gd name="connsiteY17" fmla="*/ 244965 h 441242"/>
                <a:gd name="connsiteX18" fmla="*/ 219922 w 330188"/>
                <a:gd name="connsiteY18" fmla="*/ 240298 h 441242"/>
                <a:gd name="connsiteX19" fmla="*/ 256308 w 330188"/>
                <a:gd name="connsiteY19" fmla="*/ 180195 h 441242"/>
                <a:gd name="connsiteX20" fmla="*/ 250116 w 330188"/>
                <a:gd name="connsiteY20" fmla="*/ 111901 h 441242"/>
                <a:gd name="connsiteX21" fmla="*/ 189347 w 330188"/>
                <a:gd name="connsiteY21" fmla="*/ 80373 h 441242"/>
                <a:gd name="connsiteX22" fmla="*/ 139626 w 330188"/>
                <a:gd name="connsiteY22" fmla="*/ 70086 h 441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0188" h="441242">
                  <a:moveTo>
                    <a:pt x="79905" y="21794"/>
                  </a:moveTo>
                  <a:cubicBezTo>
                    <a:pt x="81810" y="12651"/>
                    <a:pt x="86286" y="6459"/>
                    <a:pt x="93525" y="3126"/>
                  </a:cubicBezTo>
                  <a:cubicBezTo>
                    <a:pt x="100764" y="-208"/>
                    <a:pt x="109242" y="-875"/>
                    <a:pt x="119148" y="1125"/>
                  </a:cubicBezTo>
                  <a:lnTo>
                    <a:pt x="202015" y="18270"/>
                  </a:lnTo>
                  <a:cubicBezTo>
                    <a:pt x="256403" y="29510"/>
                    <a:pt x="293074" y="47798"/>
                    <a:pt x="312029" y="73134"/>
                  </a:cubicBezTo>
                  <a:cubicBezTo>
                    <a:pt x="330984" y="98470"/>
                    <a:pt x="335079" y="137237"/>
                    <a:pt x="324411" y="189149"/>
                  </a:cubicBezTo>
                  <a:cubicBezTo>
                    <a:pt x="313743" y="240869"/>
                    <a:pt x="292312" y="275731"/>
                    <a:pt x="260022" y="293733"/>
                  </a:cubicBezTo>
                  <a:cubicBezTo>
                    <a:pt x="227733" y="311735"/>
                    <a:pt x="188585" y="315926"/>
                    <a:pt x="142198" y="306401"/>
                  </a:cubicBezTo>
                  <a:cubicBezTo>
                    <a:pt x="122767" y="302401"/>
                    <a:pt x="106384" y="299068"/>
                    <a:pt x="93144" y="296305"/>
                  </a:cubicBezTo>
                  <a:lnTo>
                    <a:pt x="67522" y="420416"/>
                  </a:lnTo>
                  <a:cubicBezTo>
                    <a:pt x="65522" y="429179"/>
                    <a:pt x="61045" y="435275"/>
                    <a:pt x="53997" y="438513"/>
                  </a:cubicBezTo>
                  <a:cubicBezTo>
                    <a:pt x="47043" y="441561"/>
                    <a:pt x="38661" y="442037"/>
                    <a:pt x="28755" y="440037"/>
                  </a:cubicBezTo>
                  <a:cubicBezTo>
                    <a:pt x="18849" y="437942"/>
                    <a:pt x="11229" y="434132"/>
                    <a:pt x="5895" y="428417"/>
                  </a:cubicBezTo>
                  <a:cubicBezTo>
                    <a:pt x="561" y="422607"/>
                    <a:pt x="-1153" y="415177"/>
                    <a:pt x="752" y="405842"/>
                  </a:cubicBezTo>
                  <a:lnTo>
                    <a:pt x="79905" y="21890"/>
                  </a:lnTo>
                  <a:close/>
                  <a:moveTo>
                    <a:pt x="139722" y="70182"/>
                  </a:moveTo>
                  <a:lnTo>
                    <a:pt x="106384" y="231726"/>
                  </a:lnTo>
                  <a:cubicBezTo>
                    <a:pt x="120386" y="237536"/>
                    <a:pt x="134578" y="242012"/>
                    <a:pt x="149151" y="244965"/>
                  </a:cubicBezTo>
                  <a:cubicBezTo>
                    <a:pt x="178393" y="250966"/>
                    <a:pt x="202015" y="249442"/>
                    <a:pt x="219922" y="240298"/>
                  </a:cubicBezTo>
                  <a:cubicBezTo>
                    <a:pt x="237829" y="231154"/>
                    <a:pt x="249926" y="211151"/>
                    <a:pt x="256308" y="180195"/>
                  </a:cubicBezTo>
                  <a:cubicBezTo>
                    <a:pt x="262689" y="149239"/>
                    <a:pt x="260594" y="126474"/>
                    <a:pt x="250116" y="111901"/>
                  </a:cubicBezTo>
                  <a:cubicBezTo>
                    <a:pt x="239639" y="97328"/>
                    <a:pt x="219351" y="86850"/>
                    <a:pt x="189347" y="80373"/>
                  </a:cubicBezTo>
                  <a:lnTo>
                    <a:pt x="139626" y="700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8" name="Forme libre : forme 37">
              <a:extLst>
                <a:ext uri="{FF2B5EF4-FFF2-40B4-BE49-F238E27FC236}">
                  <a16:creationId xmlns:a16="http://schemas.microsoft.com/office/drawing/2014/main" id="{CBA32D01-184C-4042-47ED-1F4673FBAD46}"/>
                </a:ext>
              </a:extLst>
            </p:cNvPr>
            <p:cNvSpPr/>
            <p:nvPr/>
          </p:nvSpPr>
          <p:spPr>
            <a:xfrm>
              <a:off x="5935503" y="6183328"/>
              <a:ext cx="274236" cy="448833"/>
            </a:xfrm>
            <a:custGeom>
              <a:avLst/>
              <a:gdLst>
                <a:gd name="connsiteX0" fmla="*/ 0 w 274236"/>
                <a:gd name="connsiteY0" fmla="*/ 29258 h 448833"/>
                <a:gd name="connsiteX1" fmla="*/ 9430 w 274236"/>
                <a:gd name="connsiteY1" fmla="*/ 8113 h 448833"/>
                <a:gd name="connsiteX2" fmla="*/ 34100 w 274236"/>
                <a:gd name="connsiteY2" fmla="*/ 778 h 448833"/>
                <a:gd name="connsiteX3" fmla="*/ 118681 w 274236"/>
                <a:gd name="connsiteY3" fmla="*/ 16 h 448833"/>
                <a:gd name="connsiteX4" fmla="*/ 237744 w 274236"/>
                <a:gd name="connsiteY4" fmla="*/ 30591 h 448833"/>
                <a:gd name="connsiteX5" fmla="*/ 274225 w 274236"/>
                <a:gd name="connsiteY5" fmla="*/ 141367 h 448833"/>
                <a:gd name="connsiteX6" fmla="*/ 233267 w 274236"/>
                <a:gd name="connsiteY6" fmla="*/ 257096 h 448833"/>
                <a:gd name="connsiteX7" fmla="*/ 120777 w 274236"/>
                <a:gd name="connsiteY7" fmla="*/ 294243 h 448833"/>
                <a:gd name="connsiteX8" fmla="*/ 70676 w 274236"/>
                <a:gd name="connsiteY8" fmla="*/ 294719 h 448833"/>
                <a:gd name="connsiteX9" fmla="*/ 71819 w 274236"/>
                <a:gd name="connsiteY9" fmla="*/ 421497 h 448833"/>
                <a:gd name="connsiteX10" fmla="*/ 62389 w 274236"/>
                <a:gd name="connsiteY10" fmla="*/ 441976 h 448833"/>
                <a:gd name="connsiteX11" fmla="*/ 38005 w 274236"/>
                <a:gd name="connsiteY11" fmla="*/ 448834 h 448833"/>
                <a:gd name="connsiteX12" fmla="*/ 13240 w 274236"/>
                <a:gd name="connsiteY12" fmla="*/ 442262 h 448833"/>
                <a:gd name="connsiteX13" fmla="*/ 3429 w 274236"/>
                <a:gd name="connsiteY13" fmla="*/ 421307 h 448833"/>
                <a:gd name="connsiteX14" fmla="*/ 95 w 274236"/>
                <a:gd name="connsiteY14" fmla="*/ 29258 h 448833"/>
                <a:gd name="connsiteX15" fmla="*/ 68675 w 274236"/>
                <a:gd name="connsiteY15" fmla="*/ 63929 h 448833"/>
                <a:gd name="connsiteX16" fmla="*/ 70104 w 274236"/>
                <a:gd name="connsiteY16" fmla="*/ 228902 h 448833"/>
                <a:gd name="connsiteX17" fmla="*/ 114681 w 274236"/>
                <a:gd name="connsiteY17" fmla="*/ 232902 h 448833"/>
                <a:gd name="connsiteX18" fmla="*/ 182880 w 274236"/>
                <a:gd name="connsiteY18" fmla="*/ 213472 h 448833"/>
                <a:gd name="connsiteX19" fmla="*/ 205835 w 274236"/>
                <a:gd name="connsiteY19" fmla="*/ 147082 h 448833"/>
                <a:gd name="connsiteX20" fmla="*/ 185452 w 274236"/>
                <a:gd name="connsiteY20" fmla="*/ 81645 h 448833"/>
                <a:gd name="connsiteX21" fmla="*/ 119444 w 274236"/>
                <a:gd name="connsiteY21" fmla="*/ 63643 h 448833"/>
                <a:gd name="connsiteX22" fmla="*/ 68675 w 274236"/>
                <a:gd name="connsiteY22" fmla="*/ 64024 h 448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74236" h="448833">
                  <a:moveTo>
                    <a:pt x="0" y="29258"/>
                  </a:moveTo>
                  <a:cubicBezTo>
                    <a:pt x="0" y="19923"/>
                    <a:pt x="3048" y="12970"/>
                    <a:pt x="9430" y="8113"/>
                  </a:cubicBezTo>
                  <a:cubicBezTo>
                    <a:pt x="15812" y="3255"/>
                    <a:pt x="24003" y="873"/>
                    <a:pt x="34100" y="778"/>
                  </a:cubicBezTo>
                  <a:lnTo>
                    <a:pt x="118681" y="16"/>
                  </a:lnTo>
                  <a:cubicBezTo>
                    <a:pt x="174212" y="-460"/>
                    <a:pt x="213931" y="9732"/>
                    <a:pt x="237744" y="30591"/>
                  </a:cubicBezTo>
                  <a:cubicBezTo>
                    <a:pt x="261556" y="51451"/>
                    <a:pt x="273749" y="88313"/>
                    <a:pt x="274225" y="141367"/>
                  </a:cubicBezTo>
                  <a:cubicBezTo>
                    <a:pt x="274701" y="194231"/>
                    <a:pt x="260985" y="232807"/>
                    <a:pt x="233267" y="257096"/>
                  </a:cubicBezTo>
                  <a:cubicBezTo>
                    <a:pt x="205550" y="281480"/>
                    <a:pt x="168021" y="293863"/>
                    <a:pt x="120777" y="294243"/>
                  </a:cubicBezTo>
                  <a:cubicBezTo>
                    <a:pt x="100965" y="294434"/>
                    <a:pt x="84296" y="294529"/>
                    <a:pt x="70676" y="294719"/>
                  </a:cubicBezTo>
                  <a:lnTo>
                    <a:pt x="71819" y="421497"/>
                  </a:lnTo>
                  <a:cubicBezTo>
                    <a:pt x="71628" y="430451"/>
                    <a:pt x="68580" y="437309"/>
                    <a:pt x="62389" y="441976"/>
                  </a:cubicBezTo>
                  <a:cubicBezTo>
                    <a:pt x="56197" y="446453"/>
                    <a:pt x="48101" y="448739"/>
                    <a:pt x="38005" y="448834"/>
                  </a:cubicBezTo>
                  <a:cubicBezTo>
                    <a:pt x="27908" y="448834"/>
                    <a:pt x="19621" y="446739"/>
                    <a:pt x="13240" y="442262"/>
                  </a:cubicBezTo>
                  <a:cubicBezTo>
                    <a:pt x="6858" y="437785"/>
                    <a:pt x="3524" y="430832"/>
                    <a:pt x="3429" y="421307"/>
                  </a:cubicBezTo>
                  <a:lnTo>
                    <a:pt x="95" y="29258"/>
                  </a:lnTo>
                  <a:close/>
                  <a:moveTo>
                    <a:pt x="68675" y="63929"/>
                  </a:moveTo>
                  <a:lnTo>
                    <a:pt x="70104" y="228902"/>
                  </a:lnTo>
                  <a:cubicBezTo>
                    <a:pt x="84963" y="231664"/>
                    <a:pt x="99822" y="232998"/>
                    <a:pt x="114681" y="232902"/>
                  </a:cubicBezTo>
                  <a:cubicBezTo>
                    <a:pt x="144589" y="232617"/>
                    <a:pt x="167354" y="226139"/>
                    <a:pt x="182880" y="213472"/>
                  </a:cubicBezTo>
                  <a:cubicBezTo>
                    <a:pt x="198406" y="200708"/>
                    <a:pt x="206121" y="178610"/>
                    <a:pt x="205835" y="147082"/>
                  </a:cubicBezTo>
                  <a:cubicBezTo>
                    <a:pt x="205550" y="115554"/>
                    <a:pt x="198787" y="93742"/>
                    <a:pt x="185452" y="81645"/>
                  </a:cubicBezTo>
                  <a:cubicBezTo>
                    <a:pt x="172117" y="69644"/>
                    <a:pt x="150114" y="63643"/>
                    <a:pt x="119444" y="63643"/>
                  </a:cubicBezTo>
                  <a:lnTo>
                    <a:pt x="68675" y="6402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9" name="Forme libre : forme 38">
              <a:extLst>
                <a:ext uri="{FF2B5EF4-FFF2-40B4-BE49-F238E27FC236}">
                  <a16:creationId xmlns:a16="http://schemas.microsoft.com/office/drawing/2014/main" id="{6DC2B282-603C-9117-C449-4E02ABFD1CF7}"/>
                </a:ext>
              </a:extLst>
            </p:cNvPr>
            <p:cNvSpPr/>
            <p:nvPr/>
          </p:nvSpPr>
          <p:spPr>
            <a:xfrm>
              <a:off x="6296609" y="6156289"/>
              <a:ext cx="335474" cy="465516"/>
            </a:xfrm>
            <a:custGeom>
              <a:avLst/>
              <a:gdLst>
                <a:gd name="connsiteX0" fmla="*/ 653 w 335474"/>
                <a:gd name="connsiteY0" fmla="*/ 447488 h 465516"/>
                <a:gd name="connsiteX1" fmla="*/ 367 w 335474"/>
                <a:gd name="connsiteY1" fmla="*/ 435677 h 465516"/>
                <a:gd name="connsiteX2" fmla="*/ 66661 w 335474"/>
                <a:gd name="connsiteY2" fmla="*/ 34579 h 465516"/>
                <a:gd name="connsiteX3" fmla="*/ 97237 w 335474"/>
                <a:gd name="connsiteY3" fmla="*/ 4194 h 465516"/>
                <a:gd name="connsiteX4" fmla="*/ 125812 w 335474"/>
                <a:gd name="connsiteY4" fmla="*/ 384 h 465516"/>
                <a:gd name="connsiteX5" fmla="*/ 163150 w 335474"/>
                <a:gd name="connsiteY5" fmla="*/ 24292 h 465516"/>
                <a:gd name="connsiteX6" fmla="*/ 331837 w 335474"/>
                <a:gd name="connsiteY6" fmla="*/ 391767 h 465516"/>
                <a:gd name="connsiteX7" fmla="*/ 335362 w 335474"/>
                <a:gd name="connsiteY7" fmla="*/ 404149 h 465516"/>
                <a:gd name="connsiteX8" fmla="*/ 328599 w 335474"/>
                <a:gd name="connsiteY8" fmla="*/ 418627 h 465516"/>
                <a:gd name="connsiteX9" fmla="*/ 306120 w 335474"/>
                <a:gd name="connsiteY9" fmla="*/ 428247 h 465516"/>
                <a:gd name="connsiteX10" fmla="*/ 263353 w 335474"/>
                <a:gd name="connsiteY10" fmla="*/ 406054 h 465516"/>
                <a:gd name="connsiteX11" fmla="*/ 228872 w 335474"/>
                <a:gd name="connsiteY11" fmla="*/ 328711 h 465516"/>
                <a:gd name="connsiteX12" fmla="*/ 73996 w 335474"/>
                <a:gd name="connsiteY12" fmla="*/ 349571 h 465516"/>
                <a:gd name="connsiteX13" fmla="*/ 61899 w 335474"/>
                <a:gd name="connsiteY13" fmla="*/ 430057 h 465516"/>
                <a:gd name="connsiteX14" fmla="*/ 53612 w 335474"/>
                <a:gd name="connsiteY14" fmla="*/ 455298 h 465516"/>
                <a:gd name="connsiteX15" fmla="*/ 32657 w 335474"/>
                <a:gd name="connsiteY15" fmla="*/ 465014 h 465516"/>
                <a:gd name="connsiteX16" fmla="*/ 10083 w 335474"/>
                <a:gd name="connsiteY16" fmla="*/ 461204 h 465516"/>
                <a:gd name="connsiteX17" fmla="*/ 749 w 335474"/>
                <a:gd name="connsiteY17" fmla="*/ 447488 h 465516"/>
                <a:gd name="connsiteX18" fmla="*/ 115525 w 335474"/>
                <a:gd name="connsiteY18" fmla="*/ 74394 h 465516"/>
                <a:gd name="connsiteX19" fmla="*/ 83616 w 335474"/>
                <a:gd name="connsiteY19" fmla="*/ 286134 h 465516"/>
                <a:gd name="connsiteX20" fmla="*/ 202774 w 335474"/>
                <a:gd name="connsiteY20" fmla="*/ 270037 h 465516"/>
                <a:gd name="connsiteX21" fmla="*/ 115429 w 335474"/>
                <a:gd name="connsiteY21" fmla="*/ 74394 h 4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35474" h="465516">
                  <a:moveTo>
                    <a:pt x="653" y="447488"/>
                  </a:moveTo>
                  <a:cubicBezTo>
                    <a:pt x="-109" y="441963"/>
                    <a:pt x="-204" y="438058"/>
                    <a:pt x="367" y="435677"/>
                  </a:cubicBezTo>
                  <a:lnTo>
                    <a:pt x="66661" y="34579"/>
                  </a:lnTo>
                  <a:cubicBezTo>
                    <a:pt x="69233" y="16672"/>
                    <a:pt x="79425" y="6576"/>
                    <a:pt x="97237" y="4194"/>
                  </a:cubicBezTo>
                  <a:lnTo>
                    <a:pt x="125812" y="384"/>
                  </a:lnTo>
                  <a:cubicBezTo>
                    <a:pt x="142861" y="-1902"/>
                    <a:pt x="155339" y="6004"/>
                    <a:pt x="163150" y="24292"/>
                  </a:cubicBezTo>
                  <a:lnTo>
                    <a:pt x="331837" y="391767"/>
                  </a:lnTo>
                  <a:cubicBezTo>
                    <a:pt x="333552" y="395386"/>
                    <a:pt x="334790" y="399577"/>
                    <a:pt x="335362" y="404149"/>
                  </a:cubicBezTo>
                  <a:cubicBezTo>
                    <a:pt x="336028" y="408721"/>
                    <a:pt x="333742" y="413579"/>
                    <a:pt x="328599" y="418627"/>
                  </a:cubicBezTo>
                  <a:cubicBezTo>
                    <a:pt x="323455" y="423866"/>
                    <a:pt x="315931" y="427104"/>
                    <a:pt x="306120" y="428247"/>
                  </a:cubicBezTo>
                  <a:cubicBezTo>
                    <a:pt x="285641" y="431010"/>
                    <a:pt x="271449" y="423580"/>
                    <a:pt x="263353" y="406054"/>
                  </a:cubicBezTo>
                  <a:lnTo>
                    <a:pt x="228872" y="328711"/>
                  </a:lnTo>
                  <a:lnTo>
                    <a:pt x="73996" y="349571"/>
                  </a:lnTo>
                  <a:lnTo>
                    <a:pt x="61899" y="430057"/>
                  </a:lnTo>
                  <a:cubicBezTo>
                    <a:pt x="60756" y="441392"/>
                    <a:pt x="57994" y="449869"/>
                    <a:pt x="53612" y="455298"/>
                  </a:cubicBezTo>
                  <a:cubicBezTo>
                    <a:pt x="49135" y="460537"/>
                    <a:pt x="42182" y="463776"/>
                    <a:pt x="32657" y="465014"/>
                  </a:cubicBezTo>
                  <a:cubicBezTo>
                    <a:pt x="23132" y="466347"/>
                    <a:pt x="15607" y="465014"/>
                    <a:pt x="10083" y="461204"/>
                  </a:cubicBezTo>
                  <a:cubicBezTo>
                    <a:pt x="4558" y="457394"/>
                    <a:pt x="1510" y="452822"/>
                    <a:pt x="749" y="447488"/>
                  </a:cubicBezTo>
                  <a:moveTo>
                    <a:pt x="115525" y="74394"/>
                  </a:moveTo>
                  <a:lnTo>
                    <a:pt x="83616" y="286134"/>
                  </a:lnTo>
                  <a:lnTo>
                    <a:pt x="202774" y="270037"/>
                  </a:lnTo>
                  <a:lnTo>
                    <a:pt x="115429" y="74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7" name="Forme libre : forme 46">
              <a:extLst>
                <a:ext uri="{FF2B5EF4-FFF2-40B4-BE49-F238E27FC236}">
                  <a16:creationId xmlns:a16="http://schemas.microsoft.com/office/drawing/2014/main" id="{F05DD707-4187-0B21-F361-B8624F6791C9}"/>
                </a:ext>
              </a:extLst>
            </p:cNvPr>
            <p:cNvSpPr/>
            <p:nvPr/>
          </p:nvSpPr>
          <p:spPr>
            <a:xfrm>
              <a:off x="6670016" y="6070844"/>
              <a:ext cx="373970" cy="468437"/>
            </a:xfrm>
            <a:custGeom>
              <a:avLst/>
              <a:gdLst>
                <a:gd name="connsiteX0" fmla="*/ 172934 w 373970"/>
                <a:gd name="connsiteY0" fmla="*/ 430349 h 468437"/>
                <a:gd name="connsiteX1" fmla="*/ 169409 w 373970"/>
                <a:gd name="connsiteY1" fmla="*/ 453209 h 468437"/>
                <a:gd name="connsiteX2" fmla="*/ 147692 w 373970"/>
                <a:gd name="connsiteY2" fmla="*/ 466354 h 468437"/>
                <a:gd name="connsiteX3" fmla="*/ 122070 w 373970"/>
                <a:gd name="connsiteY3" fmla="*/ 466449 h 468437"/>
                <a:gd name="connsiteX4" fmla="*/ 107116 w 373970"/>
                <a:gd name="connsiteY4" fmla="*/ 448732 h 468437"/>
                <a:gd name="connsiteX5" fmla="*/ 1293 w 373970"/>
                <a:gd name="connsiteY5" fmla="*/ 71257 h 468437"/>
                <a:gd name="connsiteX6" fmla="*/ 4722 w 373970"/>
                <a:gd name="connsiteY6" fmla="*/ 48397 h 468437"/>
                <a:gd name="connsiteX7" fmla="*/ 26344 w 373970"/>
                <a:gd name="connsiteY7" fmla="*/ 34967 h 468437"/>
                <a:gd name="connsiteX8" fmla="*/ 112069 w 373970"/>
                <a:gd name="connsiteY8" fmla="*/ 10963 h 468437"/>
                <a:gd name="connsiteX9" fmla="*/ 230274 w 373970"/>
                <a:gd name="connsiteY9" fmla="*/ 8678 h 468437"/>
                <a:gd name="connsiteX10" fmla="*/ 295139 w 373970"/>
                <a:gd name="connsiteY10" fmla="*/ 100689 h 468437"/>
                <a:gd name="connsiteX11" fmla="*/ 261516 w 373970"/>
                <a:gd name="connsiteY11" fmla="*/ 236420 h 468437"/>
                <a:gd name="connsiteX12" fmla="*/ 364862 w 373970"/>
                <a:gd name="connsiteY12" fmla="*/ 362722 h 468437"/>
                <a:gd name="connsiteX13" fmla="*/ 373054 w 373970"/>
                <a:gd name="connsiteY13" fmla="*/ 378724 h 468437"/>
                <a:gd name="connsiteX14" fmla="*/ 370863 w 373970"/>
                <a:gd name="connsiteY14" fmla="*/ 396059 h 468437"/>
                <a:gd name="connsiteX15" fmla="*/ 352004 w 373970"/>
                <a:gd name="connsiteY15" fmla="*/ 409013 h 468437"/>
                <a:gd name="connsiteX16" fmla="*/ 303712 w 373970"/>
                <a:gd name="connsiteY16" fmla="*/ 393678 h 468437"/>
                <a:gd name="connsiteX17" fmla="*/ 204080 w 373970"/>
                <a:gd name="connsiteY17" fmla="*/ 270901 h 468437"/>
                <a:gd name="connsiteX18" fmla="*/ 174457 w 373970"/>
                <a:gd name="connsiteY18" fmla="*/ 281092 h 468437"/>
                <a:gd name="connsiteX19" fmla="*/ 133405 w 373970"/>
                <a:gd name="connsiteY19" fmla="*/ 289379 h 468437"/>
                <a:gd name="connsiteX20" fmla="*/ 172934 w 373970"/>
                <a:gd name="connsiteY20" fmla="*/ 430349 h 468437"/>
                <a:gd name="connsiteX21" fmla="*/ 76636 w 373970"/>
                <a:gd name="connsiteY21" fmla="*/ 86782 h 468437"/>
                <a:gd name="connsiteX22" fmla="*/ 116641 w 373970"/>
                <a:gd name="connsiteY22" fmla="*/ 229467 h 468437"/>
                <a:gd name="connsiteX23" fmla="*/ 175124 w 373970"/>
                <a:gd name="connsiteY23" fmla="*/ 216894 h 468437"/>
                <a:gd name="connsiteX24" fmla="*/ 230179 w 373970"/>
                <a:gd name="connsiteY24" fmla="*/ 122120 h 468437"/>
                <a:gd name="connsiteX25" fmla="*/ 195603 w 373970"/>
                <a:gd name="connsiteY25" fmla="*/ 69828 h 468437"/>
                <a:gd name="connsiteX26" fmla="*/ 129976 w 373970"/>
                <a:gd name="connsiteY26" fmla="*/ 71828 h 468437"/>
                <a:gd name="connsiteX27" fmla="*/ 76636 w 373970"/>
                <a:gd name="connsiteY27" fmla="*/ 86782 h 46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73970" h="468437">
                  <a:moveTo>
                    <a:pt x="172934" y="430349"/>
                  </a:moveTo>
                  <a:cubicBezTo>
                    <a:pt x="175220" y="439302"/>
                    <a:pt x="174077" y="446923"/>
                    <a:pt x="169409" y="453209"/>
                  </a:cubicBezTo>
                  <a:cubicBezTo>
                    <a:pt x="164647" y="459210"/>
                    <a:pt x="157408" y="463686"/>
                    <a:pt x="147692" y="466354"/>
                  </a:cubicBezTo>
                  <a:cubicBezTo>
                    <a:pt x="137977" y="469116"/>
                    <a:pt x="129404" y="469116"/>
                    <a:pt x="122070" y="466449"/>
                  </a:cubicBezTo>
                  <a:cubicBezTo>
                    <a:pt x="114640" y="463782"/>
                    <a:pt x="109687" y="457972"/>
                    <a:pt x="107116" y="448732"/>
                  </a:cubicBezTo>
                  <a:lnTo>
                    <a:pt x="1293" y="71257"/>
                  </a:lnTo>
                  <a:cubicBezTo>
                    <a:pt x="-1183" y="62303"/>
                    <a:pt x="-136" y="54683"/>
                    <a:pt x="4722" y="48397"/>
                  </a:cubicBezTo>
                  <a:cubicBezTo>
                    <a:pt x="9580" y="42110"/>
                    <a:pt x="16723" y="37633"/>
                    <a:pt x="26344" y="34967"/>
                  </a:cubicBezTo>
                  <a:lnTo>
                    <a:pt x="112069" y="10963"/>
                  </a:lnTo>
                  <a:cubicBezTo>
                    <a:pt x="161218" y="-2848"/>
                    <a:pt x="200556" y="-3610"/>
                    <a:pt x="230274" y="8678"/>
                  </a:cubicBezTo>
                  <a:cubicBezTo>
                    <a:pt x="259992" y="20869"/>
                    <a:pt x="281614" y="51540"/>
                    <a:pt x="295139" y="100689"/>
                  </a:cubicBezTo>
                  <a:cubicBezTo>
                    <a:pt x="311808" y="160125"/>
                    <a:pt x="300569" y="205368"/>
                    <a:pt x="261516" y="236420"/>
                  </a:cubicBezTo>
                  <a:lnTo>
                    <a:pt x="364862" y="362722"/>
                  </a:lnTo>
                  <a:cubicBezTo>
                    <a:pt x="368768" y="367865"/>
                    <a:pt x="371530" y="373199"/>
                    <a:pt x="373054" y="378724"/>
                  </a:cubicBezTo>
                  <a:cubicBezTo>
                    <a:pt x="374768" y="384248"/>
                    <a:pt x="374102" y="389963"/>
                    <a:pt x="370863" y="396059"/>
                  </a:cubicBezTo>
                  <a:cubicBezTo>
                    <a:pt x="367720" y="402345"/>
                    <a:pt x="361433" y="406632"/>
                    <a:pt x="352004" y="409013"/>
                  </a:cubicBezTo>
                  <a:cubicBezTo>
                    <a:pt x="332192" y="414538"/>
                    <a:pt x="316094" y="409394"/>
                    <a:pt x="303712" y="393678"/>
                  </a:cubicBezTo>
                  <a:lnTo>
                    <a:pt x="204080" y="270901"/>
                  </a:lnTo>
                  <a:cubicBezTo>
                    <a:pt x="196270" y="274425"/>
                    <a:pt x="186364" y="277759"/>
                    <a:pt x="174457" y="281092"/>
                  </a:cubicBezTo>
                  <a:cubicBezTo>
                    <a:pt x="162551" y="284426"/>
                    <a:pt x="148835" y="287188"/>
                    <a:pt x="133405" y="289379"/>
                  </a:cubicBezTo>
                  <a:lnTo>
                    <a:pt x="172934" y="430349"/>
                  </a:lnTo>
                  <a:close/>
                  <a:moveTo>
                    <a:pt x="76636" y="86782"/>
                  </a:moveTo>
                  <a:lnTo>
                    <a:pt x="116641" y="229467"/>
                  </a:lnTo>
                  <a:cubicBezTo>
                    <a:pt x="132167" y="227657"/>
                    <a:pt x="151693" y="223466"/>
                    <a:pt x="175124" y="216894"/>
                  </a:cubicBezTo>
                  <a:cubicBezTo>
                    <a:pt x="225607" y="202987"/>
                    <a:pt x="243990" y="171364"/>
                    <a:pt x="230179" y="122120"/>
                  </a:cubicBezTo>
                  <a:cubicBezTo>
                    <a:pt x="222178" y="93736"/>
                    <a:pt x="210653" y="76305"/>
                    <a:pt x="195603" y="69828"/>
                  </a:cubicBezTo>
                  <a:cubicBezTo>
                    <a:pt x="180458" y="63351"/>
                    <a:pt x="158646" y="64018"/>
                    <a:pt x="129976" y="71828"/>
                  </a:cubicBezTo>
                  <a:lnTo>
                    <a:pt x="76636" y="867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8" name="Forme libre : forme 47">
              <a:extLst>
                <a:ext uri="{FF2B5EF4-FFF2-40B4-BE49-F238E27FC236}">
                  <a16:creationId xmlns:a16="http://schemas.microsoft.com/office/drawing/2014/main" id="{6693D251-E1F7-49E3-8525-FE6D392B342F}"/>
                </a:ext>
              </a:extLst>
            </p:cNvPr>
            <p:cNvSpPr/>
            <p:nvPr/>
          </p:nvSpPr>
          <p:spPr>
            <a:xfrm>
              <a:off x="7050454" y="5974176"/>
              <a:ext cx="216666" cy="426937"/>
            </a:xfrm>
            <a:custGeom>
              <a:avLst/>
              <a:gdLst>
                <a:gd name="connsiteX0" fmla="*/ 2426 w 216666"/>
                <a:gd name="connsiteY0" fmla="*/ 42480 h 426937"/>
                <a:gd name="connsiteX1" fmla="*/ 3474 w 216666"/>
                <a:gd name="connsiteY1" fmla="*/ 19334 h 426937"/>
                <a:gd name="connsiteX2" fmla="*/ 23858 w 216666"/>
                <a:gd name="connsiteY2" fmla="*/ 3713 h 426937"/>
                <a:gd name="connsiteX3" fmla="*/ 49480 w 216666"/>
                <a:gd name="connsiteY3" fmla="*/ 1046 h 426937"/>
                <a:gd name="connsiteX4" fmla="*/ 65863 w 216666"/>
                <a:gd name="connsiteY4" fmla="*/ 16762 h 426937"/>
                <a:gd name="connsiteX5" fmla="*/ 214453 w 216666"/>
                <a:gd name="connsiteY5" fmla="*/ 384523 h 426937"/>
                <a:gd name="connsiteX6" fmla="*/ 213405 w 216666"/>
                <a:gd name="connsiteY6" fmla="*/ 407668 h 426937"/>
                <a:gd name="connsiteX7" fmla="*/ 193307 w 216666"/>
                <a:gd name="connsiteY7" fmla="*/ 423099 h 426937"/>
                <a:gd name="connsiteX8" fmla="*/ 167781 w 216666"/>
                <a:gd name="connsiteY8" fmla="*/ 426052 h 426937"/>
                <a:gd name="connsiteX9" fmla="*/ 151016 w 216666"/>
                <a:gd name="connsiteY9" fmla="*/ 410145 h 426937"/>
                <a:gd name="connsiteX10" fmla="*/ 2426 w 216666"/>
                <a:gd name="connsiteY10" fmla="*/ 42384 h 4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66" h="426937">
                  <a:moveTo>
                    <a:pt x="2426" y="42480"/>
                  </a:moveTo>
                  <a:cubicBezTo>
                    <a:pt x="-1098" y="33622"/>
                    <a:pt x="-812" y="26002"/>
                    <a:pt x="3474" y="19334"/>
                  </a:cubicBezTo>
                  <a:cubicBezTo>
                    <a:pt x="7665" y="12762"/>
                    <a:pt x="14523" y="7523"/>
                    <a:pt x="23858" y="3713"/>
                  </a:cubicBezTo>
                  <a:cubicBezTo>
                    <a:pt x="33192" y="-97"/>
                    <a:pt x="41765" y="-954"/>
                    <a:pt x="49480" y="1046"/>
                  </a:cubicBezTo>
                  <a:cubicBezTo>
                    <a:pt x="57195" y="3047"/>
                    <a:pt x="62624" y="8285"/>
                    <a:pt x="65863" y="16762"/>
                  </a:cubicBezTo>
                  <a:lnTo>
                    <a:pt x="214453" y="384523"/>
                  </a:lnTo>
                  <a:cubicBezTo>
                    <a:pt x="217691" y="393190"/>
                    <a:pt x="217406" y="400906"/>
                    <a:pt x="213405" y="407668"/>
                  </a:cubicBezTo>
                  <a:cubicBezTo>
                    <a:pt x="209405" y="414145"/>
                    <a:pt x="202642" y="419384"/>
                    <a:pt x="193307" y="423099"/>
                  </a:cubicBezTo>
                  <a:cubicBezTo>
                    <a:pt x="183973" y="426909"/>
                    <a:pt x="175400" y="427861"/>
                    <a:pt x="167781" y="426052"/>
                  </a:cubicBezTo>
                  <a:cubicBezTo>
                    <a:pt x="160160" y="424242"/>
                    <a:pt x="154541" y="418908"/>
                    <a:pt x="151016" y="410145"/>
                  </a:cubicBezTo>
                  <a:lnTo>
                    <a:pt x="2426" y="4238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9" name="Forme libre : forme 48">
              <a:extLst>
                <a:ext uri="{FF2B5EF4-FFF2-40B4-BE49-F238E27FC236}">
                  <a16:creationId xmlns:a16="http://schemas.microsoft.com/office/drawing/2014/main" id="{5C381C98-D428-E23D-94F6-090B0AFE8A0B}"/>
                </a:ext>
              </a:extLst>
            </p:cNvPr>
            <p:cNvSpPr/>
            <p:nvPr/>
          </p:nvSpPr>
          <p:spPr>
            <a:xfrm>
              <a:off x="7249146" y="5827322"/>
              <a:ext cx="402092" cy="465771"/>
            </a:xfrm>
            <a:custGeom>
              <a:avLst/>
              <a:gdLst>
                <a:gd name="connsiteX0" fmla="*/ 96247 w 402092"/>
                <a:gd name="connsiteY0" fmla="*/ 28552 h 465771"/>
                <a:gd name="connsiteX1" fmla="*/ 202451 w 402092"/>
                <a:gd name="connsiteY1" fmla="*/ 834 h 465771"/>
                <a:gd name="connsiteX2" fmla="*/ 275603 w 402092"/>
                <a:gd name="connsiteY2" fmla="*/ 62080 h 465771"/>
                <a:gd name="connsiteX3" fmla="*/ 266935 w 402092"/>
                <a:gd name="connsiteY3" fmla="*/ 181714 h 465771"/>
                <a:gd name="connsiteX4" fmla="*/ 383235 w 402092"/>
                <a:gd name="connsiteY4" fmla="*/ 238483 h 465771"/>
                <a:gd name="connsiteX5" fmla="*/ 394380 w 402092"/>
                <a:gd name="connsiteY5" fmla="*/ 339353 h 465771"/>
                <a:gd name="connsiteX6" fmla="*/ 308464 w 402092"/>
                <a:gd name="connsiteY6" fmla="*/ 418315 h 465771"/>
                <a:gd name="connsiteX7" fmla="*/ 230073 w 402092"/>
                <a:gd name="connsiteY7" fmla="*/ 460511 h 465771"/>
                <a:gd name="connsiteX8" fmla="*/ 205404 w 402092"/>
                <a:gd name="connsiteY8" fmla="*/ 465369 h 465771"/>
                <a:gd name="connsiteX9" fmla="*/ 187116 w 402092"/>
                <a:gd name="connsiteY9" fmla="*/ 452034 h 465771"/>
                <a:gd name="connsiteX10" fmla="*/ 3474 w 402092"/>
                <a:gd name="connsiteY10" fmla="*/ 110563 h 465771"/>
                <a:gd name="connsiteX11" fmla="*/ 2235 w 402092"/>
                <a:gd name="connsiteY11" fmla="*/ 87702 h 465771"/>
                <a:gd name="connsiteX12" fmla="*/ 19952 w 402092"/>
                <a:gd name="connsiteY12" fmla="*/ 69700 h 465771"/>
                <a:gd name="connsiteX13" fmla="*/ 96342 w 402092"/>
                <a:gd name="connsiteY13" fmla="*/ 28647 h 465771"/>
                <a:gd name="connsiteX14" fmla="*/ 80245 w 402092"/>
                <a:gd name="connsiteY14" fmla="*/ 109134 h 465771"/>
                <a:gd name="connsiteX15" fmla="*/ 139300 w 402092"/>
                <a:gd name="connsiteY15" fmla="*/ 218957 h 465771"/>
                <a:gd name="connsiteX16" fmla="*/ 188068 w 402092"/>
                <a:gd name="connsiteY16" fmla="*/ 192763 h 465771"/>
                <a:gd name="connsiteX17" fmla="*/ 225882 w 402092"/>
                <a:gd name="connsiteY17" fmla="*/ 153234 h 465771"/>
                <a:gd name="connsiteX18" fmla="*/ 218929 w 402092"/>
                <a:gd name="connsiteY18" fmla="*/ 101132 h 465771"/>
                <a:gd name="connsiteX19" fmla="*/ 182448 w 402092"/>
                <a:gd name="connsiteY19" fmla="*/ 69128 h 465771"/>
                <a:gd name="connsiteX20" fmla="*/ 127108 w 402092"/>
                <a:gd name="connsiteY20" fmla="*/ 83892 h 465771"/>
                <a:gd name="connsiteX21" fmla="*/ 80245 w 402092"/>
                <a:gd name="connsiteY21" fmla="*/ 109134 h 465771"/>
                <a:gd name="connsiteX22" fmla="*/ 169399 w 402092"/>
                <a:gd name="connsiteY22" fmla="*/ 274773 h 465771"/>
                <a:gd name="connsiteX23" fmla="*/ 230359 w 402092"/>
                <a:gd name="connsiteY23" fmla="*/ 388121 h 465771"/>
                <a:gd name="connsiteX24" fmla="*/ 280175 w 402092"/>
                <a:gd name="connsiteY24" fmla="*/ 361260 h 465771"/>
                <a:gd name="connsiteX25" fmla="*/ 326657 w 402092"/>
                <a:gd name="connsiteY25" fmla="*/ 319731 h 465771"/>
                <a:gd name="connsiteX26" fmla="*/ 320656 w 402092"/>
                <a:gd name="connsiteY26" fmla="*/ 266772 h 465771"/>
                <a:gd name="connsiteX27" fmla="*/ 280841 w 402092"/>
                <a:gd name="connsiteY27" fmla="*/ 231911 h 465771"/>
                <a:gd name="connsiteX28" fmla="*/ 218643 w 402092"/>
                <a:gd name="connsiteY28" fmla="*/ 248198 h 465771"/>
                <a:gd name="connsiteX29" fmla="*/ 169304 w 402092"/>
                <a:gd name="connsiteY29" fmla="*/ 274773 h 46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2092" h="465771">
                  <a:moveTo>
                    <a:pt x="96247" y="28552"/>
                  </a:moveTo>
                  <a:cubicBezTo>
                    <a:pt x="137681" y="6264"/>
                    <a:pt x="173019" y="-2976"/>
                    <a:pt x="202451" y="834"/>
                  </a:cubicBezTo>
                  <a:cubicBezTo>
                    <a:pt x="231788" y="4645"/>
                    <a:pt x="256172" y="25123"/>
                    <a:pt x="275603" y="62080"/>
                  </a:cubicBezTo>
                  <a:cubicBezTo>
                    <a:pt x="298082" y="103895"/>
                    <a:pt x="295224" y="143805"/>
                    <a:pt x="266935" y="181714"/>
                  </a:cubicBezTo>
                  <a:cubicBezTo>
                    <a:pt x="316465" y="167522"/>
                    <a:pt x="355232" y="186477"/>
                    <a:pt x="383235" y="238483"/>
                  </a:cubicBezTo>
                  <a:cubicBezTo>
                    <a:pt x="403905" y="276773"/>
                    <a:pt x="407524" y="310397"/>
                    <a:pt x="394380" y="339353"/>
                  </a:cubicBezTo>
                  <a:cubicBezTo>
                    <a:pt x="381140" y="368214"/>
                    <a:pt x="352470" y="394503"/>
                    <a:pt x="308464" y="418315"/>
                  </a:cubicBezTo>
                  <a:lnTo>
                    <a:pt x="230073" y="460511"/>
                  </a:lnTo>
                  <a:cubicBezTo>
                    <a:pt x="221691" y="464987"/>
                    <a:pt x="213500" y="466607"/>
                    <a:pt x="205404" y="465369"/>
                  </a:cubicBezTo>
                  <a:cubicBezTo>
                    <a:pt x="197307" y="464035"/>
                    <a:pt x="191307" y="459653"/>
                    <a:pt x="187116" y="452034"/>
                  </a:cubicBezTo>
                  <a:lnTo>
                    <a:pt x="3474" y="110563"/>
                  </a:lnTo>
                  <a:cubicBezTo>
                    <a:pt x="-717" y="102752"/>
                    <a:pt x="-1098" y="95132"/>
                    <a:pt x="2235" y="87702"/>
                  </a:cubicBezTo>
                  <a:cubicBezTo>
                    <a:pt x="5664" y="80273"/>
                    <a:pt x="11570" y="74272"/>
                    <a:pt x="19952" y="69700"/>
                  </a:cubicBezTo>
                  <a:lnTo>
                    <a:pt x="96342" y="28647"/>
                  </a:lnTo>
                  <a:close/>
                  <a:moveTo>
                    <a:pt x="80245" y="109134"/>
                  </a:moveTo>
                  <a:lnTo>
                    <a:pt x="139300" y="218957"/>
                  </a:lnTo>
                  <a:lnTo>
                    <a:pt x="188068" y="192763"/>
                  </a:lnTo>
                  <a:cubicBezTo>
                    <a:pt x="207785" y="182381"/>
                    <a:pt x="220358" y="169236"/>
                    <a:pt x="225882" y="153234"/>
                  </a:cubicBezTo>
                  <a:cubicBezTo>
                    <a:pt x="231312" y="137232"/>
                    <a:pt x="229025" y="119897"/>
                    <a:pt x="218929" y="101132"/>
                  </a:cubicBezTo>
                  <a:cubicBezTo>
                    <a:pt x="208833" y="82368"/>
                    <a:pt x="196641" y="71700"/>
                    <a:pt x="182448" y="69128"/>
                  </a:cubicBezTo>
                  <a:cubicBezTo>
                    <a:pt x="168066" y="66843"/>
                    <a:pt x="149682" y="71796"/>
                    <a:pt x="127108" y="83892"/>
                  </a:cubicBezTo>
                  <a:lnTo>
                    <a:pt x="80245" y="109134"/>
                  </a:lnTo>
                  <a:close/>
                  <a:moveTo>
                    <a:pt x="169399" y="274773"/>
                  </a:moveTo>
                  <a:lnTo>
                    <a:pt x="230359" y="388121"/>
                  </a:lnTo>
                  <a:lnTo>
                    <a:pt x="280175" y="361260"/>
                  </a:lnTo>
                  <a:cubicBezTo>
                    <a:pt x="304368" y="348211"/>
                    <a:pt x="319894" y="334400"/>
                    <a:pt x="326657" y="319731"/>
                  </a:cubicBezTo>
                  <a:cubicBezTo>
                    <a:pt x="333705" y="304968"/>
                    <a:pt x="331705" y="287251"/>
                    <a:pt x="320656" y="266772"/>
                  </a:cubicBezTo>
                  <a:cubicBezTo>
                    <a:pt x="309702" y="246389"/>
                    <a:pt x="296463" y="234768"/>
                    <a:pt x="280841" y="231911"/>
                  </a:cubicBezTo>
                  <a:cubicBezTo>
                    <a:pt x="265221" y="229054"/>
                    <a:pt x="244551" y="234482"/>
                    <a:pt x="218643" y="248198"/>
                  </a:cubicBezTo>
                  <a:lnTo>
                    <a:pt x="169304" y="27477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0" name="Forme libre : forme 49">
              <a:extLst>
                <a:ext uri="{FF2B5EF4-FFF2-40B4-BE49-F238E27FC236}">
                  <a16:creationId xmlns:a16="http://schemas.microsoft.com/office/drawing/2014/main" id="{A34D679A-3819-EEAB-301C-68792515AA00}"/>
                </a:ext>
              </a:extLst>
            </p:cNvPr>
            <p:cNvSpPr/>
            <p:nvPr/>
          </p:nvSpPr>
          <p:spPr>
            <a:xfrm>
              <a:off x="7642409" y="5637243"/>
              <a:ext cx="417193" cy="467371"/>
            </a:xfrm>
            <a:custGeom>
              <a:avLst/>
              <a:gdLst>
                <a:gd name="connsiteX0" fmla="*/ 141039 w 417193"/>
                <a:gd name="connsiteY0" fmla="*/ 459804 h 467371"/>
                <a:gd name="connsiteX1" fmla="*/ 135134 w 417193"/>
                <a:gd name="connsiteY1" fmla="*/ 449518 h 467371"/>
                <a:gd name="connsiteX2" fmla="*/ 2832 w 417193"/>
                <a:gd name="connsiteY2" fmla="*/ 65183 h 467371"/>
                <a:gd name="connsiteX3" fmla="*/ 15309 w 417193"/>
                <a:gd name="connsiteY3" fmla="*/ 23845 h 467371"/>
                <a:gd name="connsiteX4" fmla="*/ 38646 w 417193"/>
                <a:gd name="connsiteY4" fmla="*/ 6890 h 467371"/>
                <a:gd name="connsiteX5" fmla="*/ 82841 w 417193"/>
                <a:gd name="connsiteY5" fmla="*/ 10129 h 467371"/>
                <a:gd name="connsiteX6" fmla="*/ 405930 w 417193"/>
                <a:gd name="connsiteY6" fmla="*/ 253207 h 467371"/>
                <a:gd name="connsiteX7" fmla="*/ 414883 w 417193"/>
                <a:gd name="connsiteY7" fmla="*/ 262351 h 467371"/>
                <a:gd name="connsiteX8" fmla="*/ 415740 w 417193"/>
                <a:gd name="connsiteY8" fmla="*/ 278353 h 467371"/>
                <a:gd name="connsiteX9" fmla="*/ 400500 w 417193"/>
                <a:gd name="connsiteY9" fmla="*/ 297498 h 467371"/>
                <a:gd name="connsiteX10" fmla="*/ 352399 w 417193"/>
                <a:gd name="connsiteY10" fmla="*/ 298260 h 467371"/>
                <a:gd name="connsiteX11" fmla="*/ 285248 w 417193"/>
                <a:gd name="connsiteY11" fmla="*/ 246635 h 467371"/>
                <a:gd name="connsiteX12" fmla="*/ 158851 w 417193"/>
                <a:gd name="connsiteY12" fmla="*/ 338646 h 467371"/>
                <a:gd name="connsiteX13" fmla="*/ 186474 w 417193"/>
                <a:gd name="connsiteY13" fmla="*/ 415227 h 467371"/>
                <a:gd name="connsiteX14" fmla="*/ 191141 w 417193"/>
                <a:gd name="connsiteY14" fmla="*/ 441326 h 467371"/>
                <a:gd name="connsiteX15" fmla="*/ 177330 w 417193"/>
                <a:gd name="connsiteY15" fmla="*/ 459899 h 467371"/>
                <a:gd name="connsiteX16" fmla="*/ 155613 w 417193"/>
                <a:gd name="connsiteY16" fmla="*/ 467234 h 467371"/>
                <a:gd name="connsiteX17" fmla="*/ 140849 w 417193"/>
                <a:gd name="connsiteY17" fmla="*/ 459614 h 467371"/>
                <a:gd name="connsiteX18" fmla="*/ 64458 w 417193"/>
                <a:gd name="connsiteY18" fmla="*/ 76804 h 467371"/>
                <a:gd name="connsiteX19" fmla="*/ 137039 w 417193"/>
                <a:gd name="connsiteY19" fmla="*/ 278258 h 467371"/>
                <a:gd name="connsiteX20" fmla="*/ 234289 w 417193"/>
                <a:gd name="connsiteY20" fmla="*/ 207487 h 467371"/>
                <a:gd name="connsiteX21" fmla="*/ 64458 w 417193"/>
                <a:gd name="connsiteY21" fmla="*/ 76804 h 467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7193" h="467371">
                  <a:moveTo>
                    <a:pt x="141039" y="459804"/>
                  </a:moveTo>
                  <a:cubicBezTo>
                    <a:pt x="137801" y="455328"/>
                    <a:pt x="135800" y="451899"/>
                    <a:pt x="135134" y="449518"/>
                  </a:cubicBezTo>
                  <a:lnTo>
                    <a:pt x="2832" y="65183"/>
                  </a:lnTo>
                  <a:cubicBezTo>
                    <a:pt x="-3455" y="48229"/>
                    <a:pt x="736" y="34513"/>
                    <a:pt x="15309" y="23845"/>
                  </a:cubicBezTo>
                  <a:lnTo>
                    <a:pt x="38646" y="6890"/>
                  </a:lnTo>
                  <a:cubicBezTo>
                    <a:pt x="52552" y="-3301"/>
                    <a:pt x="67316" y="-2158"/>
                    <a:pt x="82841" y="10129"/>
                  </a:cubicBezTo>
                  <a:lnTo>
                    <a:pt x="405930" y="253207"/>
                  </a:lnTo>
                  <a:cubicBezTo>
                    <a:pt x="409168" y="255588"/>
                    <a:pt x="412216" y="258636"/>
                    <a:pt x="414883" y="262351"/>
                  </a:cubicBezTo>
                  <a:cubicBezTo>
                    <a:pt x="417645" y="266066"/>
                    <a:pt x="417931" y="271400"/>
                    <a:pt x="415740" y="278353"/>
                  </a:cubicBezTo>
                  <a:cubicBezTo>
                    <a:pt x="413740" y="285401"/>
                    <a:pt x="408597" y="291783"/>
                    <a:pt x="400500" y="297498"/>
                  </a:cubicBezTo>
                  <a:cubicBezTo>
                    <a:pt x="383832" y="309690"/>
                    <a:pt x="367734" y="309976"/>
                    <a:pt x="352399" y="298260"/>
                  </a:cubicBezTo>
                  <a:lnTo>
                    <a:pt x="285248" y="246635"/>
                  </a:lnTo>
                  <a:lnTo>
                    <a:pt x="158851" y="338646"/>
                  </a:lnTo>
                  <a:lnTo>
                    <a:pt x="186474" y="415227"/>
                  </a:lnTo>
                  <a:cubicBezTo>
                    <a:pt x="190855" y="425800"/>
                    <a:pt x="192474" y="434468"/>
                    <a:pt x="191141" y="441326"/>
                  </a:cubicBezTo>
                  <a:cubicBezTo>
                    <a:pt x="189712" y="447993"/>
                    <a:pt x="185140" y="454185"/>
                    <a:pt x="177330" y="459899"/>
                  </a:cubicBezTo>
                  <a:cubicBezTo>
                    <a:pt x="169519" y="465614"/>
                    <a:pt x="162280" y="467995"/>
                    <a:pt x="155613" y="467234"/>
                  </a:cubicBezTo>
                  <a:cubicBezTo>
                    <a:pt x="148945" y="466472"/>
                    <a:pt x="144087" y="463900"/>
                    <a:pt x="140849" y="459614"/>
                  </a:cubicBezTo>
                  <a:moveTo>
                    <a:pt x="64458" y="76804"/>
                  </a:moveTo>
                  <a:lnTo>
                    <a:pt x="137039" y="278258"/>
                  </a:lnTo>
                  <a:lnTo>
                    <a:pt x="234289" y="207487"/>
                  </a:lnTo>
                  <a:lnTo>
                    <a:pt x="64458" y="7680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1" name="Forme libre : forme 50">
              <a:extLst>
                <a:ext uri="{FF2B5EF4-FFF2-40B4-BE49-F238E27FC236}">
                  <a16:creationId xmlns:a16="http://schemas.microsoft.com/office/drawing/2014/main" id="{FAA1514D-8879-BBE8-83BF-3ED46802F77C}"/>
                </a:ext>
              </a:extLst>
            </p:cNvPr>
            <p:cNvSpPr/>
            <p:nvPr/>
          </p:nvSpPr>
          <p:spPr>
            <a:xfrm>
              <a:off x="7901339" y="5362910"/>
              <a:ext cx="414994" cy="434933"/>
            </a:xfrm>
            <a:custGeom>
              <a:avLst/>
              <a:gdLst>
                <a:gd name="connsiteX0" fmla="*/ 48130 w 414994"/>
                <a:gd name="connsiteY0" fmla="*/ 45670 h 434933"/>
                <a:gd name="connsiteX1" fmla="*/ 138617 w 414994"/>
                <a:gd name="connsiteY1" fmla="*/ 712 h 434933"/>
                <a:gd name="connsiteX2" fmla="*/ 217579 w 414994"/>
                <a:gd name="connsiteY2" fmla="*/ 27573 h 434933"/>
                <a:gd name="connsiteX3" fmla="*/ 227295 w 414994"/>
                <a:gd name="connsiteY3" fmla="*/ 52528 h 434933"/>
                <a:gd name="connsiteX4" fmla="*/ 213484 w 414994"/>
                <a:gd name="connsiteY4" fmla="*/ 77770 h 434933"/>
                <a:gd name="connsiteX5" fmla="*/ 174336 w 414994"/>
                <a:gd name="connsiteY5" fmla="*/ 84342 h 434933"/>
                <a:gd name="connsiteX6" fmla="*/ 134045 w 414994"/>
                <a:gd name="connsiteY6" fmla="*/ 71483 h 434933"/>
                <a:gd name="connsiteX7" fmla="*/ 91469 w 414994"/>
                <a:gd name="connsiteY7" fmla="*/ 92057 h 434933"/>
                <a:gd name="connsiteX8" fmla="*/ 67465 w 414994"/>
                <a:gd name="connsiteY8" fmla="*/ 133872 h 434933"/>
                <a:gd name="connsiteX9" fmla="*/ 81848 w 414994"/>
                <a:gd name="connsiteY9" fmla="*/ 174925 h 434933"/>
                <a:gd name="connsiteX10" fmla="*/ 128521 w 414994"/>
                <a:gd name="connsiteY10" fmla="*/ 193213 h 434933"/>
                <a:gd name="connsiteX11" fmla="*/ 188814 w 414994"/>
                <a:gd name="connsiteY11" fmla="*/ 183592 h 434933"/>
                <a:gd name="connsiteX12" fmla="*/ 253203 w 414994"/>
                <a:gd name="connsiteY12" fmla="*/ 166543 h 434933"/>
                <a:gd name="connsiteX13" fmla="*/ 319878 w 414994"/>
                <a:gd name="connsiteY13" fmla="*/ 164066 h 434933"/>
                <a:gd name="connsiteX14" fmla="*/ 378171 w 414994"/>
                <a:gd name="connsiteY14" fmla="*/ 195594 h 434933"/>
                <a:gd name="connsiteX15" fmla="*/ 414366 w 414994"/>
                <a:gd name="connsiteY15" fmla="*/ 288082 h 434933"/>
                <a:gd name="connsiteX16" fmla="*/ 363503 w 414994"/>
                <a:gd name="connsiteY16" fmla="*/ 380760 h 434933"/>
                <a:gd name="connsiteX17" fmla="*/ 286826 w 414994"/>
                <a:gd name="connsiteY17" fmla="*/ 426194 h 434933"/>
                <a:gd name="connsiteX18" fmla="*/ 220151 w 414994"/>
                <a:gd name="connsiteY18" fmla="*/ 424861 h 434933"/>
                <a:gd name="connsiteX19" fmla="*/ 210340 w 414994"/>
                <a:gd name="connsiteY19" fmla="*/ 401620 h 434933"/>
                <a:gd name="connsiteX20" fmla="*/ 217008 w 414994"/>
                <a:gd name="connsiteY20" fmla="*/ 379331 h 434933"/>
                <a:gd name="connsiteX21" fmla="*/ 233867 w 414994"/>
                <a:gd name="connsiteY21" fmla="*/ 370949 h 434933"/>
                <a:gd name="connsiteX22" fmla="*/ 322068 w 414994"/>
                <a:gd name="connsiteY22" fmla="*/ 332468 h 434933"/>
                <a:gd name="connsiteX23" fmla="*/ 333880 w 414994"/>
                <a:gd name="connsiteY23" fmla="*/ 248362 h 434933"/>
                <a:gd name="connsiteX24" fmla="*/ 291303 w 414994"/>
                <a:gd name="connsiteY24" fmla="*/ 233885 h 434933"/>
                <a:gd name="connsiteX25" fmla="*/ 231391 w 414994"/>
                <a:gd name="connsiteY25" fmla="*/ 244362 h 434933"/>
                <a:gd name="connsiteX26" fmla="*/ 166049 w 414994"/>
                <a:gd name="connsiteY26" fmla="*/ 261126 h 434933"/>
                <a:gd name="connsiteX27" fmla="*/ 97564 w 414994"/>
                <a:gd name="connsiteY27" fmla="*/ 261126 h 434933"/>
                <a:gd name="connsiteX28" fmla="*/ 36604 w 414994"/>
                <a:gd name="connsiteY28" fmla="*/ 226455 h 434933"/>
                <a:gd name="connsiteX29" fmla="*/ 600 w 414994"/>
                <a:gd name="connsiteY29" fmla="*/ 134634 h 434933"/>
                <a:gd name="connsiteX30" fmla="*/ 48034 w 414994"/>
                <a:gd name="connsiteY30" fmla="*/ 45670 h 434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14994" h="434933">
                  <a:moveTo>
                    <a:pt x="48130" y="45670"/>
                  </a:moveTo>
                  <a:cubicBezTo>
                    <a:pt x="75943" y="19095"/>
                    <a:pt x="106137" y="4141"/>
                    <a:pt x="138617" y="712"/>
                  </a:cubicBezTo>
                  <a:cubicBezTo>
                    <a:pt x="171193" y="-2717"/>
                    <a:pt x="197482" y="6237"/>
                    <a:pt x="217579" y="27573"/>
                  </a:cubicBezTo>
                  <a:cubicBezTo>
                    <a:pt x="224819" y="35193"/>
                    <a:pt x="228057" y="43575"/>
                    <a:pt x="227295" y="52528"/>
                  </a:cubicBezTo>
                  <a:cubicBezTo>
                    <a:pt x="226438" y="61577"/>
                    <a:pt x="221866" y="69959"/>
                    <a:pt x="213484" y="77770"/>
                  </a:cubicBezTo>
                  <a:cubicBezTo>
                    <a:pt x="199577" y="91010"/>
                    <a:pt x="186528" y="93200"/>
                    <a:pt x="174336" y="84342"/>
                  </a:cubicBezTo>
                  <a:cubicBezTo>
                    <a:pt x="162049" y="75484"/>
                    <a:pt x="148714" y="71197"/>
                    <a:pt x="134045" y="71483"/>
                  </a:cubicBezTo>
                  <a:cubicBezTo>
                    <a:pt x="119472" y="71769"/>
                    <a:pt x="105280" y="78627"/>
                    <a:pt x="91469" y="92057"/>
                  </a:cubicBezTo>
                  <a:cubicBezTo>
                    <a:pt x="77848" y="105106"/>
                    <a:pt x="69847" y="119013"/>
                    <a:pt x="67465" y="133872"/>
                  </a:cubicBezTo>
                  <a:cubicBezTo>
                    <a:pt x="65084" y="148731"/>
                    <a:pt x="69847" y="162352"/>
                    <a:pt x="81848" y="174925"/>
                  </a:cubicBezTo>
                  <a:cubicBezTo>
                    <a:pt x="93850" y="187497"/>
                    <a:pt x="109375" y="193593"/>
                    <a:pt x="128521" y="193213"/>
                  </a:cubicBezTo>
                  <a:cubicBezTo>
                    <a:pt x="147571" y="192736"/>
                    <a:pt x="167669" y="189498"/>
                    <a:pt x="188814" y="183592"/>
                  </a:cubicBezTo>
                  <a:cubicBezTo>
                    <a:pt x="209959" y="177591"/>
                    <a:pt x="231486" y="171972"/>
                    <a:pt x="253203" y="166543"/>
                  </a:cubicBezTo>
                  <a:cubicBezTo>
                    <a:pt x="275015" y="161113"/>
                    <a:pt x="297208" y="160351"/>
                    <a:pt x="319878" y="164066"/>
                  </a:cubicBezTo>
                  <a:cubicBezTo>
                    <a:pt x="342547" y="167781"/>
                    <a:pt x="361978" y="178354"/>
                    <a:pt x="378171" y="195594"/>
                  </a:cubicBezTo>
                  <a:cubicBezTo>
                    <a:pt x="405984" y="224645"/>
                    <a:pt x="417985" y="255506"/>
                    <a:pt x="414366" y="288082"/>
                  </a:cubicBezTo>
                  <a:cubicBezTo>
                    <a:pt x="410746" y="320657"/>
                    <a:pt x="393792" y="351518"/>
                    <a:pt x="363503" y="380760"/>
                  </a:cubicBezTo>
                  <a:cubicBezTo>
                    <a:pt x="344453" y="398952"/>
                    <a:pt x="318926" y="414097"/>
                    <a:pt x="286826" y="426194"/>
                  </a:cubicBezTo>
                  <a:cubicBezTo>
                    <a:pt x="254727" y="438291"/>
                    <a:pt x="232534" y="437815"/>
                    <a:pt x="220151" y="424861"/>
                  </a:cubicBezTo>
                  <a:cubicBezTo>
                    <a:pt x="214531" y="419051"/>
                    <a:pt x="211293" y="411335"/>
                    <a:pt x="210340" y="401620"/>
                  </a:cubicBezTo>
                  <a:cubicBezTo>
                    <a:pt x="209388" y="391904"/>
                    <a:pt x="211674" y="384570"/>
                    <a:pt x="217008" y="379331"/>
                  </a:cubicBezTo>
                  <a:cubicBezTo>
                    <a:pt x="222437" y="374188"/>
                    <a:pt x="228057" y="371426"/>
                    <a:pt x="233867" y="370949"/>
                  </a:cubicBezTo>
                  <a:cubicBezTo>
                    <a:pt x="268348" y="368282"/>
                    <a:pt x="297684" y="355423"/>
                    <a:pt x="322068" y="332468"/>
                  </a:cubicBezTo>
                  <a:cubicBezTo>
                    <a:pt x="354168" y="301702"/>
                    <a:pt x="358169" y="273699"/>
                    <a:pt x="333880" y="248362"/>
                  </a:cubicBezTo>
                  <a:cubicBezTo>
                    <a:pt x="323878" y="237885"/>
                    <a:pt x="309686" y="233122"/>
                    <a:pt x="291303" y="233885"/>
                  </a:cubicBezTo>
                  <a:cubicBezTo>
                    <a:pt x="272920" y="234646"/>
                    <a:pt x="252917" y="238170"/>
                    <a:pt x="231391" y="244362"/>
                  </a:cubicBezTo>
                  <a:cubicBezTo>
                    <a:pt x="209959" y="250648"/>
                    <a:pt x="188147" y="256173"/>
                    <a:pt x="166049" y="261126"/>
                  </a:cubicBezTo>
                  <a:cubicBezTo>
                    <a:pt x="143665" y="265698"/>
                    <a:pt x="120805" y="265698"/>
                    <a:pt x="97564" y="261126"/>
                  </a:cubicBezTo>
                  <a:cubicBezTo>
                    <a:pt x="74323" y="256553"/>
                    <a:pt x="53940" y="244933"/>
                    <a:pt x="36604" y="226455"/>
                  </a:cubicBezTo>
                  <a:cubicBezTo>
                    <a:pt x="9077" y="197689"/>
                    <a:pt x="-2924" y="167114"/>
                    <a:pt x="600" y="134634"/>
                  </a:cubicBezTo>
                  <a:cubicBezTo>
                    <a:pt x="4410" y="101868"/>
                    <a:pt x="20221" y="72245"/>
                    <a:pt x="48034" y="456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pic>
        <p:nvPicPr>
          <p:cNvPr id="52" name="Image 51" descr="Une image contenant graphisme, Graphique, drapeau&#10;&#10;Description générée automatiquement">
            <a:extLst>
              <a:ext uri="{FF2B5EF4-FFF2-40B4-BE49-F238E27FC236}">
                <a16:creationId xmlns:a16="http://schemas.microsoft.com/office/drawing/2014/main" id="{3E43308D-403B-6763-CE5F-76E5D8B195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4998" y="6254748"/>
            <a:ext cx="1707867" cy="353841"/>
          </a:xfrm>
          <a:prstGeom prst="rect">
            <a:avLst/>
          </a:prstGeom>
        </p:spPr>
      </p:pic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662F456-3002-4E4E-AD3F-ECB3B309C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DFEB3-5516-4F20-A9A0-1BE8DA6AA0BB}" type="datetime1">
              <a:rPr lang="fr-FR" smtClean="0"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C24024C-0B31-8242-FED6-44007ABF6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CED75C-CA95-9196-9D59-F6426436C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23517" y="6346492"/>
            <a:ext cx="344966" cy="200055"/>
          </a:xfrm>
          <a:prstGeom prst="rect">
            <a:avLst/>
          </a:prstGeom>
        </p:spPr>
        <p:txBody>
          <a:bodyPr/>
          <a:lstStyle/>
          <a:p>
            <a:fld id="{12EA5F4A-9FB0-4812-AB35-92F9E0180226}" type="slidenum">
              <a:rPr lang="fr-FR" smtClean="0"/>
              <a:t>‹#›</a:t>
            </a:fld>
            <a:endParaRPr lang="fr-FR"/>
          </a:p>
        </p:txBody>
      </p:sp>
      <p:sp>
        <p:nvSpPr>
          <p:cNvPr id="5" name="Rectangle : avec coins arrondis en haut 4">
            <a:extLst>
              <a:ext uri="{FF2B5EF4-FFF2-40B4-BE49-F238E27FC236}">
                <a16:creationId xmlns:a16="http://schemas.microsoft.com/office/drawing/2014/main" id="{97C8D201-623A-FEAF-A65D-4201CBD5190A}"/>
              </a:ext>
            </a:extLst>
          </p:cNvPr>
          <p:cNvSpPr/>
          <p:nvPr userDrawn="1"/>
        </p:nvSpPr>
        <p:spPr>
          <a:xfrm rot="16200000">
            <a:off x="6713824" y="-239005"/>
            <a:ext cx="4443306" cy="651304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6" name="Graphique 44">
            <a:extLst>
              <a:ext uri="{FF2B5EF4-FFF2-40B4-BE49-F238E27FC236}">
                <a16:creationId xmlns:a16="http://schemas.microsoft.com/office/drawing/2014/main" id="{7052B22E-4EEF-1D34-890B-5110AD063750}"/>
              </a:ext>
            </a:extLst>
          </p:cNvPr>
          <p:cNvGrpSpPr/>
          <p:nvPr userDrawn="1"/>
        </p:nvGrpSpPr>
        <p:grpSpPr>
          <a:xfrm>
            <a:off x="1599720" y="1828799"/>
            <a:ext cx="2077411" cy="2396068"/>
            <a:chOff x="3319466" y="228601"/>
            <a:chExt cx="5551927" cy="6403564"/>
          </a:xfrm>
          <a:solidFill>
            <a:schemeClr val="accent5"/>
          </a:solidFill>
        </p:grpSpPr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551C0E94-F96C-729D-980B-BB20E4C05E2F}"/>
                </a:ext>
              </a:extLst>
            </p:cNvPr>
            <p:cNvSpPr/>
            <p:nvPr/>
          </p:nvSpPr>
          <p:spPr>
            <a:xfrm>
              <a:off x="3319466" y="1781951"/>
              <a:ext cx="1254828" cy="3190491"/>
            </a:xfrm>
            <a:custGeom>
              <a:avLst/>
              <a:gdLst>
                <a:gd name="connsiteX0" fmla="*/ 185 w 1254828"/>
                <a:gd name="connsiteY0" fmla="*/ 186391 h 3190491"/>
                <a:gd name="connsiteX1" fmla="*/ 174017 w 1254828"/>
                <a:gd name="connsiteY1" fmla="*/ 178 h 3190491"/>
                <a:gd name="connsiteX2" fmla="*/ 360040 w 1254828"/>
                <a:gd name="connsiteY2" fmla="*/ 169913 h 3190491"/>
                <a:gd name="connsiteX3" fmla="*/ 481198 w 1254828"/>
                <a:gd name="connsiteY3" fmla="*/ 2822340 h 3190491"/>
                <a:gd name="connsiteX4" fmla="*/ 1064509 w 1254828"/>
                <a:gd name="connsiteY4" fmla="*/ 2795670 h 3190491"/>
                <a:gd name="connsiteX5" fmla="*/ 1254628 w 1254828"/>
                <a:gd name="connsiteY5" fmla="*/ 2965310 h 3190491"/>
                <a:gd name="connsiteX6" fmla="*/ 1080987 w 1254828"/>
                <a:gd name="connsiteY6" fmla="*/ 3155525 h 3190491"/>
                <a:gd name="connsiteX7" fmla="*/ 319749 w 1254828"/>
                <a:gd name="connsiteY7" fmla="*/ 3190291 h 3190491"/>
                <a:gd name="connsiteX8" fmla="*/ 129535 w 1254828"/>
                <a:gd name="connsiteY8" fmla="*/ 3016650 h 3190491"/>
                <a:gd name="connsiteX9" fmla="*/ 185 w 1254828"/>
                <a:gd name="connsiteY9" fmla="*/ 186391 h 319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54828" h="3190491">
                  <a:moveTo>
                    <a:pt x="185" y="186391"/>
                  </a:moveTo>
                  <a:cubicBezTo>
                    <a:pt x="-4291" y="89332"/>
                    <a:pt x="72861" y="4845"/>
                    <a:pt x="174017" y="178"/>
                  </a:cubicBezTo>
                  <a:cubicBezTo>
                    <a:pt x="271076" y="-4204"/>
                    <a:pt x="355563" y="72949"/>
                    <a:pt x="360040" y="169913"/>
                  </a:cubicBezTo>
                  <a:lnTo>
                    <a:pt x="481198" y="2822340"/>
                  </a:lnTo>
                  <a:lnTo>
                    <a:pt x="1064509" y="2795670"/>
                  </a:lnTo>
                  <a:cubicBezTo>
                    <a:pt x="1165569" y="2791003"/>
                    <a:pt x="1250151" y="2868251"/>
                    <a:pt x="1254628" y="2965310"/>
                  </a:cubicBezTo>
                  <a:cubicBezTo>
                    <a:pt x="1259295" y="3066371"/>
                    <a:pt x="1182047" y="3150953"/>
                    <a:pt x="1080987" y="3155525"/>
                  </a:cubicBezTo>
                  <a:lnTo>
                    <a:pt x="319749" y="3190291"/>
                  </a:lnTo>
                  <a:cubicBezTo>
                    <a:pt x="218689" y="3194958"/>
                    <a:pt x="134107" y="3117710"/>
                    <a:pt x="129535" y="3016650"/>
                  </a:cubicBezTo>
                  <a:lnTo>
                    <a:pt x="185" y="18639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04E956AA-831B-6804-8175-A53B06EB839C}"/>
                </a:ext>
              </a:extLst>
            </p:cNvPr>
            <p:cNvSpPr/>
            <p:nvPr/>
          </p:nvSpPr>
          <p:spPr>
            <a:xfrm>
              <a:off x="5104447" y="1808323"/>
              <a:ext cx="330708" cy="559213"/>
            </a:xfrm>
            <a:custGeom>
              <a:avLst/>
              <a:gdLst>
                <a:gd name="connsiteX0" fmla="*/ 330708 w 330708"/>
                <a:gd name="connsiteY0" fmla="*/ 391954 h 559212"/>
                <a:gd name="connsiteX1" fmla="*/ 167164 w 330708"/>
                <a:gd name="connsiteY1" fmla="*/ 559213 h 559212"/>
                <a:gd name="connsiteX2" fmla="*/ 0 w 330708"/>
                <a:gd name="connsiteY2" fmla="*/ 391954 h 559212"/>
                <a:gd name="connsiteX3" fmla="*/ 0 w 330708"/>
                <a:gd name="connsiteY3" fmla="*/ 163449 h 559212"/>
                <a:gd name="connsiteX4" fmla="*/ 167164 w 330708"/>
                <a:gd name="connsiteY4" fmla="*/ 0 h 559212"/>
                <a:gd name="connsiteX5" fmla="*/ 330708 w 330708"/>
                <a:gd name="connsiteY5" fmla="*/ 163449 h 559212"/>
                <a:gd name="connsiteX6" fmla="*/ 330708 w 330708"/>
                <a:gd name="connsiteY6" fmla="*/ 391954 h 559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559212">
                  <a:moveTo>
                    <a:pt x="330708" y="391954"/>
                  </a:moveTo>
                  <a:cubicBezTo>
                    <a:pt x="330708" y="484822"/>
                    <a:pt x="256413" y="559213"/>
                    <a:pt x="167164" y="559213"/>
                  </a:cubicBezTo>
                  <a:cubicBezTo>
                    <a:pt x="77915" y="559213"/>
                    <a:pt x="0" y="484918"/>
                    <a:pt x="0" y="391954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3919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2AFC4464-5EE8-74B4-431B-39D817D06423}"/>
                </a:ext>
              </a:extLst>
            </p:cNvPr>
            <p:cNvSpPr/>
            <p:nvPr/>
          </p:nvSpPr>
          <p:spPr>
            <a:xfrm>
              <a:off x="5104447" y="2882648"/>
              <a:ext cx="330708" cy="2068735"/>
            </a:xfrm>
            <a:custGeom>
              <a:avLst/>
              <a:gdLst>
                <a:gd name="connsiteX0" fmla="*/ 330708 w 330708"/>
                <a:gd name="connsiteY0" fmla="*/ 1901476 h 2068734"/>
                <a:gd name="connsiteX1" fmla="*/ 167164 w 330708"/>
                <a:gd name="connsiteY1" fmla="*/ 2068735 h 2068734"/>
                <a:gd name="connsiteX2" fmla="*/ 0 w 330708"/>
                <a:gd name="connsiteY2" fmla="*/ 1901476 h 2068734"/>
                <a:gd name="connsiteX3" fmla="*/ 0 w 330708"/>
                <a:gd name="connsiteY3" fmla="*/ 163449 h 2068734"/>
                <a:gd name="connsiteX4" fmla="*/ 167164 w 330708"/>
                <a:gd name="connsiteY4" fmla="*/ 0 h 2068734"/>
                <a:gd name="connsiteX5" fmla="*/ 330708 w 330708"/>
                <a:gd name="connsiteY5" fmla="*/ 163449 h 2068734"/>
                <a:gd name="connsiteX6" fmla="*/ 330708 w 330708"/>
                <a:gd name="connsiteY6" fmla="*/ 1901476 h 206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2068734">
                  <a:moveTo>
                    <a:pt x="330708" y="1901476"/>
                  </a:moveTo>
                  <a:cubicBezTo>
                    <a:pt x="330708" y="1994344"/>
                    <a:pt x="256413" y="2068735"/>
                    <a:pt x="167164" y="2068735"/>
                  </a:cubicBezTo>
                  <a:cubicBezTo>
                    <a:pt x="77915" y="2068735"/>
                    <a:pt x="0" y="1994440"/>
                    <a:pt x="0" y="1901476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190147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6FEEF9A8-492C-4E47-8982-9A5F233DB7D0}"/>
                </a:ext>
              </a:extLst>
            </p:cNvPr>
            <p:cNvSpPr/>
            <p:nvPr/>
          </p:nvSpPr>
          <p:spPr>
            <a:xfrm>
              <a:off x="6236683" y="2168270"/>
              <a:ext cx="1065560" cy="2788348"/>
            </a:xfrm>
            <a:custGeom>
              <a:avLst/>
              <a:gdLst>
                <a:gd name="connsiteX0" fmla="*/ 321374 w 1065561"/>
                <a:gd name="connsiteY0" fmla="*/ 2625852 h 2788348"/>
                <a:gd name="connsiteX1" fmla="*/ 162496 w 1065561"/>
                <a:gd name="connsiteY1" fmla="*/ 2788349 h 2788348"/>
                <a:gd name="connsiteX2" fmla="*/ 0 w 1065561"/>
                <a:gd name="connsiteY2" fmla="*/ 2625852 h 2788348"/>
                <a:gd name="connsiteX3" fmla="*/ 0 w 1065561"/>
                <a:gd name="connsiteY3" fmla="*/ 158877 h 2788348"/>
                <a:gd name="connsiteX4" fmla="*/ 162496 w 1065561"/>
                <a:gd name="connsiteY4" fmla="*/ 0 h 2788348"/>
                <a:gd name="connsiteX5" fmla="*/ 903065 w 1065561"/>
                <a:gd name="connsiteY5" fmla="*/ 0 h 2788348"/>
                <a:gd name="connsiteX6" fmla="*/ 1065562 w 1065561"/>
                <a:gd name="connsiteY6" fmla="*/ 158877 h 2788348"/>
                <a:gd name="connsiteX7" fmla="*/ 903065 w 1065561"/>
                <a:gd name="connsiteY7" fmla="*/ 321374 h 2788348"/>
                <a:gd name="connsiteX8" fmla="*/ 321374 w 1065561"/>
                <a:gd name="connsiteY8" fmla="*/ 321374 h 2788348"/>
                <a:gd name="connsiteX9" fmla="*/ 321374 w 1065561"/>
                <a:gd name="connsiteY9" fmla="*/ 1216914 h 2788348"/>
                <a:gd name="connsiteX10" fmla="*/ 740569 w 1065561"/>
                <a:gd name="connsiteY10" fmla="*/ 1216914 h 2788348"/>
                <a:gd name="connsiteX11" fmla="*/ 903065 w 1065561"/>
                <a:gd name="connsiteY11" fmla="*/ 1375791 h 2788348"/>
                <a:gd name="connsiteX12" fmla="*/ 740569 w 1065561"/>
                <a:gd name="connsiteY12" fmla="*/ 1538288 h 2788348"/>
                <a:gd name="connsiteX13" fmla="*/ 321374 w 1065561"/>
                <a:gd name="connsiteY13" fmla="*/ 1538288 h 2788348"/>
                <a:gd name="connsiteX14" fmla="*/ 321374 w 1065561"/>
                <a:gd name="connsiteY14" fmla="*/ 2625757 h 278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65561" h="2788348">
                  <a:moveTo>
                    <a:pt x="321374" y="2625852"/>
                  </a:moveTo>
                  <a:cubicBezTo>
                    <a:pt x="321374" y="2716149"/>
                    <a:pt x="249174" y="2788349"/>
                    <a:pt x="162496" y="2788349"/>
                  </a:cubicBezTo>
                  <a:cubicBezTo>
                    <a:pt x="75819" y="2788349"/>
                    <a:pt x="0" y="2716149"/>
                    <a:pt x="0" y="2625852"/>
                  </a:cubicBezTo>
                  <a:lnTo>
                    <a:pt x="0" y="158877"/>
                  </a:lnTo>
                  <a:cubicBezTo>
                    <a:pt x="0" y="72200"/>
                    <a:pt x="72200" y="0"/>
                    <a:pt x="162496" y="0"/>
                  </a:cubicBezTo>
                  <a:lnTo>
                    <a:pt x="903065" y="0"/>
                  </a:lnTo>
                  <a:cubicBezTo>
                    <a:pt x="993362" y="0"/>
                    <a:pt x="1065562" y="72200"/>
                    <a:pt x="1065562" y="158877"/>
                  </a:cubicBezTo>
                  <a:cubicBezTo>
                    <a:pt x="1065562" y="245554"/>
                    <a:pt x="993362" y="321374"/>
                    <a:pt x="903065" y="321374"/>
                  </a:cubicBezTo>
                  <a:lnTo>
                    <a:pt x="321374" y="321374"/>
                  </a:lnTo>
                  <a:lnTo>
                    <a:pt x="321374" y="1216914"/>
                  </a:lnTo>
                  <a:lnTo>
                    <a:pt x="740569" y="1216914"/>
                  </a:lnTo>
                  <a:cubicBezTo>
                    <a:pt x="830866" y="1216914"/>
                    <a:pt x="903065" y="1289114"/>
                    <a:pt x="903065" y="1375791"/>
                  </a:cubicBezTo>
                  <a:cubicBezTo>
                    <a:pt x="903065" y="1462468"/>
                    <a:pt x="830866" y="1538288"/>
                    <a:pt x="740569" y="1538288"/>
                  </a:cubicBezTo>
                  <a:lnTo>
                    <a:pt x="321374" y="1538288"/>
                  </a:lnTo>
                  <a:lnTo>
                    <a:pt x="321374" y="262575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59E7F46E-4E29-E020-E332-6AE999E36DAF}"/>
                </a:ext>
              </a:extLst>
            </p:cNvPr>
            <p:cNvSpPr/>
            <p:nvPr/>
          </p:nvSpPr>
          <p:spPr>
            <a:xfrm>
              <a:off x="7800593" y="2168367"/>
              <a:ext cx="1070800" cy="2751389"/>
            </a:xfrm>
            <a:custGeom>
              <a:avLst/>
              <a:gdLst>
                <a:gd name="connsiteX0" fmla="*/ 908400 w 1070800"/>
                <a:gd name="connsiteY0" fmla="*/ 2429923 h 2751391"/>
                <a:gd name="connsiteX1" fmla="*/ 321469 w 1070800"/>
                <a:gd name="connsiteY1" fmla="*/ 2429923 h 2751391"/>
                <a:gd name="connsiteX2" fmla="*/ 321469 w 1070800"/>
                <a:gd name="connsiteY2" fmla="*/ 1522476 h 2751391"/>
                <a:gd name="connsiteX3" fmla="*/ 740664 w 1070800"/>
                <a:gd name="connsiteY3" fmla="*/ 1522476 h 2751391"/>
                <a:gd name="connsiteX4" fmla="*/ 903161 w 1070800"/>
                <a:gd name="connsiteY4" fmla="*/ 1359980 h 2751391"/>
                <a:gd name="connsiteX5" fmla="*/ 740664 w 1070800"/>
                <a:gd name="connsiteY5" fmla="*/ 1201103 h 2751391"/>
                <a:gd name="connsiteX6" fmla="*/ 321469 w 1070800"/>
                <a:gd name="connsiteY6" fmla="*/ 1201103 h 2751391"/>
                <a:gd name="connsiteX7" fmla="*/ 321469 w 1070800"/>
                <a:gd name="connsiteY7" fmla="*/ 321374 h 2751391"/>
                <a:gd name="connsiteX8" fmla="*/ 903161 w 1070800"/>
                <a:gd name="connsiteY8" fmla="*/ 321374 h 2751391"/>
                <a:gd name="connsiteX9" fmla="*/ 1065657 w 1070800"/>
                <a:gd name="connsiteY9" fmla="*/ 158877 h 2751391"/>
                <a:gd name="connsiteX10" fmla="*/ 903161 w 1070800"/>
                <a:gd name="connsiteY10" fmla="*/ 0 h 2751391"/>
                <a:gd name="connsiteX11" fmla="*/ 162496 w 1070800"/>
                <a:gd name="connsiteY11" fmla="*/ 0 h 2751391"/>
                <a:gd name="connsiteX12" fmla="*/ 0 w 1070800"/>
                <a:gd name="connsiteY12" fmla="*/ 158877 h 2751391"/>
                <a:gd name="connsiteX13" fmla="*/ 0 w 1070800"/>
                <a:gd name="connsiteY13" fmla="*/ 2588895 h 2751391"/>
                <a:gd name="connsiteX14" fmla="*/ 162496 w 1070800"/>
                <a:gd name="connsiteY14" fmla="*/ 2751392 h 2751391"/>
                <a:gd name="connsiteX15" fmla="*/ 165068 w 1070800"/>
                <a:gd name="connsiteY15" fmla="*/ 2751296 h 2751391"/>
                <a:gd name="connsiteX16" fmla="*/ 167735 w 1070800"/>
                <a:gd name="connsiteY16" fmla="*/ 2751392 h 2751391"/>
                <a:gd name="connsiteX17" fmla="*/ 908304 w 1070800"/>
                <a:gd name="connsiteY17" fmla="*/ 2751392 h 2751391"/>
                <a:gd name="connsiteX18" fmla="*/ 1070801 w 1070800"/>
                <a:gd name="connsiteY18" fmla="*/ 2592515 h 2751391"/>
                <a:gd name="connsiteX19" fmla="*/ 908304 w 1070800"/>
                <a:gd name="connsiteY19" fmla="*/ 2430018 h 275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70800" h="2751391">
                  <a:moveTo>
                    <a:pt x="908400" y="2429923"/>
                  </a:moveTo>
                  <a:lnTo>
                    <a:pt x="321469" y="2429923"/>
                  </a:lnTo>
                  <a:lnTo>
                    <a:pt x="321469" y="1522476"/>
                  </a:lnTo>
                  <a:lnTo>
                    <a:pt x="740664" y="1522476"/>
                  </a:lnTo>
                  <a:cubicBezTo>
                    <a:pt x="830961" y="1522476"/>
                    <a:pt x="903161" y="1450277"/>
                    <a:pt x="903161" y="1359980"/>
                  </a:cubicBezTo>
                  <a:cubicBezTo>
                    <a:pt x="903161" y="1269683"/>
                    <a:pt x="830961" y="1201103"/>
                    <a:pt x="740664" y="1201103"/>
                  </a:cubicBezTo>
                  <a:lnTo>
                    <a:pt x="321469" y="1201103"/>
                  </a:lnTo>
                  <a:lnTo>
                    <a:pt x="321469" y="321374"/>
                  </a:lnTo>
                  <a:lnTo>
                    <a:pt x="903161" y="321374"/>
                  </a:lnTo>
                  <a:cubicBezTo>
                    <a:pt x="993458" y="321374"/>
                    <a:pt x="1065657" y="249174"/>
                    <a:pt x="1065657" y="158877"/>
                  </a:cubicBezTo>
                  <a:cubicBezTo>
                    <a:pt x="1065657" y="68580"/>
                    <a:pt x="993458" y="0"/>
                    <a:pt x="903161" y="0"/>
                  </a:cubicBezTo>
                  <a:lnTo>
                    <a:pt x="162496" y="0"/>
                  </a:lnTo>
                  <a:cubicBezTo>
                    <a:pt x="72200" y="0"/>
                    <a:pt x="0" y="72200"/>
                    <a:pt x="0" y="158877"/>
                  </a:cubicBezTo>
                  <a:lnTo>
                    <a:pt x="0" y="2588895"/>
                  </a:lnTo>
                  <a:cubicBezTo>
                    <a:pt x="0" y="2679192"/>
                    <a:pt x="72200" y="2751392"/>
                    <a:pt x="162496" y="2751392"/>
                  </a:cubicBezTo>
                  <a:cubicBezTo>
                    <a:pt x="163354" y="2751392"/>
                    <a:pt x="164211" y="2751296"/>
                    <a:pt x="165068" y="2751296"/>
                  </a:cubicBezTo>
                  <a:cubicBezTo>
                    <a:pt x="166021" y="2751296"/>
                    <a:pt x="166878" y="2751392"/>
                    <a:pt x="167735" y="2751392"/>
                  </a:cubicBezTo>
                  <a:lnTo>
                    <a:pt x="908304" y="2751392"/>
                  </a:lnTo>
                  <a:cubicBezTo>
                    <a:pt x="998601" y="2751392"/>
                    <a:pt x="1070801" y="2679192"/>
                    <a:pt x="1070801" y="2592515"/>
                  </a:cubicBezTo>
                  <a:cubicBezTo>
                    <a:pt x="1070801" y="2505837"/>
                    <a:pt x="998601" y="2430018"/>
                    <a:pt x="908304" y="24300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4A92D264-F698-2EFF-4E7D-CAC9BC301E4C}"/>
                </a:ext>
              </a:extLst>
            </p:cNvPr>
            <p:cNvSpPr/>
            <p:nvPr/>
          </p:nvSpPr>
          <p:spPr>
            <a:xfrm>
              <a:off x="3605500" y="228601"/>
              <a:ext cx="4960413" cy="1495996"/>
            </a:xfrm>
            <a:custGeom>
              <a:avLst/>
              <a:gdLst>
                <a:gd name="connsiteX0" fmla="*/ 4782117 w 4960413"/>
                <a:gd name="connsiteY0" fmla="*/ 1495997 h 1495996"/>
                <a:gd name="connsiteX1" fmla="*/ 4642195 w 4960413"/>
                <a:gd name="connsiteY1" fmla="*/ 1428464 h 1495996"/>
                <a:gd name="connsiteX2" fmla="*/ 2426965 w 4960413"/>
                <a:gd name="connsiteY2" fmla="*/ 356807 h 1495996"/>
                <a:gd name="connsiteX3" fmla="*/ 311844 w 4960413"/>
                <a:gd name="connsiteY3" fmla="*/ 1309211 h 1495996"/>
                <a:gd name="connsiteX4" fmla="*/ 60098 w 4960413"/>
                <a:gd name="connsiteY4" fmla="*/ 1324451 h 1495996"/>
                <a:gd name="connsiteX5" fmla="*/ 44858 w 4960413"/>
                <a:gd name="connsiteY5" fmla="*/ 1072706 h 1495996"/>
                <a:gd name="connsiteX6" fmla="*/ 2427061 w 4960413"/>
                <a:gd name="connsiteY6" fmla="*/ 0 h 1495996"/>
                <a:gd name="connsiteX7" fmla="*/ 4921849 w 4960413"/>
                <a:gd name="connsiteY7" fmla="*/ 1206818 h 1495996"/>
                <a:gd name="connsiteX8" fmla="*/ 4892798 w 4960413"/>
                <a:gd name="connsiteY8" fmla="*/ 1457420 h 1495996"/>
                <a:gd name="connsiteX9" fmla="*/ 4782117 w 4960413"/>
                <a:gd name="connsiteY9" fmla="*/ 1495997 h 1495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60413" h="1495996">
                  <a:moveTo>
                    <a:pt x="4782117" y="1495997"/>
                  </a:moveTo>
                  <a:cubicBezTo>
                    <a:pt x="4729539" y="1495997"/>
                    <a:pt x="4677437" y="1472851"/>
                    <a:pt x="4642195" y="1428464"/>
                  </a:cubicBezTo>
                  <a:cubicBezTo>
                    <a:pt x="4102413" y="747427"/>
                    <a:pt x="3294979" y="356807"/>
                    <a:pt x="2426965" y="356807"/>
                  </a:cubicBezTo>
                  <a:cubicBezTo>
                    <a:pt x="1618960" y="356807"/>
                    <a:pt x="848006" y="703898"/>
                    <a:pt x="311844" y="1309211"/>
                  </a:cubicBezTo>
                  <a:cubicBezTo>
                    <a:pt x="246502" y="1382935"/>
                    <a:pt x="133822" y="1389698"/>
                    <a:pt x="60098" y="1324451"/>
                  </a:cubicBezTo>
                  <a:cubicBezTo>
                    <a:pt x="-13625" y="1259110"/>
                    <a:pt x="-20483" y="1146429"/>
                    <a:pt x="44858" y="1072706"/>
                  </a:cubicBezTo>
                  <a:cubicBezTo>
                    <a:pt x="648743" y="390906"/>
                    <a:pt x="1517042" y="0"/>
                    <a:pt x="2427061" y="0"/>
                  </a:cubicBezTo>
                  <a:cubicBezTo>
                    <a:pt x="3404612" y="0"/>
                    <a:pt x="4313868" y="439865"/>
                    <a:pt x="4921849" y="1206818"/>
                  </a:cubicBezTo>
                  <a:cubicBezTo>
                    <a:pt x="4982999" y="1283970"/>
                    <a:pt x="4970046" y="1396175"/>
                    <a:pt x="4892798" y="1457420"/>
                  </a:cubicBezTo>
                  <a:cubicBezTo>
                    <a:pt x="4860032" y="1483424"/>
                    <a:pt x="4820979" y="1495997"/>
                    <a:pt x="4782117" y="14959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8069CA81-6C51-D717-2AB3-D3A93C4F4231}"/>
                </a:ext>
              </a:extLst>
            </p:cNvPr>
            <p:cNvSpPr/>
            <p:nvPr/>
          </p:nvSpPr>
          <p:spPr>
            <a:xfrm>
              <a:off x="3749206" y="5390945"/>
              <a:ext cx="546290" cy="567406"/>
            </a:xfrm>
            <a:custGeom>
              <a:avLst/>
              <a:gdLst>
                <a:gd name="connsiteX0" fmla="*/ 100703 w 546290"/>
                <a:gd name="connsiteY0" fmla="*/ 485502 h 567405"/>
                <a:gd name="connsiteX1" fmla="*/ 881 w 546290"/>
                <a:gd name="connsiteY1" fmla="*/ 299193 h 567405"/>
                <a:gd name="connsiteX2" fmla="*/ 74890 w 546290"/>
                <a:gd name="connsiteY2" fmla="*/ 100501 h 567405"/>
                <a:gd name="connsiteX3" fmla="*/ 260342 w 546290"/>
                <a:gd name="connsiteY3" fmla="*/ 489 h 567405"/>
                <a:gd name="connsiteX4" fmla="*/ 450651 w 546290"/>
                <a:gd name="connsiteY4" fmla="*/ 72402 h 567405"/>
                <a:gd name="connsiteX5" fmla="*/ 545711 w 546290"/>
                <a:gd name="connsiteY5" fmla="*/ 252520 h 567405"/>
                <a:gd name="connsiteX6" fmla="*/ 478083 w 546290"/>
                <a:gd name="connsiteY6" fmla="*/ 437972 h 567405"/>
                <a:gd name="connsiteX7" fmla="*/ 373784 w 546290"/>
                <a:gd name="connsiteY7" fmla="*/ 505408 h 567405"/>
                <a:gd name="connsiteX8" fmla="*/ 278725 w 546290"/>
                <a:gd name="connsiteY8" fmla="*/ 476929 h 567405"/>
                <a:gd name="connsiteX9" fmla="*/ 250721 w 546290"/>
                <a:gd name="connsiteY9" fmla="*/ 393966 h 567405"/>
                <a:gd name="connsiteX10" fmla="*/ 159091 w 546290"/>
                <a:gd name="connsiteY10" fmla="*/ 370439 h 567405"/>
                <a:gd name="connsiteX11" fmla="*/ 122229 w 546290"/>
                <a:gd name="connsiteY11" fmla="*/ 290810 h 567405"/>
                <a:gd name="connsiteX12" fmla="*/ 175188 w 546290"/>
                <a:gd name="connsiteY12" fmla="*/ 181464 h 567405"/>
                <a:gd name="connsiteX13" fmla="*/ 338542 w 546290"/>
                <a:gd name="connsiteY13" fmla="*/ 128219 h 567405"/>
                <a:gd name="connsiteX14" fmla="*/ 375308 w 546290"/>
                <a:gd name="connsiteY14" fmla="*/ 150888 h 567405"/>
                <a:gd name="connsiteX15" fmla="*/ 432268 w 546290"/>
                <a:gd name="connsiteY15" fmla="*/ 236994 h 567405"/>
                <a:gd name="connsiteX16" fmla="*/ 436078 w 546290"/>
                <a:gd name="connsiteY16" fmla="*/ 250805 h 567405"/>
                <a:gd name="connsiteX17" fmla="*/ 423981 w 546290"/>
                <a:gd name="connsiteY17" fmla="*/ 278618 h 567405"/>
                <a:gd name="connsiteX18" fmla="*/ 327683 w 546290"/>
                <a:gd name="connsiteY18" fmla="*/ 386823 h 567405"/>
                <a:gd name="connsiteX19" fmla="*/ 331970 w 546290"/>
                <a:gd name="connsiteY19" fmla="*/ 438448 h 567405"/>
                <a:gd name="connsiteX20" fmla="*/ 378737 w 546290"/>
                <a:gd name="connsiteY20" fmla="*/ 444544 h 567405"/>
                <a:gd name="connsiteX21" fmla="*/ 436268 w 546290"/>
                <a:gd name="connsiteY21" fmla="*/ 400729 h 567405"/>
                <a:gd name="connsiteX22" fmla="*/ 491609 w 546290"/>
                <a:gd name="connsiteY22" fmla="*/ 253091 h 567405"/>
                <a:gd name="connsiteX23" fmla="*/ 416266 w 546290"/>
                <a:gd name="connsiteY23" fmla="*/ 110502 h 567405"/>
                <a:gd name="connsiteX24" fmla="*/ 264914 w 546290"/>
                <a:gd name="connsiteY24" fmla="*/ 53352 h 567405"/>
                <a:gd name="connsiteX25" fmla="*/ 117848 w 546290"/>
                <a:gd name="connsiteY25" fmla="*/ 132695 h 567405"/>
                <a:gd name="connsiteX26" fmla="*/ 56888 w 546290"/>
                <a:gd name="connsiteY26" fmla="*/ 293287 h 567405"/>
                <a:gd name="connsiteX27" fmla="*/ 136612 w 546290"/>
                <a:gd name="connsiteY27" fmla="*/ 446259 h 567405"/>
                <a:gd name="connsiteX28" fmla="*/ 256341 w 546290"/>
                <a:gd name="connsiteY28" fmla="*/ 518172 h 567405"/>
                <a:gd name="connsiteX29" fmla="*/ 269962 w 546290"/>
                <a:gd name="connsiteY29" fmla="*/ 526364 h 567405"/>
                <a:gd name="connsiteX30" fmla="*/ 274153 w 546290"/>
                <a:gd name="connsiteY30" fmla="*/ 540270 h 567405"/>
                <a:gd name="connsiteX31" fmla="*/ 264247 w 546290"/>
                <a:gd name="connsiteY31" fmla="*/ 560177 h 567405"/>
                <a:gd name="connsiteX32" fmla="*/ 238529 w 546290"/>
                <a:gd name="connsiteY32" fmla="*/ 566083 h 567405"/>
                <a:gd name="connsiteX33" fmla="*/ 100798 w 546290"/>
                <a:gd name="connsiteY33" fmla="*/ 485406 h 567405"/>
                <a:gd name="connsiteX34" fmla="*/ 332922 w 546290"/>
                <a:gd name="connsiteY34" fmla="*/ 203752 h 567405"/>
                <a:gd name="connsiteX35" fmla="*/ 287107 w 546290"/>
                <a:gd name="connsiteY35" fmla="*/ 188512 h 567405"/>
                <a:gd name="connsiteX36" fmla="*/ 230433 w 546290"/>
                <a:gd name="connsiteY36" fmla="*/ 225374 h 567405"/>
                <a:gd name="connsiteX37" fmla="*/ 196715 w 546290"/>
                <a:gd name="connsiteY37" fmla="*/ 285095 h 567405"/>
                <a:gd name="connsiteX38" fmla="*/ 209859 w 546290"/>
                <a:gd name="connsiteY38" fmla="*/ 324624 h 567405"/>
                <a:gd name="connsiteX39" fmla="*/ 278249 w 546290"/>
                <a:gd name="connsiteY39" fmla="*/ 339674 h 567405"/>
                <a:gd name="connsiteX40" fmla="*/ 362259 w 546290"/>
                <a:gd name="connsiteY40" fmla="*/ 245281 h 567405"/>
                <a:gd name="connsiteX41" fmla="*/ 333017 w 546290"/>
                <a:gd name="connsiteY41" fmla="*/ 203656 h 567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46290" h="567405">
                  <a:moveTo>
                    <a:pt x="100703" y="485502"/>
                  </a:moveTo>
                  <a:cubicBezTo>
                    <a:pt x="40124" y="431590"/>
                    <a:pt x="6881" y="369582"/>
                    <a:pt x="881" y="299193"/>
                  </a:cubicBezTo>
                  <a:cubicBezTo>
                    <a:pt x="-5120" y="228898"/>
                    <a:pt x="19550" y="162699"/>
                    <a:pt x="74890" y="100501"/>
                  </a:cubicBezTo>
                  <a:cubicBezTo>
                    <a:pt x="130421" y="38112"/>
                    <a:pt x="192238" y="4774"/>
                    <a:pt x="260342" y="489"/>
                  </a:cubicBezTo>
                  <a:cubicBezTo>
                    <a:pt x="328541" y="-3798"/>
                    <a:pt x="391977" y="20110"/>
                    <a:pt x="450651" y="72402"/>
                  </a:cubicBezTo>
                  <a:cubicBezTo>
                    <a:pt x="509420" y="124694"/>
                    <a:pt x="541043" y="184702"/>
                    <a:pt x="545711" y="252520"/>
                  </a:cubicBezTo>
                  <a:cubicBezTo>
                    <a:pt x="550283" y="320338"/>
                    <a:pt x="527804" y="382155"/>
                    <a:pt x="478083" y="437972"/>
                  </a:cubicBezTo>
                  <a:cubicBezTo>
                    <a:pt x="443603" y="476739"/>
                    <a:pt x="408836" y="499218"/>
                    <a:pt x="373784" y="505408"/>
                  </a:cubicBezTo>
                  <a:cubicBezTo>
                    <a:pt x="338732" y="511600"/>
                    <a:pt x="307014" y="502075"/>
                    <a:pt x="278725" y="476929"/>
                  </a:cubicBezTo>
                  <a:cubicBezTo>
                    <a:pt x="250436" y="451783"/>
                    <a:pt x="241101" y="424160"/>
                    <a:pt x="250721" y="393966"/>
                  </a:cubicBezTo>
                  <a:cubicBezTo>
                    <a:pt x="213193" y="399205"/>
                    <a:pt x="182618" y="391394"/>
                    <a:pt x="159091" y="370439"/>
                  </a:cubicBezTo>
                  <a:cubicBezTo>
                    <a:pt x="135564" y="349484"/>
                    <a:pt x="123182" y="322910"/>
                    <a:pt x="122229" y="290810"/>
                  </a:cubicBezTo>
                  <a:cubicBezTo>
                    <a:pt x="121562" y="258330"/>
                    <a:pt x="139184" y="221945"/>
                    <a:pt x="175188" y="181464"/>
                  </a:cubicBezTo>
                  <a:cubicBezTo>
                    <a:pt x="227957" y="122123"/>
                    <a:pt x="282344" y="104406"/>
                    <a:pt x="338542" y="128219"/>
                  </a:cubicBezTo>
                  <a:cubicBezTo>
                    <a:pt x="351972" y="133839"/>
                    <a:pt x="364259" y="141459"/>
                    <a:pt x="375308" y="150888"/>
                  </a:cubicBezTo>
                  <a:cubicBezTo>
                    <a:pt x="401597" y="174225"/>
                    <a:pt x="420552" y="202990"/>
                    <a:pt x="432268" y="236994"/>
                  </a:cubicBezTo>
                  <a:cubicBezTo>
                    <a:pt x="434363" y="242995"/>
                    <a:pt x="435602" y="247662"/>
                    <a:pt x="436078" y="250805"/>
                  </a:cubicBezTo>
                  <a:cubicBezTo>
                    <a:pt x="437126" y="259092"/>
                    <a:pt x="433125" y="268332"/>
                    <a:pt x="423981" y="278618"/>
                  </a:cubicBezTo>
                  <a:lnTo>
                    <a:pt x="327683" y="386823"/>
                  </a:lnTo>
                  <a:cubicBezTo>
                    <a:pt x="311872" y="404634"/>
                    <a:pt x="313301" y="421779"/>
                    <a:pt x="331970" y="438448"/>
                  </a:cubicBezTo>
                  <a:cubicBezTo>
                    <a:pt x="344447" y="449592"/>
                    <a:pt x="360068" y="451593"/>
                    <a:pt x="378737" y="444544"/>
                  </a:cubicBezTo>
                  <a:cubicBezTo>
                    <a:pt x="397406" y="437495"/>
                    <a:pt x="416552" y="422827"/>
                    <a:pt x="436268" y="400729"/>
                  </a:cubicBezTo>
                  <a:cubicBezTo>
                    <a:pt x="476559" y="355390"/>
                    <a:pt x="495038" y="306146"/>
                    <a:pt x="491609" y="253091"/>
                  </a:cubicBezTo>
                  <a:cubicBezTo>
                    <a:pt x="488180" y="200037"/>
                    <a:pt x="463034" y="152507"/>
                    <a:pt x="416266" y="110502"/>
                  </a:cubicBezTo>
                  <a:cubicBezTo>
                    <a:pt x="369498" y="68878"/>
                    <a:pt x="319016" y="49828"/>
                    <a:pt x="264914" y="53352"/>
                  </a:cubicBezTo>
                  <a:cubicBezTo>
                    <a:pt x="210907" y="56686"/>
                    <a:pt x="161948" y="83166"/>
                    <a:pt x="117848" y="132695"/>
                  </a:cubicBezTo>
                  <a:cubicBezTo>
                    <a:pt x="73747" y="182225"/>
                    <a:pt x="53363" y="235756"/>
                    <a:pt x="56888" y="293287"/>
                  </a:cubicBezTo>
                  <a:cubicBezTo>
                    <a:pt x="60317" y="350723"/>
                    <a:pt x="86891" y="401776"/>
                    <a:pt x="136612" y="446259"/>
                  </a:cubicBezTo>
                  <a:cubicBezTo>
                    <a:pt x="174331" y="480168"/>
                    <a:pt x="214241" y="504170"/>
                    <a:pt x="256341" y="518172"/>
                  </a:cubicBezTo>
                  <a:cubicBezTo>
                    <a:pt x="262151" y="520744"/>
                    <a:pt x="266723" y="523506"/>
                    <a:pt x="269962" y="526364"/>
                  </a:cubicBezTo>
                  <a:cubicBezTo>
                    <a:pt x="273200" y="529221"/>
                    <a:pt x="274629" y="533889"/>
                    <a:pt x="274153" y="540270"/>
                  </a:cubicBezTo>
                  <a:cubicBezTo>
                    <a:pt x="273677" y="546652"/>
                    <a:pt x="270343" y="553319"/>
                    <a:pt x="264247" y="560177"/>
                  </a:cubicBezTo>
                  <a:cubicBezTo>
                    <a:pt x="258151" y="567036"/>
                    <a:pt x="249578" y="569035"/>
                    <a:pt x="238529" y="566083"/>
                  </a:cubicBezTo>
                  <a:cubicBezTo>
                    <a:pt x="190523" y="551319"/>
                    <a:pt x="144613" y="524458"/>
                    <a:pt x="100798" y="485406"/>
                  </a:cubicBezTo>
                  <a:moveTo>
                    <a:pt x="332922" y="203752"/>
                  </a:moveTo>
                  <a:cubicBezTo>
                    <a:pt x="319682" y="191941"/>
                    <a:pt x="304442" y="186892"/>
                    <a:pt x="287107" y="188512"/>
                  </a:cubicBezTo>
                  <a:cubicBezTo>
                    <a:pt x="269962" y="189940"/>
                    <a:pt x="251007" y="202228"/>
                    <a:pt x="230433" y="225374"/>
                  </a:cubicBezTo>
                  <a:cubicBezTo>
                    <a:pt x="209764" y="248615"/>
                    <a:pt x="198524" y="268522"/>
                    <a:pt x="196715" y="285095"/>
                  </a:cubicBezTo>
                  <a:cubicBezTo>
                    <a:pt x="194905" y="301764"/>
                    <a:pt x="199286" y="314908"/>
                    <a:pt x="209859" y="324624"/>
                  </a:cubicBezTo>
                  <a:cubicBezTo>
                    <a:pt x="227766" y="340245"/>
                    <a:pt x="250626" y="345293"/>
                    <a:pt x="278249" y="339674"/>
                  </a:cubicBezTo>
                  <a:lnTo>
                    <a:pt x="362259" y="245281"/>
                  </a:lnTo>
                  <a:cubicBezTo>
                    <a:pt x="355973" y="229374"/>
                    <a:pt x="346257" y="215467"/>
                    <a:pt x="333017" y="20365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7B63FBC8-8BEC-208E-ADCD-2F8C02C1D37D}"/>
                </a:ext>
              </a:extLst>
            </p:cNvPr>
            <p:cNvSpPr/>
            <p:nvPr/>
          </p:nvSpPr>
          <p:spPr>
            <a:xfrm>
              <a:off x="4362046" y="5781044"/>
              <a:ext cx="399279" cy="467402"/>
            </a:xfrm>
            <a:custGeom>
              <a:avLst/>
              <a:gdLst>
                <a:gd name="connsiteX0" fmla="*/ 311680 w 399278"/>
                <a:gd name="connsiteY0" fmla="*/ 47967 h 467401"/>
                <a:gd name="connsiteX1" fmla="*/ 392166 w 399278"/>
                <a:gd name="connsiteY1" fmla="*/ 122548 h 467401"/>
                <a:gd name="connsiteX2" fmla="*/ 379879 w 399278"/>
                <a:gd name="connsiteY2" fmla="*/ 217227 h 467401"/>
                <a:gd name="connsiteX3" fmla="*/ 274342 w 399278"/>
                <a:gd name="connsiteY3" fmla="*/ 274186 h 467401"/>
                <a:gd name="connsiteX4" fmla="*/ 289011 w 399278"/>
                <a:gd name="connsiteY4" fmla="*/ 402773 h 467401"/>
                <a:gd name="connsiteX5" fmla="*/ 209953 w 399278"/>
                <a:gd name="connsiteY5" fmla="*/ 466401 h 467401"/>
                <a:gd name="connsiteX6" fmla="*/ 97177 w 399278"/>
                <a:gd name="connsiteY6" fmla="*/ 436397 h 467401"/>
                <a:gd name="connsiteX7" fmla="*/ 19453 w 399278"/>
                <a:gd name="connsiteY7" fmla="*/ 392963 h 467401"/>
                <a:gd name="connsiteX8" fmla="*/ 2117 w 399278"/>
                <a:gd name="connsiteY8" fmla="*/ 374770 h 467401"/>
                <a:gd name="connsiteX9" fmla="*/ 3546 w 399278"/>
                <a:gd name="connsiteY9" fmla="*/ 352196 h 467401"/>
                <a:gd name="connsiteX10" fmla="*/ 192617 w 399278"/>
                <a:gd name="connsiteY10" fmla="*/ 13677 h 467401"/>
                <a:gd name="connsiteX11" fmla="*/ 211286 w 399278"/>
                <a:gd name="connsiteY11" fmla="*/ 342 h 467401"/>
                <a:gd name="connsiteX12" fmla="*/ 235956 w 399278"/>
                <a:gd name="connsiteY12" fmla="*/ 5581 h 467401"/>
                <a:gd name="connsiteX13" fmla="*/ 311680 w 399278"/>
                <a:gd name="connsiteY13" fmla="*/ 47872 h 467401"/>
                <a:gd name="connsiteX14" fmla="*/ 143373 w 399278"/>
                <a:gd name="connsiteY14" fmla="*/ 242087 h 467401"/>
                <a:gd name="connsiteX15" fmla="*/ 80603 w 399278"/>
                <a:gd name="connsiteY15" fmla="*/ 354482 h 467401"/>
                <a:gd name="connsiteX16" fmla="*/ 130038 w 399278"/>
                <a:gd name="connsiteY16" fmla="*/ 382104 h 467401"/>
                <a:gd name="connsiteX17" fmla="*/ 190046 w 399278"/>
                <a:gd name="connsiteY17" fmla="*/ 398964 h 467401"/>
                <a:gd name="connsiteX18" fmla="*/ 231479 w 399278"/>
                <a:gd name="connsiteY18" fmla="*/ 365435 h 467401"/>
                <a:gd name="connsiteX19" fmla="*/ 239385 w 399278"/>
                <a:gd name="connsiteY19" fmla="*/ 313143 h 467401"/>
                <a:gd name="connsiteX20" fmla="*/ 192236 w 399278"/>
                <a:gd name="connsiteY20" fmla="*/ 269423 h 467401"/>
                <a:gd name="connsiteX21" fmla="*/ 143373 w 399278"/>
                <a:gd name="connsiteY21" fmla="*/ 242087 h 467401"/>
                <a:gd name="connsiteX22" fmla="*/ 235099 w 399278"/>
                <a:gd name="connsiteY22" fmla="*/ 77780 h 467401"/>
                <a:gd name="connsiteX23" fmla="*/ 174330 w 399278"/>
                <a:gd name="connsiteY23" fmla="*/ 186652 h 467401"/>
                <a:gd name="connsiteX24" fmla="*/ 222716 w 399278"/>
                <a:gd name="connsiteY24" fmla="*/ 213702 h 467401"/>
                <a:gd name="connsiteX25" fmla="*/ 276342 w 399278"/>
                <a:gd name="connsiteY25" fmla="*/ 224275 h 467401"/>
                <a:gd name="connsiteX26" fmla="*/ 316538 w 399278"/>
                <a:gd name="connsiteY26" fmla="*/ 190461 h 467401"/>
                <a:gd name="connsiteX27" fmla="*/ 323872 w 399278"/>
                <a:gd name="connsiteY27" fmla="*/ 142455 h 467401"/>
                <a:gd name="connsiteX28" fmla="*/ 281676 w 399278"/>
                <a:gd name="connsiteY28" fmla="*/ 103784 h 467401"/>
                <a:gd name="connsiteX29" fmla="*/ 235194 w 399278"/>
                <a:gd name="connsiteY29" fmla="*/ 77780 h 467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9278" h="467401">
                  <a:moveTo>
                    <a:pt x="311680" y="47967"/>
                  </a:moveTo>
                  <a:cubicBezTo>
                    <a:pt x="352733" y="70923"/>
                    <a:pt x="379593" y="95783"/>
                    <a:pt x="392166" y="122548"/>
                  </a:cubicBezTo>
                  <a:cubicBezTo>
                    <a:pt x="404739" y="149409"/>
                    <a:pt x="400644" y="180936"/>
                    <a:pt x="379879" y="217227"/>
                  </a:cubicBezTo>
                  <a:cubicBezTo>
                    <a:pt x="356733" y="258755"/>
                    <a:pt x="321491" y="277711"/>
                    <a:pt x="274342" y="274186"/>
                  </a:cubicBezTo>
                  <a:cubicBezTo>
                    <a:pt x="312918" y="308285"/>
                    <a:pt x="317871" y="351243"/>
                    <a:pt x="289011" y="402773"/>
                  </a:cubicBezTo>
                  <a:cubicBezTo>
                    <a:pt x="267770" y="440779"/>
                    <a:pt x="241481" y="461924"/>
                    <a:pt x="209953" y="466401"/>
                  </a:cubicBezTo>
                  <a:cubicBezTo>
                    <a:pt x="178520" y="470782"/>
                    <a:pt x="140897" y="460781"/>
                    <a:pt x="97177" y="436397"/>
                  </a:cubicBezTo>
                  <a:lnTo>
                    <a:pt x="19453" y="392963"/>
                  </a:lnTo>
                  <a:cubicBezTo>
                    <a:pt x="11166" y="388296"/>
                    <a:pt x="5356" y="382295"/>
                    <a:pt x="2117" y="374770"/>
                  </a:cubicBezTo>
                  <a:cubicBezTo>
                    <a:pt x="-1121" y="367245"/>
                    <a:pt x="-645" y="359816"/>
                    <a:pt x="3546" y="352196"/>
                  </a:cubicBezTo>
                  <a:lnTo>
                    <a:pt x="192617" y="13677"/>
                  </a:lnTo>
                  <a:cubicBezTo>
                    <a:pt x="196904" y="5962"/>
                    <a:pt x="203190" y="1486"/>
                    <a:pt x="211286" y="342"/>
                  </a:cubicBezTo>
                  <a:cubicBezTo>
                    <a:pt x="219383" y="-801"/>
                    <a:pt x="227574" y="914"/>
                    <a:pt x="235956" y="5581"/>
                  </a:cubicBezTo>
                  <a:lnTo>
                    <a:pt x="311680" y="47872"/>
                  </a:lnTo>
                  <a:close/>
                  <a:moveTo>
                    <a:pt x="143373" y="242087"/>
                  </a:moveTo>
                  <a:lnTo>
                    <a:pt x="80603" y="354482"/>
                  </a:lnTo>
                  <a:lnTo>
                    <a:pt x="130038" y="382104"/>
                  </a:lnTo>
                  <a:cubicBezTo>
                    <a:pt x="153946" y="395439"/>
                    <a:pt x="174044" y="401154"/>
                    <a:pt x="190046" y="398964"/>
                  </a:cubicBezTo>
                  <a:cubicBezTo>
                    <a:pt x="206333" y="396963"/>
                    <a:pt x="220145" y="385724"/>
                    <a:pt x="231479" y="365435"/>
                  </a:cubicBezTo>
                  <a:cubicBezTo>
                    <a:pt x="242719" y="345243"/>
                    <a:pt x="245386" y="327812"/>
                    <a:pt x="239385" y="313143"/>
                  </a:cubicBezTo>
                  <a:cubicBezTo>
                    <a:pt x="233385" y="298475"/>
                    <a:pt x="217668" y="283902"/>
                    <a:pt x="192236" y="269423"/>
                  </a:cubicBezTo>
                  <a:lnTo>
                    <a:pt x="143373" y="242087"/>
                  </a:lnTo>
                  <a:close/>
                  <a:moveTo>
                    <a:pt x="235099" y="77780"/>
                  </a:moveTo>
                  <a:lnTo>
                    <a:pt x="174330" y="186652"/>
                  </a:lnTo>
                  <a:lnTo>
                    <a:pt x="222716" y="213702"/>
                  </a:lnTo>
                  <a:cubicBezTo>
                    <a:pt x="242052" y="224752"/>
                    <a:pt x="259959" y="228276"/>
                    <a:pt x="276342" y="224275"/>
                  </a:cubicBezTo>
                  <a:cubicBezTo>
                    <a:pt x="292725" y="220275"/>
                    <a:pt x="306156" y="209035"/>
                    <a:pt x="316538" y="190461"/>
                  </a:cubicBezTo>
                  <a:cubicBezTo>
                    <a:pt x="326920" y="171887"/>
                    <a:pt x="329301" y="155885"/>
                    <a:pt x="323872" y="142455"/>
                  </a:cubicBezTo>
                  <a:cubicBezTo>
                    <a:pt x="318062" y="129120"/>
                    <a:pt x="303965" y="116262"/>
                    <a:pt x="281676" y="103784"/>
                  </a:cubicBezTo>
                  <a:lnTo>
                    <a:pt x="235194" y="777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5E708F34-49A4-30E3-0CFD-0A034D83C27A}"/>
                </a:ext>
              </a:extLst>
            </p:cNvPr>
            <p:cNvSpPr/>
            <p:nvPr/>
          </p:nvSpPr>
          <p:spPr>
            <a:xfrm>
              <a:off x="4761393" y="5957067"/>
              <a:ext cx="452210" cy="522721"/>
            </a:xfrm>
            <a:custGeom>
              <a:avLst/>
              <a:gdLst>
                <a:gd name="connsiteX0" fmla="*/ 2344 w 452211"/>
                <a:gd name="connsiteY0" fmla="*/ 389440 h 522723"/>
                <a:gd name="connsiteX1" fmla="*/ 140551 w 452211"/>
                <a:gd name="connsiteY1" fmla="*/ 17679 h 522723"/>
                <a:gd name="connsiteX2" fmla="*/ 183604 w 452211"/>
                <a:gd name="connsiteY2" fmla="*/ 3963 h 522723"/>
                <a:gd name="connsiteX3" fmla="*/ 212846 w 452211"/>
                <a:gd name="connsiteY3" fmla="*/ 28347 h 522723"/>
                <a:gd name="connsiteX4" fmla="*/ 216561 w 452211"/>
                <a:gd name="connsiteY4" fmla="*/ 45873 h 522723"/>
                <a:gd name="connsiteX5" fmla="*/ 283712 w 452211"/>
                <a:gd name="connsiteY5" fmla="*/ 384487 h 522723"/>
                <a:gd name="connsiteX6" fmla="*/ 386106 w 452211"/>
                <a:gd name="connsiteY6" fmla="*/ 109024 h 522723"/>
                <a:gd name="connsiteX7" fmla="*/ 402298 w 452211"/>
                <a:gd name="connsiteY7" fmla="*/ 92546 h 522723"/>
                <a:gd name="connsiteX8" fmla="*/ 427730 w 452211"/>
                <a:gd name="connsiteY8" fmla="*/ 94736 h 522723"/>
                <a:gd name="connsiteX9" fmla="*/ 448590 w 452211"/>
                <a:gd name="connsiteY9" fmla="*/ 110071 h 522723"/>
                <a:gd name="connsiteX10" fmla="*/ 450209 w 452211"/>
                <a:gd name="connsiteY10" fmla="*/ 132836 h 522723"/>
                <a:gd name="connsiteX11" fmla="*/ 312001 w 452211"/>
                <a:gd name="connsiteY11" fmla="*/ 504693 h 522723"/>
                <a:gd name="connsiteX12" fmla="*/ 271044 w 452211"/>
                <a:gd name="connsiteY12" fmla="*/ 519170 h 522723"/>
                <a:gd name="connsiteX13" fmla="*/ 249517 w 452211"/>
                <a:gd name="connsiteY13" fmla="*/ 505835 h 522723"/>
                <a:gd name="connsiteX14" fmla="*/ 239611 w 452211"/>
                <a:gd name="connsiteY14" fmla="*/ 491548 h 522723"/>
                <a:gd name="connsiteX15" fmla="*/ 235135 w 452211"/>
                <a:gd name="connsiteY15" fmla="*/ 473355 h 522723"/>
                <a:gd name="connsiteX16" fmla="*/ 168555 w 452211"/>
                <a:gd name="connsiteY16" fmla="*/ 138361 h 522723"/>
                <a:gd name="connsiteX17" fmla="*/ 66352 w 452211"/>
                <a:gd name="connsiteY17" fmla="*/ 413348 h 522723"/>
                <a:gd name="connsiteX18" fmla="*/ 50445 w 452211"/>
                <a:gd name="connsiteY18" fmla="*/ 429921 h 522723"/>
                <a:gd name="connsiteX19" fmla="*/ 24727 w 452211"/>
                <a:gd name="connsiteY19" fmla="*/ 427635 h 522723"/>
                <a:gd name="connsiteX20" fmla="*/ 2248 w 452211"/>
                <a:gd name="connsiteY20" fmla="*/ 389535 h 52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52211" h="522723">
                  <a:moveTo>
                    <a:pt x="2344" y="389440"/>
                  </a:moveTo>
                  <a:lnTo>
                    <a:pt x="140551" y="17679"/>
                  </a:lnTo>
                  <a:cubicBezTo>
                    <a:pt x="147028" y="248"/>
                    <a:pt x="161411" y="-4229"/>
                    <a:pt x="183604" y="3963"/>
                  </a:cubicBezTo>
                  <a:cubicBezTo>
                    <a:pt x="200273" y="10154"/>
                    <a:pt x="209989" y="18346"/>
                    <a:pt x="212846" y="28347"/>
                  </a:cubicBezTo>
                  <a:cubicBezTo>
                    <a:pt x="213989" y="31871"/>
                    <a:pt x="215227" y="37681"/>
                    <a:pt x="216561" y="45873"/>
                  </a:cubicBezTo>
                  <a:lnTo>
                    <a:pt x="283712" y="384487"/>
                  </a:lnTo>
                  <a:lnTo>
                    <a:pt x="386106" y="109024"/>
                  </a:lnTo>
                  <a:cubicBezTo>
                    <a:pt x="389440" y="100165"/>
                    <a:pt x="394774" y="94641"/>
                    <a:pt x="402298" y="92546"/>
                  </a:cubicBezTo>
                  <a:cubicBezTo>
                    <a:pt x="409823" y="90545"/>
                    <a:pt x="418205" y="91212"/>
                    <a:pt x="427730" y="94736"/>
                  </a:cubicBezTo>
                  <a:cubicBezTo>
                    <a:pt x="437160" y="98260"/>
                    <a:pt x="444113" y="103404"/>
                    <a:pt x="448590" y="110071"/>
                  </a:cubicBezTo>
                  <a:cubicBezTo>
                    <a:pt x="452781" y="116739"/>
                    <a:pt x="453352" y="124264"/>
                    <a:pt x="450209" y="132836"/>
                  </a:cubicBezTo>
                  <a:lnTo>
                    <a:pt x="312001" y="504693"/>
                  </a:lnTo>
                  <a:cubicBezTo>
                    <a:pt x="305524" y="522028"/>
                    <a:pt x="291904" y="526885"/>
                    <a:pt x="271044" y="519170"/>
                  </a:cubicBezTo>
                  <a:cubicBezTo>
                    <a:pt x="261900" y="515741"/>
                    <a:pt x="254756" y="511360"/>
                    <a:pt x="249517" y="505835"/>
                  </a:cubicBezTo>
                  <a:cubicBezTo>
                    <a:pt x="244279" y="500406"/>
                    <a:pt x="240945" y="495644"/>
                    <a:pt x="239611" y="491548"/>
                  </a:cubicBezTo>
                  <a:cubicBezTo>
                    <a:pt x="238278" y="487547"/>
                    <a:pt x="236754" y="481452"/>
                    <a:pt x="235135" y="473355"/>
                  </a:cubicBezTo>
                  <a:lnTo>
                    <a:pt x="168555" y="138361"/>
                  </a:lnTo>
                  <a:lnTo>
                    <a:pt x="66352" y="413348"/>
                  </a:lnTo>
                  <a:cubicBezTo>
                    <a:pt x="63304" y="422110"/>
                    <a:pt x="58065" y="427635"/>
                    <a:pt x="50445" y="429921"/>
                  </a:cubicBezTo>
                  <a:cubicBezTo>
                    <a:pt x="42920" y="432207"/>
                    <a:pt x="34348" y="431445"/>
                    <a:pt x="24727" y="427635"/>
                  </a:cubicBezTo>
                  <a:cubicBezTo>
                    <a:pt x="3296" y="419634"/>
                    <a:pt x="-4229" y="406966"/>
                    <a:pt x="2248" y="3895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D27B0C3B-9318-C736-86A5-32B6DDFDBA44}"/>
                </a:ext>
              </a:extLst>
            </p:cNvPr>
            <p:cNvSpPr/>
            <p:nvPr/>
          </p:nvSpPr>
          <p:spPr>
            <a:xfrm>
              <a:off x="5261998" y="6106779"/>
              <a:ext cx="330190" cy="441242"/>
            </a:xfrm>
            <a:custGeom>
              <a:avLst/>
              <a:gdLst>
                <a:gd name="connsiteX0" fmla="*/ 79905 w 330188"/>
                <a:gd name="connsiteY0" fmla="*/ 21794 h 441242"/>
                <a:gd name="connsiteX1" fmla="*/ 93525 w 330188"/>
                <a:gd name="connsiteY1" fmla="*/ 3126 h 441242"/>
                <a:gd name="connsiteX2" fmla="*/ 119148 w 330188"/>
                <a:gd name="connsiteY2" fmla="*/ 1125 h 441242"/>
                <a:gd name="connsiteX3" fmla="*/ 202015 w 330188"/>
                <a:gd name="connsiteY3" fmla="*/ 18270 h 441242"/>
                <a:gd name="connsiteX4" fmla="*/ 312029 w 330188"/>
                <a:gd name="connsiteY4" fmla="*/ 73134 h 441242"/>
                <a:gd name="connsiteX5" fmla="*/ 324411 w 330188"/>
                <a:gd name="connsiteY5" fmla="*/ 189149 h 441242"/>
                <a:gd name="connsiteX6" fmla="*/ 260022 w 330188"/>
                <a:gd name="connsiteY6" fmla="*/ 293733 h 441242"/>
                <a:gd name="connsiteX7" fmla="*/ 142198 w 330188"/>
                <a:gd name="connsiteY7" fmla="*/ 306401 h 441242"/>
                <a:gd name="connsiteX8" fmla="*/ 93144 w 330188"/>
                <a:gd name="connsiteY8" fmla="*/ 296305 h 441242"/>
                <a:gd name="connsiteX9" fmla="*/ 67522 w 330188"/>
                <a:gd name="connsiteY9" fmla="*/ 420416 h 441242"/>
                <a:gd name="connsiteX10" fmla="*/ 53997 w 330188"/>
                <a:gd name="connsiteY10" fmla="*/ 438513 h 441242"/>
                <a:gd name="connsiteX11" fmla="*/ 28755 w 330188"/>
                <a:gd name="connsiteY11" fmla="*/ 440037 h 441242"/>
                <a:gd name="connsiteX12" fmla="*/ 5895 w 330188"/>
                <a:gd name="connsiteY12" fmla="*/ 428417 h 441242"/>
                <a:gd name="connsiteX13" fmla="*/ 752 w 330188"/>
                <a:gd name="connsiteY13" fmla="*/ 405842 h 441242"/>
                <a:gd name="connsiteX14" fmla="*/ 79905 w 330188"/>
                <a:gd name="connsiteY14" fmla="*/ 21890 h 441242"/>
                <a:gd name="connsiteX15" fmla="*/ 139722 w 330188"/>
                <a:gd name="connsiteY15" fmla="*/ 70182 h 441242"/>
                <a:gd name="connsiteX16" fmla="*/ 106384 w 330188"/>
                <a:gd name="connsiteY16" fmla="*/ 231726 h 441242"/>
                <a:gd name="connsiteX17" fmla="*/ 149151 w 330188"/>
                <a:gd name="connsiteY17" fmla="*/ 244965 h 441242"/>
                <a:gd name="connsiteX18" fmla="*/ 219922 w 330188"/>
                <a:gd name="connsiteY18" fmla="*/ 240298 h 441242"/>
                <a:gd name="connsiteX19" fmla="*/ 256308 w 330188"/>
                <a:gd name="connsiteY19" fmla="*/ 180195 h 441242"/>
                <a:gd name="connsiteX20" fmla="*/ 250116 w 330188"/>
                <a:gd name="connsiteY20" fmla="*/ 111901 h 441242"/>
                <a:gd name="connsiteX21" fmla="*/ 189347 w 330188"/>
                <a:gd name="connsiteY21" fmla="*/ 80373 h 441242"/>
                <a:gd name="connsiteX22" fmla="*/ 139626 w 330188"/>
                <a:gd name="connsiteY22" fmla="*/ 70086 h 441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0188" h="441242">
                  <a:moveTo>
                    <a:pt x="79905" y="21794"/>
                  </a:moveTo>
                  <a:cubicBezTo>
                    <a:pt x="81810" y="12651"/>
                    <a:pt x="86286" y="6459"/>
                    <a:pt x="93525" y="3126"/>
                  </a:cubicBezTo>
                  <a:cubicBezTo>
                    <a:pt x="100764" y="-208"/>
                    <a:pt x="109242" y="-875"/>
                    <a:pt x="119148" y="1125"/>
                  </a:cubicBezTo>
                  <a:lnTo>
                    <a:pt x="202015" y="18270"/>
                  </a:lnTo>
                  <a:cubicBezTo>
                    <a:pt x="256403" y="29510"/>
                    <a:pt x="293074" y="47798"/>
                    <a:pt x="312029" y="73134"/>
                  </a:cubicBezTo>
                  <a:cubicBezTo>
                    <a:pt x="330984" y="98470"/>
                    <a:pt x="335079" y="137237"/>
                    <a:pt x="324411" y="189149"/>
                  </a:cubicBezTo>
                  <a:cubicBezTo>
                    <a:pt x="313743" y="240869"/>
                    <a:pt x="292312" y="275731"/>
                    <a:pt x="260022" y="293733"/>
                  </a:cubicBezTo>
                  <a:cubicBezTo>
                    <a:pt x="227733" y="311735"/>
                    <a:pt x="188585" y="315926"/>
                    <a:pt x="142198" y="306401"/>
                  </a:cubicBezTo>
                  <a:cubicBezTo>
                    <a:pt x="122767" y="302401"/>
                    <a:pt x="106384" y="299068"/>
                    <a:pt x="93144" y="296305"/>
                  </a:cubicBezTo>
                  <a:lnTo>
                    <a:pt x="67522" y="420416"/>
                  </a:lnTo>
                  <a:cubicBezTo>
                    <a:pt x="65522" y="429179"/>
                    <a:pt x="61045" y="435275"/>
                    <a:pt x="53997" y="438513"/>
                  </a:cubicBezTo>
                  <a:cubicBezTo>
                    <a:pt x="47043" y="441561"/>
                    <a:pt x="38661" y="442037"/>
                    <a:pt x="28755" y="440037"/>
                  </a:cubicBezTo>
                  <a:cubicBezTo>
                    <a:pt x="18849" y="437942"/>
                    <a:pt x="11229" y="434132"/>
                    <a:pt x="5895" y="428417"/>
                  </a:cubicBezTo>
                  <a:cubicBezTo>
                    <a:pt x="561" y="422607"/>
                    <a:pt x="-1153" y="415177"/>
                    <a:pt x="752" y="405842"/>
                  </a:cubicBezTo>
                  <a:lnTo>
                    <a:pt x="79905" y="21890"/>
                  </a:lnTo>
                  <a:close/>
                  <a:moveTo>
                    <a:pt x="139722" y="70182"/>
                  </a:moveTo>
                  <a:lnTo>
                    <a:pt x="106384" y="231726"/>
                  </a:lnTo>
                  <a:cubicBezTo>
                    <a:pt x="120386" y="237536"/>
                    <a:pt x="134578" y="242012"/>
                    <a:pt x="149151" y="244965"/>
                  </a:cubicBezTo>
                  <a:cubicBezTo>
                    <a:pt x="178393" y="250966"/>
                    <a:pt x="202015" y="249442"/>
                    <a:pt x="219922" y="240298"/>
                  </a:cubicBezTo>
                  <a:cubicBezTo>
                    <a:pt x="237829" y="231154"/>
                    <a:pt x="249926" y="211151"/>
                    <a:pt x="256308" y="180195"/>
                  </a:cubicBezTo>
                  <a:cubicBezTo>
                    <a:pt x="262689" y="149239"/>
                    <a:pt x="260594" y="126474"/>
                    <a:pt x="250116" y="111901"/>
                  </a:cubicBezTo>
                  <a:cubicBezTo>
                    <a:pt x="239639" y="97328"/>
                    <a:pt x="219351" y="86850"/>
                    <a:pt x="189347" y="80373"/>
                  </a:cubicBezTo>
                  <a:lnTo>
                    <a:pt x="139626" y="700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40CFF533-D8DF-D04D-A7CC-DA5B60432289}"/>
                </a:ext>
              </a:extLst>
            </p:cNvPr>
            <p:cNvSpPr/>
            <p:nvPr/>
          </p:nvSpPr>
          <p:spPr>
            <a:xfrm>
              <a:off x="5935501" y="6183331"/>
              <a:ext cx="274235" cy="448834"/>
            </a:xfrm>
            <a:custGeom>
              <a:avLst/>
              <a:gdLst>
                <a:gd name="connsiteX0" fmla="*/ 0 w 274236"/>
                <a:gd name="connsiteY0" fmla="*/ 29258 h 448833"/>
                <a:gd name="connsiteX1" fmla="*/ 9430 w 274236"/>
                <a:gd name="connsiteY1" fmla="*/ 8113 h 448833"/>
                <a:gd name="connsiteX2" fmla="*/ 34100 w 274236"/>
                <a:gd name="connsiteY2" fmla="*/ 778 h 448833"/>
                <a:gd name="connsiteX3" fmla="*/ 118681 w 274236"/>
                <a:gd name="connsiteY3" fmla="*/ 16 h 448833"/>
                <a:gd name="connsiteX4" fmla="*/ 237744 w 274236"/>
                <a:gd name="connsiteY4" fmla="*/ 30591 h 448833"/>
                <a:gd name="connsiteX5" fmla="*/ 274225 w 274236"/>
                <a:gd name="connsiteY5" fmla="*/ 141367 h 448833"/>
                <a:gd name="connsiteX6" fmla="*/ 233267 w 274236"/>
                <a:gd name="connsiteY6" fmla="*/ 257096 h 448833"/>
                <a:gd name="connsiteX7" fmla="*/ 120777 w 274236"/>
                <a:gd name="connsiteY7" fmla="*/ 294243 h 448833"/>
                <a:gd name="connsiteX8" fmla="*/ 70676 w 274236"/>
                <a:gd name="connsiteY8" fmla="*/ 294719 h 448833"/>
                <a:gd name="connsiteX9" fmla="*/ 71819 w 274236"/>
                <a:gd name="connsiteY9" fmla="*/ 421497 h 448833"/>
                <a:gd name="connsiteX10" fmla="*/ 62389 w 274236"/>
                <a:gd name="connsiteY10" fmla="*/ 441976 h 448833"/>
                <a:gd name="connsiteX11" fmla="*/ 38005 w 274236"/>
                <a:gd name="connsiteY11" fmla="*/ 448834 h 448833"/>
                <a:gd name="connsiteX12" fmla="*/ 13240 w 274236"/>
                <a:gd name="connsiteY12" fmla="*/ 442262 h 448833"/>
                <a:gd name="connsiteX13" fmla="*/ 3429 w 274236"/>
                <a:gd name="connsiteY13" fmla="*/ 421307 h 448833"/>
                <a:gd name="connsiteX14" fmla="*/ 95 w 274236"/>
                <a:gd name="connsiteY14" fmla="*/ 29258 h 448833"/>
                <a:gd name="connsiteX15" fmla="*/ 68675 w 274236"/>
                <a:gd name="connsiteY15" fmla="*/ 63929 h 448833"/>
                <a:gd name="connsiteX16" fmla="*/ 70104 w 274236"/>
                <a:gd name="connsiteY16" fmla="*/ 228902 h 448833"/>
                <a:gd name="connsiteX17" fmla="*/ 114681 w 274236"/>
                <a:gd name="connsiteY17" fmla="*/ 232902 h 448833"/>
                <a:gd name="connsiteX18" fmla="*/ 182880 w 274236"/>
                <a:gd name="connsiteY18" fmla="*/ 213472 h 448833"/>
                <a:gd name="connsiteX19" fmla="*/ 205835 w 274236"/>
                <a:gd name="connsiteY19" fmla="*/ 147082 h 448833"/>
                <a:gd name="connsiteX20" fmla="*/ 185452 w 274236"/>
                <a:gd name="connsiteY20" fmla="*/ 81645 h 448833"/>
                <a:gd name="connsiteX21" fmla="*/ 119444 w 274236"/>
                <a:gd name="connsiteY21" fmla="*/ 63643 h 448833"/>
                <a:gd name="connsiteX22" fmla="*/ 68675 w 274236"/>
                <a:gd name="connsiteY22" fmla="*/ 64024 h 448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74236" h="448833">
                  <a:moveTo>
                    <a:pt x="0" y="29258"/>
                  </a:moveTo>
                  <a:cubicBezTo>
                    <a:pt x="0" y="19923"/>
                    <a:pt x="3048" y="12970"/>
                    <a:pt x="9430" y="8113"/>
                  </a:cubicBezTo>
                  <a:cubicBezTo>
                    <a:pt x="15812" y="3255"/>
                    <a:pt x="24003" y="873"/>
                    <a:pt x="34100" y="778"/>
                  </a:cubicBezTo>
                  <a:lnTo>
                    <a:pt x="118681" y="16"/>
                  </a:lnTo>
                  <a:cubicBezTo>
                    <a:pt x="174212" y="-460"/>
                    <a:pt x="213931" y="9732"/>
                    <a:pt x="237744" y="30591"/>
                  </a:cubicBezTo>
                  <a:cubicBezTo>
                    <a:pt x="261556" y="51451"/>
                    <a:pt x="273749" y="88313"/>
                    <a:pt x="274225" y="141367"/>
                  </a:cubicBezTo>
                  <a:cubicBezTo>
                    <a:pt x="274701" y="194231"/>
                    <a:pt x="260985" y="232807"/>
                    <a:pt x="233267" y="257096"/>
                  </a:cubicBezTo>
                  <a:cubicBezTo>
                    <a:pt x="205550" y="281480"/>
                    <a:pt x="168021" y="293863"/>
                    <a:pt x="120777" y="294243"/>
                  </a:cubicBezTo>
                  <a:cubicBezTo>
                    <a:pt x="100965" y="294434"/>
                    <a:pt x="84296" y="294529"/>
                    <a:pt x="70676" y="294719"/>
                  </a:cubicBezTo>
                  <a:lnTo>
                    <a:pt x="71819" y="421497"/>
                  </a:lnTo>
                  <a:cubicBezTo>
                    <a:pt x="71628" y="430451"/>
                    <a:pt x="68580" y="437309"/>
                    <a:pt x="62389" y="441976"/>
                  </a:cubicBezTo>
                  <a:cubicBezTo>
                    <a:pt x="56197" y="446453"/>
                    <a:pt x="48101" y="448739"/>
                    <a:pt x="38005" y="448834"/>
                  </a:cubicBezTo>
                  <a:cubicBezTo>
                    <a:pt x="27908" y="448834"/>
                    <a:pt x="19621" y="446739"/>
                    <a:pt x="13240" y="442262"/>
                  </a:cubicBezTo>
                  <a:cubicBezTo>
                    <a:pt x="6858" y="437785"/>
                    <a:pt x="3524" y="430832"/>
                    <a:pt x="3429" y="421307"/>
                  </a:cubicBezTo>
                  <a:lnTo>
                    <a:pt x="95" y="29258"/>
                  </a:lnTo>
                  <a:close/>
                  <a:moveTo>
                    <a:pt x="68675" y="63929"/>
                  </a:moveTo>
                  <a:lnTo>
                    <a:pt x="70104" y="228902"/>
                  </a:lnTo>
                  <a:cubicBezTo>
                    <a:pt x="84963" y="231664"/>
                    <a:pt x="99822" y="232998"/>
                    <a:pt x="114681" y="232902"/>
                  </a:cubicBezTo>
                  <a:cubicBezTo>
                    <a:pt x="144589" y="232617"/>
                    <a:pt x="167354" y="226139"/>
                    <a:pt x="182880" y="213472"/>
                  </a:cubicBezTo>
                  <a:cubicBezTo>
                    <a:pt x="198406" y="200708"/>
                    <a:pt x="206121" y="178610"/>
                    <a:pt x="205835" y="147082"/>
                  </a:cubicBezTo>
                  <a:cubicBezTo>
                    <a:pt x="205550" y="115554"/>
                    <a:pt x="198787" y="93742"/>
                    <a:pt x="185452" y="81645"/>
                  </a:cubicBezTo>
                  <a:cubicBezTo>
                    <a:pt x="172117" y="69644"/>
                    <a:pt x="150114" y="63643"/>
                    <a:pt x="119444" y="63643"/>
                  </a:cubicBezTo>
                  <a:lnTo>
                    <a:pt x="68675" y="6402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D547FEC6-DD5B-3FF6-93AC-D059811240DB}"/>
                </a:ext>
              </a:extLst>
            </p:cNvPr>
            <p:cNvSpPr/>
            <p:nvPr/>
          </p:nvSpPr>
          <p:spPr>
            <a:xfrm>
              <a:off x="6296608" y="6156294"/>
              <a:ext cx="335473" cy="465514"/>
            </a:xfrm>
            <a:custGeom>
              <a:avLst/>
              <a:gdLst>
                <a:gd name="connsiteX0" fmla="*/ 653 w 335474"/>
                <a:gd name="connsiteY0" fmla="*/ 447488 h 465516"/>
                <a:gd name="connsiteX1" fmla="*/ 367 w 335474"/>
                <a:gd name="connsiteY1" fmla="*/ 435677 h 465516"/>
                <a:gd name="connsiteX2" fmla="*/ 66661 w 335474"/>
                <a:gd name="connsiteY2" fmla="*/ 34579 h 465516"/>
                <a:gd name="connsiteX3" fmla="*/ 97237 w 335474"/>
                <a:gd name="connsiteY3" fmla="*/ 4194 h 465516"/>
                <a:gd name="connsiteX4" fmla="*/ 125812 w 335474"/>
                <a:gd name="connsiteY4" fmla="*/ 384 h 465516"/>
                <a:gd name="connsiteX5" fmla="*/ 163150 w 335474"/>
                <a:gd name="connsiteY5" fmla="*/ 24292 h 465516"/>
                <a:gd name="connsiteX6" fmla="*/ 331837 w 335474"/>
                <a:gd name="connsiteY6" fmla="*/ 391767 h 465516"/>
                <a:gd name="connsiteX7" fmla="*/ 335362 w 335474"/>
                <a:gd name="connsiteY7" fmla="*/ 404149 h 465516"/>
                <a:gd name="connsiteX8" fmla="*/ 328599 w 335474"/>
                <a:gd name="connsiteY8" fmla="*/ 418627 h 465516"/>
                <a:gd name="connsiteX9" fmla="*/ 306120 w 335474"/>
                <a:gd name="connsiteY9" fmla="*/ 428247 h 465516"/>
                <a:gd name="connsiteX10" fmla="*/ 263353 w 335474"/>
                <a:gd name="connsiteY10" fmla="*/ 406054 h 465516"/>
                <a:gd name="connsiteX11" fmla="*/ 228872 w 335474"/>
                <a:gd name="connsiteY11" fmla="*/ 328711 h 465516"/>
                <a:gd name="connsiteX12" fmla="*/ 73996 w 335474"/>
                <a:gd name="connsiteY12" fmla="*/ 349571 h 465516"/>
                <a:gd name="connsiteX13" fmla="*/ 61899 w 335474"/>
                <a:gd name="connsiteY13" fmla="*/ 430057 h 465516"/>
                <a:gd name="connsiteX14" fmla="*/ 53612 w 335474"/>
                <a:gd name="connsiteY14" fmla="*/ 455298 h 465516"/>
                <a:gd name="connsiteX15" fmla="*/ 32657 w 335474"/>
                <a:gd name="connsiteY15" fmla="*/ 465014 h 465516"/>
                <a:gd name="connsiteX16" fmla="*/ 10083 w 335474"/>
                <a:gd name="connsiteY16" fmla="*/ 461204 h 465516"/>
                <a:gd name="connsiteX17" fmla="*/ 749 w 335474"/>
                <a:gd name="connsiteY17" fmla="*/ 447488 h 465516"/>
                <a:gd name="connsiteX18" fmla="*/ 115525 w 335474"/>
                <a:gd name="connsiteY18" fmla="*/ 74394 h 465516"/>
                <a:gd name="connsiteX19" fmla="*/ 83616 w 335474"/>
                <a:gd name="connsiteY19" fmla="*/ 286134 h 465516"/>
                <a:gd name="connsiteX20" fmla="*/ 202774 w 335474"/>
                <a:gd name="connsiteY20" fmla="*/ 270037 h 465516"/>
                <a:gd name="connsiteX21" fmla="*/ 115429 w 335474"/>
                <a:gd name="connsiteY21" fmla="*/ 74394 h 4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35474" h="465516">
                  <a:moveTo>
                    <a:pt x="653" y="447488"/>
                  </a:moveTo>
                  <a:cubicBezTo>
                    <a:pt x="-109" y="441963"/>
                    <a:pt x="-204" y="438058"/>
                    <a:pt x="367" y="435677"/>
                  </a:cubicBezTo>
                  <a:lnTo>
                    <a:pt x="66661" y="34579"/>
                  </a:lnTo>
                  <a:cubicBezTo>
                    <a:pt x="69233" y="16672"/>
                    <a:pt x="79425" y="6576"/>
                    <a:pt x="97237" y="4194"/>
                  </a:cubicBezTo>
                  <a:lnTo>
                    <a:pt x="125812" y="384"/>
                  </a:lnTo>
                  <a:cubicBezTo>
                    <a:pt x="142861" y="-1902"/>
                    <a:pt x="155339" y="6004"/>
                    <a:pt x="163150" y="24292"/>
                  </a:cubicBezTo>
                  <a:lnTo>
                    <a:pt x="331837" y="391767"/>
                  </a:lnTo>
                  <a:cubicBezTo>
                    <a:pt x="333552" y="395386"/>
                    <a:pt x="334790" y="399577"/>
                    <a:pt x="335362" y="404149"/>
                  </a:cubicBezTo>
                  <a:cubicBezTo>
                    <a:pt x="336028" y="408721"/>
                    <a:pt x="333742" y="413579"/>
                    <a:pt x="328599" y="418627"/>
                  </a:cubicBezTo>
                  <a:cubicBezTo>
                    <a:pt x="323455" y="423866"/>
                    <a:pt x="315931" y="427104"/>
                    <a:pt x="306120" y="428247"/>
                  </a:cubicBezTo>
                  <a:cubicBezTo>
                    <a:pt x="285641" y="431010"/>
                    <a:pt x="271449" y="423580"/>
                    <a:pt x="263353" y="406054"/>
                  </a:cubicBezTo>
                  <a:lnTo>
                    <a:pt x="228872" y="328711"/>
                  </a:lnTo>
                  <a:lnTo>
                    <a:pt x="73996" y="349571"/>
                  </a:lnTo>
                  <a:lnTo>
                    <a:pt x="61899" y="430057"/>
                  </a:lnTo>
                  <a:cubicBezTo>
                    <a:pt x="60756" y="441392"/>
                    <a:pt x="57994" y="449869"/>
                    <a:pt x="53612" y="455298"/>
                  </a:cubicBezTo>
                  <a:cubicBezTo>
                    <a:pt x="49135" y="460537"/>
                    <a:pt x="42182" y="463776"/>
                    <a:pt x="32657" y="465014"/>
                  </a:cubicBezTo>
                  <a:cubicBezTo>
                    <a:pt x="23132" y="466347"/>
                    <a:pt x="15607" y="465014"/>
                    <a:pt x="10083" y="461204"/>
                  </a:cubicBezTo>
                  <a:cubicBezTo>
                    <a:pt x="4558" y="457394"/>
                    <a:pt x="1510" y="452822"/>
                    <a:pt x="749" y="447488"/>
                  </a:cubicBezTo>
                  <a:moveTo>
                    <a:pt x="115525" y="74394"/>
                  </a:moveTo>
                  <a:lnTo>
                    <a:pt x="83616" y="286134"/>
                  </a:lnTo>
                  <a:lnTo>
                    <a:pt x="202774" y="270037"/>
                  </a:lnTo>
                  <a:lnTo>
                    <a:pt x="115429" y="74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31FE661A-972A-E870-E9EF-EBF3454741E9}"/>
                </a:ext>
              </a:extLst>
            </p:cNvPr>
            <p:cNvSpPr/>
            <p:nvPr/>
          </p:nvSpPr>
          <p:spPr>
            <a:xfrm>
              <a:off x="6670015" y="6070848"/>
              <a:ext cx="373971" cy="468438"/>
            </a:xfrm>
            <a:custGeom>
              <a:avLst/>
              <a:gdLst>
                <a:gd name="connsiteX0" fmla="*/ 172934 w 373970"/>
                <a:gd name="connsiteY0" fmla="*/ 430349 h 468437"/>
                <a:gd name="connsiteX1" fmla="*/ 169409 w 373970"/>
                <a:gd name="connsiteY1" fmla="*/ 453209 h 468437"/>
                <a:gd name="connsiteX2" fmla="*/ 147692 w 373970"/>
                <a:gd name="connsiteY2" fmla="*/ 466354 h 468437"/>
                <a:gd name="connsiteX3" fmla="*/ 122070 w 373970"/>
                <a:gd name="connsiteY3" fmla="*/ 466449 h 468437"/>
                <a:gd name="connsiteX4" fmla="*/ 107116 w 373970"/>
                <a:gd name="connsiteY4" fmla="*/ 448732 h 468437"/>
                <a:gd name="connsiteX5" fmla="*/ 1293 w 373970"/>
                <a:gd name="connsiteY5" fmla="*/ 71257 h 468437"/>
                <a:gd name="connsiteX6" fmla="*/ 4722 w 373970"/>
                <a:gd name="connsiteY6" fmla="*/ 48397 h 468437"/>
                <a:gd name="connsiteX7" fmla="*/ 26344 w 373970"/>
                <a:gd name="connsiteY7" fmla="*/ 34967 h 468437"/>
                <a:gd name="connsiteX8" fmla="*/ 112069 w 373970"/>
                <a:gd name="connsiteY8" fmla="*/ 10963 h 468437"/>
                <a:gd name="connsiteX9" fmla="*/ 230274 w 373970"/>
                <a:gd name="connsiteY9" fmla="*/ 8678 h 468437"/>
                <a:gd name="connsiteX10" fmla="*/ 295139 w 373970"/>
                <a:gd name="connsiteY10" fmla="*/ 100689 h 468437"/>
                <a:gd name="connsiteX11" fmla="*/ 261516 w 373970"/>
                <a:gd name="connsiteY11" fmla="*/ 236420 h 468437"/>
                <a:gd name="connsiteX12" fmla="*/ 364862 w 373970"/>
                <a:gd name="connsiteY12" fmla="*/ 362722 h 468437"/>
                <a:gd name="connsiteX13" fmla="*/ 373054 w 373970"/>
                <a:gd name="connsiteY13" fmla="*/ 378724 h 468437"/>
                <a:gd name="connsiteX14" fmla="*/ 370863 w 373970"/>
                <a:gd name="connsiteY14" fmla="*/ 396059 h 468437"/>
                <a:gd name="connsiteX15" fmla="*/ 352004 w 373970"/>
                <a:gd name="connsiteY15" fmla="*/ 409013 h 468437"/>
                <a:gd name="connsiteX16" fmla="*/ 303712 w 373970"/>
                <a:gd name="connsiteY16" fmla="*/ 393678 h 468437"/>
                <a:gd name="connsiteX17" fmla="*/ 204080 w 373970"/>
                <a:gd name="connsiteY17" fmla="*/ 270901 h 468437"/>
                <a:gd name="connsiteX18" fmla="*/ 174457 w 373970"/>
                <a:gd name="connsiteY18" fmla="*/ 281092 h 468437"/>
                <a:gd name="connsiteX19" fmla="*/ 133405 w 373970"/>
                <a:gd name="connsiteY19" fmla="*/ 289379 h 468437"/>
                <a:gd name="connsiteX20" fmla="*/ 172934 w 373970"/>
                <a:gd name="connsiteY20" fmla="*/ 430349 h 468437"/>
                <a:gd name="connsiteX21" fmla="*/ 76636 w 373970"/>
                <a:gd name="connsiteY21" fmla="*/ 86782 h 468437"/>
                <a:gd name="connsiteX22" fmla="*/ 116641 w 373970"/>
                <a:gd name="connsiteY22" fmla="*/ 229467 h 468437"/>
                <a:gd name="connsiteX23" fmla="*/ 175124 w 373970"/>
                <a:gd name="connsiteY23" fmla="*/ 216894 h 468437"/>
                <a:gd name="connsiteX24" fmla="*/ 230179 w 373970"/>
                <a:gd name="connsiteY24" fmla="*/ 122120 h 468437"/>
                <a:gd name="connsiteX25" fmla="*/ 195603 w 373970"/>
                <a:gd name="connsiteY25" fmla="*/ 69828 h 468437"/>
                <a:gd name="connsiteX26" fmla="*/ 129976 w 373970"/>
                <a:gd name="connsiteY26" fmla="*/ 71828 h 468437"/>
                <a:gd name="connsiteX27" fmla="*/ 76636 w 373970"/>
                <a:gd name="connsiteY27" fmla="*/ 86782 h 46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73970" h="468437">
                  <a:moveTo>
                    <a:pt x="172934" y="430349"/>
                  </a:moveTo>
                  <a:cubicBezTo>
                    <a:pt x="175220" y="439302"/>
                    <a:pt x="174077" y="446923"/>
                    <a:pt x="169409" y="453209"/>
                  </a:cubicBezTo>
                  <a:cubicBezTo>
                    <a:pt x="164647" y="459210"/>
                    <a:pt x="157408" y="463686"/>
                    <a:pt x="147692" y="466354"/>
                  </a:cubicBezTo>
                  <a:cubicBezTo>
                    <a:pt x="137977" y="469116"/>
                    <a:pt x="129404" y="469116"/>
                    <a:pt x="122070" y="466449"/>
                  </a:cubicBezTo>
                  <a:cubicBezTo>
                    <a:pt x="114640" y="463782"/>
                    <a:pt x="109687" y="457972"/>
                    <a:pt x="107116" y="448732"/>
                  </a:cubicBezTo>
                  <a:lnTo>
                    <a:pt x="1293" y="71257"/>
                  </a:lnTo>
                  <a:cubicBezTo>
                    <a:pt x="-1183" y="62303"/>
                    <a:pt x="-136" y="54683"/>
                    <a:pt x="4722" y="48397"/>
                  </a:cubicBezTo>
                  <a:cubicBezTo>
                    <a:pt x="9580" y="42110"/>
                    <a:pt x="16723" y="37633"/>
                    <a:pt x="26344" y="34967"/>
                  </a:cubicBezTo>
                  <a:lnTo>
                    <a:pt x="112069" y="10963"/>
                  </a:lnTo>
                  <a:cubicBezTo>
                    <a:pt x="161218" y="-2848"/>
                    <a:pt x="200556" y="-3610"/>
                    <a:pt x="230274" y="8678"/>
                  </a:cubicBezTo>
                  <a:cubicBezTo>
                    <a:pt x="259992" y="20869"/>
                    <a:pt x="281614" y="51540"/>
                    <a:pt x="295139" y="100689"/>
                  </a:cubicBezTo>
                  <a:cubicBezTo>
                    <a:pt x="311808" y="160125"/>
                    <a:pt x="300569" y="205368"/>
                    <a:pt x="261516" y="236420"/>
                  </a:cubicBezTo>
                  <a:lnTo>
                    <a:pt x="364862" y="362722"/>
                  </a:lnTo>
                  <a:cubicBezTo>
                    <a:pt x="368768" y="367865"/>
                    <a:pt x="371530" y="373199"/>
                    <a:pt x="373054" y="378724"/>
                  </a:cubicBezTo>
                  <a:cubicBezTo>
                    <a:pt x="374768" y="384248"/>
                    <a:pt x="374102" y="389963"/>
                    <a:pt x="370863" y="396059"/>
                  </a:cubicBezTo>
                  <a:cubicBezTo>
                    <a:pt x="367720" y="402345"/>
                    <a:pt x="361433" y="406632"/>
                    <a:pt x="352004" y="409013"/>
                  </a:cubicBezTo>
                  <a:cubicBezTo>
                    <a:pt x="332192" y="414538"/>
                    <a:pt x="316094" y="409394"/>
                    <a:pt x="303712" y="393678"/>
                  </a:cubicBezTo>
                  <a:lnTo>
                    <a:pt x="204080" y="270901"/>
                  </a:lnTo>
                  <a:cubicBezTo>
                    <a:pt x="196270" y="274425"/>
                    <a:pt x="186364" y="277759"/>
                    <a:pt x="174457" y="281092"/>
                  </a:cubicBezTo>
                  <a:cubicBezTo>
                    <a:pt x="162551" y="284426"/>
                    <a:pt x="148835" y="287188"/>
                    <a:pt x="133405" y="289379"/>
                  </a:cubicBezTo>
                  <a:lnTo>
                    <a:pt x="172934" y="430349"/>
                  </a:lnTo>
                  <a:close/>
                  <a:moveTo>
                    <a:pt x="76636" y="86782"/>
                  </a:moveTo>
                  <a:lnTo>
                    <a:pt x="116641" y="229467"/>
                  </a:lnTo>
                  <a:cubicBezTo>
                    <a:pt x="132167" y="227657"/>
                    <a:pt x="151693" y="223466"/>
                    <a:pt x="175124" y="216894"/>
                  </a:cubicBezTo>
                  <a:cubicBezTo>
                    <a:pt x="225607" y="202987"/>
                    <a:pt x="243990" y="171364"/>
                    <a:pt x="230179" y="122120"/>
                  </a:cubicBezTo>
                  <a:cubicBezTo>
                    <a:pt x="222178" y="93736"/>
                    <a:pt x="210653" y="76305"/>
                    <a:pt x="195603" y="69828"/>
                  </a:cubicBezTo>
                  <a:cubicBezTo>
                    <a:pt x="180458" y="63351"/>
                    <a:pt x="158646" y="64018"/>
                    <a:pt x="129976" y="71828"/>
                  </a:cubicBezTo>
                  <a:lnTo>
                    <a:pt x="76636" y="867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35DF55AD-3406-931A-312F-757664B74C0C}"/>
                </a:ext>
              </a:extLst>
            </p:cNvPr>
            <p:cNvSpPr/>
            <p:nvPr/>
          </p:nvSpPr>
          <p:spPr>
            <a:xfrm>
              <a:off x="7050453" y="5974182"/>
              <a:ext cx="216664" cy="426936"/>
            </a:xfrm>
            <a:custGeom>
              <a:avLst/>
              <a:gdLst>
                <a:gd name="connsiteX0" fmla="*/ 2426 w 216666"/>
                <a:gd name="connsiteY0" fmla="*/ 42480 h 426937"/>
                <a:gd name="connsiteX1" fmla="*/ 3474 w 216666"/>
                <a:gd name="connsiteY1" fmla="*/ 19334 h 426937"/>
                <a:gd name="connsiteX2" fmla="*/ 23858 w 216666"/>
                <a:gd name="connsiteY2" fmla="*/ 3713 h 426937"/>
                <a:gd name="connsiteX3" fmla="*/ 49480 w 216666"/>
                <a:gd name="connsiteY3" fmla="*/ 1046 h 426937"/>
                <a:gd name="connsiteX4" fmla="*/ 65863 w 216666"/>
                <a:gd name="connsiteY4" fmla="*/ 16762 h 426937"/>
                <a:gd name="connsiteX5" fmla="*/ 214453 w 216666"/>
                <a:gd name="connsiteY5" fmla="*/ 384523 h 426937"/>
                <a:gd name="connsiteX6" fmla="*/ 213405 w 216666"/>
                <a:gd name="connsiteY6" fmla="*/ 407668 h 426937"/>
                <a:gd name="connsiteX7" fmla="*/ 193307 w 216666"/>
                <a:gd name="connsiteY7" fmla="*/ 423099 h 426937"/>
                <a:gd name="connsiteX8" fmla="*/ 167781 w 216666"/>
                <a:gd name="connsiteY8" fmla="*/ 426052 h 426937"/>
                <a:gd name="connsiteX9" fmla="*/ 151016 w 216666"/>
                <a:gd name="connsiteY9" fmla="*/ 410145 h 426937"/>
                <a:gd name="connsiteX10" fmla="*/ 2426 w 216666"/>
                <a:gd name="connsiteY10" fmla="*/ 42384 h 4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66" h="426937">
                  <a:moveTo>
                    <a:pt x="2426" y="42480"/>
                  </a:moveTo>
                  <a:cubicBezTo>
                    <a:pt x="-1098" y="33622"/>
                    <a:pt x="-812" y="26002"/>
                    <a:pt x="3474" y="19334"/>
                  </a:cubicBezTo>
                  <a:cubicBezTo>
                    <a:pt x="7665" y="12762"/>
                    <a:pt x="14523" y="7523"/>
                    <a:pt x="23858" y="3713"/>
                  </a:cubicBezTo>
                  <a:cubicBezTo>
                    <a:pt x="33192" y="-97"/>
                    <a:pt x="41765" y="-954"/>
                    <a:pt x="49480" y="1046"/>
                  </a:cubicBezTo>
                  <a:cubicBezTo>
                    <a:pt x="57195" y="3047"/>
                    <a:pt x="62624" y="8285"/>
                    <a:pt x="65863" y="16762"/>
                  </a:cubicBezTo>
                  <a:lnTo>
                    <a:pt x="214453" y="384523"/>
                  </a:lnTo>
                  <a:cubicBezTo>
                    <a:pt x="217691" y="393190"/>
                    <a:pt x="217406" y="400906"/>
                    <a:pt x="213405" y="407668"/>
                  </a:cubicBezTo>
                  <a:cubicBezTo>
                    <a:pt x="209405" y="414145"/>
                    <a:pt x="202642" y="419384"/>
                    <a:pt x="193307" y="423099"/>
                  </a:cubicBezTo>
                  <a:cubicBezTo>
                    <a:pt x="183973" y="426909"/>
                    <a:pt x="175400" y="427861"/>
                    <a:pt x="167781" y="426052"/>
                  </a:cubicBezTo>
                  <a:cubicBezTo>
                    <a:pt x="160160" y="424242"/>
                    <a:pt x="154541" y="418908"/>
                    <a:pt x="151016" y="410145"/>
                  </a:cubicBezTo>
                  <a:lnTo>
                    <a:pt x="2426" y="4238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1AC46E18-CD13-48FA-4B1B-8B9F4FED0A71}"/>
                </a:ext>
              </a:extLst>
            </p:cNvPr>
            <p:cNvSpPr/>
            <p:nvPr/>
          </p:nvSpPr>
          <p:spPr>
            <a:xfrm>
              <a:off x="7249150" y="5827329"/>
              <a:ext cx="402091" cy="465770"/>
            </a:xfrm>
            <a:custGeom>
              <a:avLst/>
              <a:gdLst>
                <a:gd name="connsiteX0" fmla="*/ 96247 w 402092"/>
                <a:gd name="connsiteY0" fmla="*/ 28552 h 465771"/>
                <a:gd name="connsiteX1" fmla="*/ 202451 w 402092"/>
                <a:gd name="connsiteY1" fmla="*/ 834 h 465771"/>
                <a:gd name="connsiteX2" fmla="*/ 275603 w 402092"/>
                <a:gd name="connsiteY2" fmla="*/ 62080 h 465771"/>
                <a:gd name="connsiteX3" fmla="*/ 266935 w 402092"/>
                <a:gd name="connsiteY3" fmla="*/ 181714 h 465771"/>
                <a:gd name="connsiteX4" fmla="*/ 383235 w 402092"/>
                <a:gd name="connsiteY4" fmla="*/ 238483 h 465771"/>
                <a:gd name="connsiteX5" fmla="*/ 394380 w 402092"/>
                <a:gd name="connsiteY5" fmla="*/ 339353 h 465771"/>
                <a:gd name="connsiteX6" fmla="*/ 308464 w 402092"/>
                <a:gd name="connsiteY6" fmla="*/ 418315 h 465771"/>
                <a:gd name="connsiteX7" fmla="*/ 230073 w 402092"/>
                <a:gd name="connsiteY7" fmla="*/ 460511 h 465771"/>
                <a:gd name="connsiteX8" fmla="*/ 205404 w 402092"/>
                <a:gd name="connsiteY8" fmla="*/ 465369 h 465771"/>
                <a:gd name="connsiteX9" fmla="*/ 187116 w 402092"/>
                <a:gd name="connsiteY9" fmla="*/ 452034 h 465771"/>
                <a:gd name="connsiteX10" fmla="*/ 3474 w 402092"/>
                <a:gd name="connsiteY10" fmla="*/ 110563 h 465771"/>
                <a:gd name="connsiteX11" fmla="*/ 2235 w 402092"/>
                <a:gd name="connsiteY11" fmla="*/ 87702 h 465771"/>
                <a:gd name="connsiteX12" fmla="*/ 19952 w 402092"/>
                <a:gd name="connsiteY12" fmla="*/ 69700 h 465771"/>
                <a:gd name="connsiteX13" fmla="*/ 96342 w 402092"/>
                <a:gd name="connsiteY13" fmla="*/ 28647 h 465771"/>
                <a:gd name="connsiteX14" fmla="*/ 80245 w 402092"/>
                <a:gd name="connsiteY14" fmla="*/ 109134 h 465771"/>
                <a:gd name="connsiteX15" fmla="*/ 139300 w 402092"/>
                <a:gd name="connsiteY15" fmla="*/ 218957 h 465771"/>
                <a:gd name="connsiteX16" fmla="*/ 188068 w 402092"/>
                <a:gd name="connsiteY16" fmla="*/ 192763 h 465771"/>
                <a:gd name="connsiteX17" fmla="*/ 225882 w 402092"/>
                <a:gd name="connsiteY17" fmla="*/ 153234 h 465771"/>
                <a:gd name="connsiteX18" fmla="*/ 218929 w 402092"/>
                <a:gd name="connsiteY18" fmla="*/ 101132 h 465771"/>
                <a:gd name="connsiteX19" fmla="*/ 182448 w 402092"/>
                <a:gd name="connsiteY19" fmla="*/ 69128 h 465771"/>
                <a:gd name="connsiteX20" fmla="*/ 127108 w 402092"/>
                <a:gd name="connsiteY20" fmla="*/ 83892 h 465771"/>
                <a:gd name="connsiteX21" fmla="*/ 80245 w 402092"/>
                <a:gd name="connsiteY21" fmla="*/ 109134 h 465771"/>
                <a:gd name="connsiteX22" fmla="*/ 169399 w 402092"/>
                <a:gd name="connsiteY22" fmla="*/ 274773 h 465771"/>
                <a:gd name="connsiteX23" fmla="*/ 230359 w 402092"/>
                <a:gd name="connsiteY23" fmla="*/ 388121 h 465771"/>
                <a:gd name="connsiteX24" fmla="*/ 280175 w 402092"/>
                <a:gd name="connsiteY24" fmla="*/ 361260 h 465771"/>
                <a:gd name="connsiteX25" fmla="*/ 326657 w 402092"/>
                <a:gd name="connsiteY25" fmla="*/ 319731 h 465771"/>
                <a:gd name="connsiteX26" fmla="*/ 320656 w 402092"/>
                <a:gd name="connsiteY26" fmla="*/ 266772 h 465771"/>
                <a:gd name="connsiteX27" fmla="*/ 280841 w 402092"/>
                <a:gd name="connsiteY27" fmla="*/ 231911 h 465771"/>
                <a:gd name="connsiteX28" fmla="*/ 218643 w 402092"/>
                <a:gd name="connsiteY28" fmla="*/ 248198 h 465771"/>
                <a:gd name="connsiteX29" fmla="*/ 169304 w 402092"/>
                <a:gd name="connsiteY29" fmla="*/ 274773 h 46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2092" h="465771">
                  <a:moveTo>
                    <a:pt x="96247" y="28552"/>
                  </a:moveTo>
                  <a:cubicBezTo>
                    <a:pt x="137681" y="6264"/>
                    <a:pt x="173019" y="-2976"/>
                    <a:pt x="202451" y="834"/>
                  </a:cubicBezTo>
                  <a:cubicBezTo>
                    <a:pt x="231788" y="4645"/>
                    <a:pt x="256172" y="25123"/>
                    <a:pt x="275603" y="62080"/>
                  </a:cubicBezTo>
                  <a:cubicBezTo>
                    <a:pt x="298082" y="103895"/>
                    <a:pt x="295224" y="143805"/>
                    <a:pt x="266935" y="181714"/>
                  </a:cubicBezTo>
                  <a:cubicBezTo>
                    <a:pt x="316465" y="167522"/>
                    <a:pt x="355232" y="186477"/>
                    <a:pt x="383235" y="238483"/>
                  </a:cubicBezTo>
                  <a:cubicBezTo>
                    <a:pt x="403905" y="276773"/>
                    <a:pt x="407524" y="310397"/>
                    <a:pt x="394380" y="339353"/>
                  </a:cubicBezTo>
                  <a:cubicBezTo>
                    <a:pt x="381140" y="368214"/>
                    <a:pt x="352470" y="394503"/>
                    <a:pt x="308464" y="418315"/>
                  </a:cubicBezTo>
                  <a:lnTo>
                    <a:pt x="230073" y="460511"/>
                  </a:lnTo>
                  <a:cubicBezTo>
                    <a:pt x="221691" y="464987"/>
                    <a:pt x="213500" y="466607"/>
                    <a:pt x="205404" y="465369"/>
                  </a:cubicBezTo>
                  <a:cubicBezTo>
                    <a:pt x="197307" y="464035"/>
                    <a:pt x="191307" y="459653"/>
                    <a:pt x="187116" y="452034"/>
                  </a:cubicBezTo>
                  <a:lnTo>
                    <a:pt x="3474" y="110563"/>
                  </a:lnTo>
                  <a:cubicBezTo>
                    <a:pt x="-717" y="102752"/>
                    <a:pt x="-1098" y="95132"/>
                    <a:pt x="2235" y="87702"/>
                  </a:cubicBezTo>
                  <a:cubicBezTo>
                    <a:pt x="5664" y="80273"/>
                    <a:pt x="11570" y="74272"/>
                    <a:pt x="19952" y="69700"/>
                  </a:cubicBezTo>
                  <a:lnTo>
                    <a:pt x="96342" y="28647"/>
                  </a:lnTo>
                  <a:close/>
                  <a:moveTo>
                    <a:pt x="80245" y="109134"/>
                  </a:moveTo>
                  <a:lnTo>
                    <a:pt x="139300" y="218957"/>
                  </a:lnTo>
                  <a:lnTo>
                    <a:pt x="188068" y="192763"/>
                  </a:lnTo>
                  <a:cubicBezTo>
                    <a:pt x="207785" y="182381"/>
                    <a:pt x="220358" y="169236"/>
                    <a:pt x="225882" y="153234"/>
                  </a:cubicBezTo>
                  <a:cubicBezTo>
                    <a:pt x="231312" y="137232"/>
                    <a:pt x="229025" y="119897"/>
                    <a:pt x="218929" y="101132"/>
                  </a:cubicBezTo>
                  <a:cubicBezTo>
                    <a:pt x="208833" y="82368"/>
                    <a:pt x="196641" y="71700"/>
                    <a:pt x="182448" y="69128"/>
                  </a:cubicBezTo>
                  <a:cubicBezTo>
                    <a:pt x="168066" y="66843"/>
                    <a:pt x="149682" y="71796"/>
                    <a:pt x="127108" y="83892"/>
                  </a:cubicBezTo>
                  <a:lnTo>
                    <a:pt x="80245" y="109134"/>
                  </a:lnTo>
                  <a:close/>
                  <a:moveTo>
                    <a:pt x="169399" y="274773"/>
                  </a:moveTo>
                  <a:lnTo>
                    <a:pt x="230359" y="388121"/>
                  </a:lnTo>
                  <a:lnTo>
                    <a:pt x="280175" y="361260"/>
                  </a:lnTo>
                  <a:cubicBezTo>
                    <a:pt x="304368" y="348211"/>
                    <a:pt x="319894" y="334400"/>
                    <a:pt x="326657" y="319731"/>
                  </a:cubicBezTo>
                  <a:cubicBezTo>
                    <a:pt x="333705" y="304968"/>
                    <a:pt x="331705" y="287251"/>
                    <a:pt x="320656" y="266772"/>
                  </a:cubicBezTo>
                  <a:cubicBezTo>
                    <a:pt x="309702" y="246389"/>
                    <a:pt x="296463" y="234768"/>
                    <a:pt x="280841" y="231911"/>
                  </a:cubicBezTo>
                  <a:cubicBezTo>
                    <a:pt x="265221" y="229054"/>
                    <a:pt x="244551" y="234482"/>
                    <a:pt x="218643" y="248198"/>
                  </a:cubicBezTo>
                  <a:lnTo>
                    <a:pt x="169304" y="27477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" name="Forme libre : forme 21">
              <a:extLst>
                <a:ext uri="{FF2B5EF4-FFF2-40B4-BE49-F238E27FC236}">
                  <a16:creationId xmlns:a16="http://schemas.microsoft.com/office/drawing/2014/main" id="{247630CA-0839-0080-DB02-C2FDA038C404}"/>
                </a:ext>
              </a:extLst>
            </p:cNvPr>
            <p:cNvSpPr/>
            <p:nvPr/>
          </p:nvSpPr>
          <p:spPr>
            <a:xfrm>
              <a:off x="7642412" y="5637252"/>
              <a:ext cx="417192" cy="467370"/>
            </a:xfrm>
            <a:custGeom>
              <a:avLst/>
              <a:gdLst>
                <a:gd name="connsiteX0" fmla="*/ 141039 w 417193"/>
                <a:gd name="connsiteY0" fmla="*/ 459804 h 467371"/>
                <a:gd name="connsiteX1" fmla="*/ 135134 w 417193"/>
                <a:gd name="connsiteY1" fmla="*/ 449518 h 467371"/>
                <a:gd name="connsiteX2" fmla="*/ 2832 w 417193"/>
                <a:gd name="connsiteY2" fmla="*/ 65183 h 467371"/>
                <a:gd name="connsiteX3" fmla="*/ 15309 w 417193"/>
                <a:gd name="connsiteY3" fmla="*/ 23845 h 467371"/>
                <a:gd name="connsiteX4" fmla="*/ 38646 w 417193"/>
                <a:gd name="connsiteY4" fmla="*/ 6890 h 467371"/>
                <a:gd name="connsiteX5" fmla="*/ 82841 w 417193"/>
                <a:gd name="connsiteY5" fmla="*/ 10129 h 467371"/>
                <a:gd name="connsiteX6" fmla="*/ 405930 w 417193"/>
                <a:gd name="connsiteY6" fmla="*/ 253207 h 467371"/>
                <a:gd name="connsiteX7" fmla="*/ 414883 w 417193"/>
                <a:gd name="connsiteY7" fmla="*/ 262351 h 467371"/>
                <a:gd name="connsiteX8" fmla="*/ 415740 w 417193"/>
                <a:gd name="connsiteY8" fmla="*/ 278353 h 467371"/>
                <a:gd name="connsiteX9" fmla="*/ 400500 w 417193"/>
                <a:gd name="connsiteY9" fmla="*/ 297498 h 467371"/>
                <a:gd name="connsiteX10" fmla="*/ 352399 w 417193"/>
                <a:gd name="connsiteY10" fmla="*/ 298260 h 467371"/>
                <a:gd name="connsiteX11" fmla="*/ 285248 w 417193"/>
                <a:gd name="connsiteY11" fmla="*/ 246635 h 467371"/>
                <a:gd name="connsiteX12" fmla="*/ 158851 w 417193"/>
                <a:gd name="connsiteY12" fmla="*/ 338646 h 467371"/>
                <a:gd name="connsiteX13" fmla="*/ 186474 w 417193"/>
                <a:gd name="connsiteY13" fmla="*/ 415227 h 467371"/>
                <a:gd name="connsiteX14" fmla="*/ 191141 w 417193"/>
                <a:gd name="connsiteY14" fmla="*/ 441326 h 467371"/>
                <a:gd name="connsiteX15" fmla="*/ 177330 w 417193"/>
                <a:gd name="connsiteY15" fmla="*/ 459899 h 467371"/>
                <a:gd name="connsiteX16" fmla="*/ 155613 w 417193"/>
                <a:gd name="connsiteY16" fmla="*/ 467234 h 467371"/>
                <a:gd name="connsiteX17" fmla="*/ 140849 w 417193"/>
                <a:gd name="connsiteY17" fmla="*/ 459614 h 467371"/>
                <a:gd name="connsiteX18" fmla="*/ 64458 w 417193"/>
                <a:gd name="connsiteY18" fmla="*/ 76804 h 467371"/>
                <a:gd name="connsiteX19" fmla="*/ 137039 w 417193"/>
                <a:gd name="connsiteY19" fmla="*/ 278258 h 467371"/>
                <a:gd name="connsiteX20" fmla="*/ 234289 w 417193"/>
                <a:gd name="connsiteY20" fmla="*/ 207487 h 467371"/>
                <a:gd name="connsiteX21" fmla="*/ 64458 w 417193"/>
                <a:gd name="connsiteY21" fmla="*/ 76804 h 467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7193" h="467371">
                  <a:moveTo>
                    <a:pt x="141039" y="459804"/>
                  </a:moveTo>
                  <a:cubicBezTo>
                    <a:pt x="137801" y="455328"/>
                    <a:pt x="135800" y="451899"/>
                    <a:pt x="135134" y="449518"/>
                  </a:cubicBezTo>
                  <a:lnTo>
                    <a:pt x="2832" y="65183"/>
                  </a:lnTo>
                  <a:cubicBezTo>
                    <a:pt x="-3455" y="48229"/>
                    <a:pt x="736" y="34513"/>
                    <a:pt x="15309" y="23845"/>
                  </a:cubicBezTo>
                  <a:lnTo>
                    <a:pt x="38646" y="6890"/>
                  </a:lnTo>
                  <a:cubicBezTo>
                    <a:pt x="52552" y="-3301"/>
                    <a:pt x="67316" y="-2158"/>
                    <a:pt x="82841" y="10129"/>
                  </a:cubicBezTo>
                  <a:lnTo>
                    <a:pt x="405930" y="253207"/>
                  </a:lnTo>
                  <a:cubicBezTo>
                    <a:pt x="409168" y="255588"/>
                    <a:pt x="412216" y="258636"/>
                    <a:pt x="414883" y="262351"/>
                  </a:cubicBezTo>
                  <a:cubicBezTo>
                    <a:pt x="417645" y="266066"/>
                    <a:pt x="417931" y="271400"/>
                    <a:pt x="415740" y="278353"/>
                  </a:cubicBezTo>
                  <a:cubicBezTo>
                    <a:pt x="413740" y="285401"/>
                    <a:pt x="408597" y="291783"/>
                    <a:pt x="400500" y="297498"/>
                  </a:cubicBezTo>
                  <a:cubicBezTo>
                    <a:pt x="383832" y="309690"/>
                    <a:pt x="367734" y="309976"/>
                    <a:pt x="352399" y="298260"/>
                  </a:cubicBezTo>
                  <a:lnTo>
                    <a:pt x="285248" y="246635"/>
                  </a:lnTo>
                  <a:lnTo>
                    <a:pt x="158851" y="338646"/>
                  </a:lnTo>
                  <a:lnTo>
                    <a:pt x="186474" y="415227"/>
                  </a:lnTo>
                  <a:cubicBezTo>
                    <a:pt x="190855" y="425800"/>
                    <a:pt x="192474" y="434468"/>
                    <a:pt x="191141" y="441326"/>
                  </a:cubicBezTo>
                  <a:cubicBezTo>
                    <a:pt x="189712" y="447993"/>
                    <a:pt x="185140" y="454185"/>
                    <a:pt x="177330" y="459899"/>
                  </a:cubicBezTo>
                  <a:cubicBezTo>
                    <a:pt x="169519" y="465614"/>
                    <a:pt x="162280" y="467995"/>
                    <a:pt x="155613" y="467234"/>
                  </a:cubicBezTo>
                  <a:cubicBezTo>
                    <a:pt x="148945" y="466472"/>
                    <a:pt x="144087" y="463900"/>
                    <a:pt x="140849" y="459614"/>
                  </a:cubicBezTo>
                  <a:moveTo>
                    <a:pt x="64458" y="76804"/>
                  </a:moveTo>
                  <a:lnTo>
                    <a:pt x="137039" y="278258"/>
                  </a:lnTo>
                  <a:lnTo>
                    <a:pt x="234289" y="207487"/>
                  </a:lnTo>
                  <a:lnTo>
                    <a:pt x="64458" y="7680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C04EE1B9-4092-8456-71BA-9E5B8F71F157}"/>
                </a:ext>
              </a:extLst>
            </p:cNvPr>
            <p:cNvSpPr/>
            <p:nvPr/>
          </p:nvSpPr>
          <p:spPr>
            <a:xfrm>
              <a:off x="7901337" y="5362908"/>
              <a:ext cx="414995" cy="434935"/>
            </a:xfrm>
            <a:custGeom>
              <a:avLst/>
              <a:gdLst>
                <a:gd name="connsiteX0" fmla="*/ 48130 w 414994"/>
                <a:gd name="connsiteY0" fmla="*/ 45670 h 434933"/>
                <a:gd name="connsiteX1" fmla="*/ 138617 w 414994"/>
                <a:gd name="connsiteY1" fmla="*/ 712 h 434933"/>
                <a:gd name="connsiteX2" fmla="*/ 217579 w 414994"/>
                <a:gd name="connsiteY2" fmla="*/ 27573 h 434933"/>
                <a:gd name="connsiteX3" fmla="*/ 227295 w 414994"/>
                <a:gd name="connsiteY3" fmla="*/ 52528 h 434933"/>
                <a:gd name="connsiteX4" fmla="*/ 213484 w 414994"/>
                <a:gd name="connsiteY4" fmla="*/ 77770 h 434933"/>
                <a:gd name="connsiteX5" fmla="*/ 174336 w 414994"/>
                <a:gd name="connsiteY5" fmla="*/ 84342 h 434933"/>
                <a:gd name="connsiteX6" fmla="*/ 134045 w 414994"/>
                <a:gd name="connsiteY6" fmla="*/ 71483 h 434933"/>
                <a:gd name="connsiteX7" fmla="*/ 91469 w 414994"/>
                <a:gd name="connsiteY7" fmla="*/ 92057 h 434933"/>
                <a:gd name="connsiteX8" fmla="*/ 67465 w 414994"/>
                <a:gd name="connsiteY8" fmla="*/ 133872 h 434933"/>
                <a:gd name="connsiteX9" fmla="*/ 81848 w 414994"/>
                <a:gd name="connsiteY9" fmla="*/ 174925 h 434933"/>
                <a:gd name="connsiteX10" fmla="*/ 128521 w 414994"/>
                <a:gd name="connsiteY10" fmla="*/ 193213 h 434933"/>
                <a:gd name="connsiteX11" fmla="*/ 188814 w 414994"/>
                <a:gd name="connsiteY11" fmla="*/ 183592 h 434933"/>
                <a:gd name="connsiteX12" fmla="*/ 253203 w 414994"/>
                <a:gd name="connsiteY12" fmla="*/ 166543 h 434933"/>
                <a:gd name="connsiteX13" fmla="*/ 319878 w 414994"/>
                <a:gd name="connsiteY13" fmla="*/ 164066 h 434933"/>
                <a:gd name="connsiteX14" fmla="*/ 378171 w 414994"/>
                <a:gd name="connsiteY14" fmla="*/ 195594 h 434933"/>
                <a:gd name="connsiteX15" fmla="*/ 414366 w 414994"/>
                <a:gd name="connsiteY15" fmla="*/ 288082 h 434933"/>
                <a:gd name="connsiteX16" fmla="*/ 363503 w 414994"/>
                <a:gd name="connsiteY16" fmla="*/ 380760 h 434933"/>
                <a:gd name="connsiteX17" fmla="*/ 286826 w 414994"/>
                <a:gd name="connsiteY17" fmla="*/ 426194 h 434933"/>
                <a:gd name="connsiteX18" fmla="*/ 220151 w 414994"/>
                <a:gd name="connsiteY18" fmla="*/ 424861 h 434933"/>
                <a:gd name="connsiteX19" fmla="*/ 210340 w 414994"/>
                <a:gd name="connsiteY19" fmla="*/ 401620 h 434933"/>
                <a:gd name="connsiteX20" fmla="*/ 217008 w 414994"/>
                <a:gd name="connsiteY20" fmla="*/ 379331 h 434933"/>
                <a:gd name="connsiteX21" fmla="*/ 233867 w 414994"/>
                <a:gd name="connsiteY21" fmla="*/ 370949 h 434933"/>
                <a:gd name="connsiteX22" fmla="*/ 322068 w 414994"/>
                <a:gd name="connsiteY22" fmla="*/ 332468 h 434933"/>
                <a:gd name="connsiteX23" fmla="*/ 333880 w 414994"/>
                <a:gd name="connsiteY23" fmla="*/ 248362 h 434933"/>
                <a:gd name="connsiteX24" fmla="*/ 291303 w 414994"/>
                <a:gd name="connsiteY24" fmla="*/ 233885 h 434933"/>
                <a:gd name="connsiteX25" fmla="*/ 231391 w 414994"/>
                <a:gd name="connsiteY25" fmla="*/ 244362 h 434933"/>
                <a:gd name="connsiteX26" fmla="*/ 166049 w 414994"/>
                <a:gd name="connsiteY26" fmla="*/ 261126 h 434933"/>
                <a:gd name="connsiteX27" fmla="*/ 97564 w 414994"/>
                <a:gd name="connsiteY27" fmla="*/ 261126 h 434933"/>
                <a:gd name="connsiteX28" fmla="*/ 36604 w 414994"/>
                <a:gd name="connsiteY28" fmla="*/ 226455 h 434933"/>
                <a:gd name="connsiteX29" fmla="*/ 600 w 414994"/>
                <a:gd name="connsiteY29" fmla="*/ 134634 h 434933"/>
                <a:gd name="connsiteX30" fmla="*/ 48034 w 414994"/>
                <a:gd name="connsiteY30" fmla="*/ 45670 h 434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14994" h="434933">
                  <a:moveTo>
                    <a:pt x="48130" y="45670"/>
                  </a:moveTo>
                  <a:cubicBezTo>
                    <a:pt x="75943" y="19095"/>
                    <a:pt x="106137" y="4141"/>
                    <a:pt x="138617" y="712"/>
                  </a:cubicBezTo>
                  <a:cubicBezTo>
                    <a:pt x="171193" y="-2717"/>
                    <a:pt x="197482" y="6237"/>
                    <a:pt x="217579" y="27573"/>
                  </a:cubicBezTo>
                  <a:cubicBezTo>
                    <a:pt x="224819" y="35193"/>
                    <a:pt x="228057" y="43575"/>
                    <a:pt x="227295" y="52528"/>
                  </a:cubicBezTo>
                  <a:cubicBezTo>
                    <a:pt x="226438" y="61577"/>
                    <a:pt x="221866" y="69959"/>
                    <a:pt x="213484" y="77770"/>
                  </a:cubicBezTo>
                  <a:cubicBezTo>
                    <a:pt x="199577" y="91010"/>
                    <a:pt x="186528" y="93200"/>
                    <a:pt x="174336" y="84342"/>
                  </a:cubicBezTo>
                  <a:cubicBezTo>
                    <a:pt x="162049" y="75484"/>
                    <a:pt x="148714" y="71197"/>
                    <a:pt x="134045" y="71483"/>
                  </a:cubicBezTo>
                  <a:cubicBezTo>
                    <a:pt x="119472" y="71769"/>
                    <a:pt x="105280" y="78627"/>
                    <a:pt x="91469" y="92057"/>
                  </a:cubicBezTo>
                  <a:cubicBezTo>
                    <a:pt x="77848" y="105106"/>
                    <a:pt x="69847" y="119013"/>
                    <a:pt x="67465" y="133872"/>
                  </a:cubicBezTo>
                  <a:cubicBezTo>
                    <a:pt x="65084" y="148731"/>
                    <a:pt x="69847" y="162352"/>
                    <a:pt x="81848" y="174925"/>
                  </a:cubicBezTo>
                  <a:cubicBezTo>
                    <a:pt x="93850" y="187497"/>
                    <a:pt x="109375" y="193593"/>
                    <a:pt x="128521" y="193213"/>
                  </a:cubicBezTo>
                  <a:cubicBezTo>
                    <a:pt x="147571" y="192736"/>
                    <a:pt x="167669" y="189498"/>
                    <a:pt x="188814" y="183592"/>
                  </a:cubicBezTo>
                  <a:cubicBezTo>
                    <a:pt x="209959" y="177591"/>
                    <a:pt x="231486" y="171972"/>
                    <a:pt x="253203" y="166543"/>
                  </a:cubicBezTo>
                  <a:cubicBezTo>
                    <a:pt x="275015" y="161113"/>
                    <a:pt x="297208" y="160351"/>
                    <a:pt x="319878" y="164066"/>
                  </a:cubicBezTo>
                  <a:cubicBezTo>
                    <a:pt x="342547" y="167781"/>
                    <a:pt x="361978" y="178354"/>
                    <a:pt x="378171" y="195594"/>
                  </a:cubicBezTo>
                  <a:cubicBezTo>
                    <a:pt x="405984" y="224645"/>
                    <a:pt x="417985" y="255506"/>
                    <a:pt x="414366" y="288082"/>
                  </a:cubicBezTo>
                  <a:cubicBezTo>
                    <a:pt x="410746" y="320657"/>
                    <a:pt x="393792" y="351518"/>
                    <a:pt x="363503" y="380760"/>
                  </a:cubicBezTo>
                  <a:cubicBezTo>
                    <a:pt x="344453" y="398952"/>
                    <a:pt x="318926" y="414097"/>
                    <a:pt x="286826" y="426194"/>
                  </a:cubicBezTo>
                  <a:cubicBezTo>
                    <a:pt x="254727" y="438291"/>
                    <a:pt x="232534" y="437815"/>
                    <a:pt x="220151" y="424861"/>
                  </a:cubicBezTo>
                  <a:cubicBezTo>
                    <a:pt x="214531" y="419051"/>
                    <a:pt x="211293" y="411335"/>
                    <a:pt x="210340" y="401620"/>
                  </a:cubicBezTo>
                  <a:cubicBezTo>
                    <a:pt x="209388" y="391904"/>
                    <a:pt x="211674" y="384570"/>
                    <a:pt x="217008" y="379331"/>
                  </a:cubicBezTo>
                  <a:cubicBezTo>
                    <a:pt x="222437" y="374188"/>
                    <a:pt x="228057" y="371426"/>
                    <a:pt x="233867" y="370949"/>
                  </a:cubicBezTo>
                  <a:cubicBezTo>
                    <a:pt x="268348" y="368282"/>
                    <a:pt x="297684" y="355423"/>
                    <a:pt x="322068" y="332468"/>
                  </a:cubicBezTo>
                  <a:cubicBezTo>
                    <a:pt x="354168" y="301702"/>
                    <a:pt x="358169" y="273699"/>
                    <a:pt x="333880" y="248362"/>
                  </a:cubicBezTo>
                  <a:cubicBezTo>
                    <a:pt x="323878" y="237885"/>
                    <a:pt x="309686" y="233122"/>
                    <a:pt x="291303" y="233885"/>
                  </a:cubicBezTo>
                  <a:cubicBezTo>
                    <a:pt x="272920" y="234646"/>
                    <a:pt x="252917" y="238170"/>
                    <a:pt x="231391" y="244362"/>
                  </a:cubicBezTo>
                  <a:cubicBezTo>
                    <a:pt x="209959" y="250648"/>
                    <a:pt x="188147" y="256173"/>
                    <a:pt x="166049" y="261126"/>
                  </a:cubicBezTo>
                  <a:cubicBezTo>
                    <a:pt x="143665" y="265698"/>
                    <a:pt x="120805" y="265698"/>
                    <a:pt x="97564" y="261126"/>
                  </a:cubicBezTo>
                  <a:cubicBezTo>
                    <a:pt x="74323" y="256553"/>
                    <a:pt x="53940" y="244933"/>
                    <a:pt x="36604" y="226455"/>
                  </a:cubicBezTo>
                  <a:cubicBezTo>
                    <a:pt x="9077" y="197689"/>
                    <a:pt x="-2924" y="167114"/>
                    <a:pt x="600" y="134634"/>
                  </a:cubicBezTo>
                  <a:cubicBezTo>
                    <a:pt x="4410" y="101868"/>
                    <a:pt x="20221" y="72245"/>
                    <a:pt x="48034" y="456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8DCF80C4-AEC6-F9E5-EE3C-D1BC880BE2A7}"/>
              </a:ext>
            </a:extLst>
          </p:cNvPr>
          <p:cNvSpPr/>
          <p:nvPr userDrawn="1"/>
        </p:nvSpPr>
        <p:spPr>
          <a:xfrm>
            <a:off x="528320" y="284480"/>
            <a:ext cx="1254760" cy="5076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Espace réservé du texte 41">
            <a:extLst>
              <a:ext uri="{FF2B5EF4-FFF2-40B4-BE49-F238E27FC236}">
                <a16:creationId xmlns:a16="http://schemas.microsoft.com/office/drawing/2014/main" id="{1DF3F27F-9E2B-007E-6B17-152BE2AC25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6787484" y="2218046"/>
            <a:ext cx="5404516" cy="1615827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35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 de la partie </a:t>
            </a:r>
            <a:br>
              <a:rPr lang="fr-FR"/>
            </a:br>
            <a:r>
              <a:rPr lang="fr-FR"/>
              <a:t>sur deux lignes </a:t>
            </a:r>
            <a:br>
              <a:rPr lang="fr-FR"/>
            </a:br>
            <a:r>
              <a:rPr lang="fr-FR"/>
              <a:t>de texte ou plus</a:t>
            </a:r>
          </a:p>
        </p:txBody>
      </p: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5803E5D3-D9DC-C40B-59F7-50748231FFA2}"/>
              </a:ext>
            </a:extLst>
          </p:cNvPr>
          <p:cNvGrpSpPr/>
          <p:nvPr userDrawn="1"/>
        </p:nvGrpSpPr>
        <p:grpSpPr>
          <a:xfrm flipH="1">
            <a:off x="4273544" y="2823071"/>
            <a:ext cx="802925" cy="509053"/>
            <a:chOff x="4589369" y="4849913"/>
            <a:chExt cx="3072989" cy="1948269"/>
          </a:xfrm>
          <a:solidFill>
            <a:schemeClr val="accent5">
              <a:alpha val="66000"/>
            </a:schemeClr>
          </a:solidFill>
        </p:grpSpPr>
        <p:sp>
          <p:nvSpPr>
            <p:cNvPr id="41" name="Forme libre : forme 40">
              <a:extLst>
                <a:ext uri="{FF2B5EF4-FFF2-40B4-BE49-F238E27FC236}">
                  <a16:creationId xmlns:a16="http://schemas.microsoft.com/office/drawing/2014/main" id="{1073BED1-E6B4-00B7-CF27-71F9C659FB92}"/>
                </a:ext>
              </a:extLst>
            </p:cNvPr>
            <p:cNvSpPr/>
            <p:nvPr/>
          </p:nvSpPr>
          <p:spPr>
            <a:xfrm rot="18900000" flipV="1">
              <a:off x="4671817" y="5266547"/>
              <a:ext cx="618261" cy="618264"/>
            </a:xfrm>
            <a:custGeom>
              <a:avLst/>
              <a:gdLst>
                <a:gd name="connsiteX0" fmla="*/ 527517 w 618261"/>
                <a:gd name="connsiteY0" fmla="*/ 527520 h 618264"/>
                <a:gd name="connsiteX1" fmla="*/ 618261 w 618261"/>
                <a:gd name="connsiteY1" fmla="*/ 308445 h 618264"/>
                <a:gd name="connsiteX2" fmla="*/ 618261 w 618261"/>
                <a:gd name="connsiteY2" fmla="*/ 0 h 618264"/>
                <a:gd name="connsiteX3" fmla="*/ 309819 w 618261"/>
                <a:gd name="connsiteY3" fmla="*/ 0 h 618264"/>
                <a:gd name="connsiteX4" fmla="*/ 0 w 618261"/>
                <a:gd name="connsiteY4" fmla="*/ 309819 h 618264"/>
                <a:gd name="connsiteX5" fmla="*/ 52912 w 618261"/>
                <a:gd name="connsiteY5" fmla="*/ 483041 h 618264"/>
                <a:gd name="connsiteX6" fmla="*/ 90129 w 618261"/>
                <a:gd name="connsiteY6" fmla="*/ 528148 h 618264"/>
                <a:gd name="connsiteX7" fmla="*/ 135220 w 618261"/>
                <a:gd name="connsiteY7" fmla="*/ 565351 h 618264"/>
                <a:gd name="connsiteX8" fmla="*/ 308442 w 618261"/>
                <a:gd name="connsiteY8" fmla="*/ 618264 h 618264"/>
                <a:gd name="connsiteX9" fmla="*/ 527517 w 618261"/>
                <a:gd name="connsiteY9" fmla="*/ 527520 h 61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261" h="618264">
                  <a:moveTo>
                    <a:pt x="527517" y="527520"/>
                  </a:moveTo>
                  <a:cubicBezTo>
                    <a:pt x="583583" y="471454"/>
                    <a:pt x="618261" y="393999"/>
                    <a:pt x="618261" y="308445"/>
                  </a:cubicBezTo>
                  <a:lnTo>
                    <a:pt x="618261" y="0"/>
                  </a:lnTo>
                  <a:lnTo>
                    <a:pt x="309819" y="0"/>
                  </a:lnTo>
                  <a:cubicBezTo>
                    <a:pt x="138711" y="0"/>
                    <a:pt x="0" y="138711"/>
                    <a:pt x="0" y="309819"/>
                  </a:cubicBezTo>
                  <a:cubicBezTo>
                    <a:pt x="0" y="373984"/>
                    <a:pt x="19506" y="433594"/>
                    <a:pt x="52912" y="483041"/>
                  </a:cubicBezTo>
                  <a:lnTo>
                    <a:pt x="90129" y="528148"/>
                  </a:lnTo>
                  <a:lnTo>
                    <a:pt x="135220" y="565351"/>
                  </a:lnTo>
                  <a:cubicBezTo>
                    <a:pt x="184667" y="598757"/>
                    <a:pt x="244277" y="618264"/>
                    <a:pt x="308442" y="618264"/>
                  </a:cubicBezTo>
                  <a:cubicBezTo>
                    <a:pt x="393996" y="618264"/>
                    <a:pt x="471451" y="583586"/>
                    <a:pt x="527517" y="527520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42" name="Forme libre : forme 41">
              <a:extLst>
                <a:ext uri="{FF2B5EF4-FFF2-40B4-BE49-F238E27FC236}">
                  <a16:creationId xmlns:a16="http://schemas.microsoft.com/office/drawing/2014/main" id="{44B4224F-4469-E2FC-3F2C-7FD216A50659}"/>
                </a:ext>
              </a:extLst>
            </p:cNvPr>
            <p:cNvSpPr/>
            <p:nvPr/>
          </p:nvSpPr>
          <p:spPr>
            <a:xfrm rot="18900000" flipV="1">
              <a:off x="4589369" y="4849913"/>
              <a:ext cx="1613106" cy="619638"/>
            </a:xfrm>
            <a:custGeom>
              <a:avLst/>
              <a:gdLst>
                <a:gd name="connsiteX0" fmla="*/ 1522363 w 1613106"/>
                <a:gd name="connsiteY0" fmla="*/ 528894 h 619638"/>
                <a:gd name="connsiteX1" fmla="*/ 1613106 w 1613106"/>
                <a:gd name="connsiteY1" fmla="*/ 309819 h 619638"/>
                <a:gd name="connsiteX2" fmla="*/ 1303287 w 1613106"/>
                <a:gd name="connsiteY2" fmla="*/ 0 h 619638"/>
                <a:gd name="connsiteX3" fmla="*/ 528132 w 1613106"/>
                <a:gd name="connsiteY3" fmla="*/ 0 h 619638"/>
                <a:gd name="connsiteX4" fmla="*/ 528132 w 1613106"/>
                <a:gd name="connsiteY4" fmla="*/ 308445 h 619638"/>
                <a:gd name="connsiteX5" fmla="*/ 218313 w 1613106"/>
                <a:gd name="connsiteY5" fmla="*/ 618264 h 619638"/>
                <a:gd name="connsiteX6" fmla="*/ 45091 w 1613106"/>
                <a:gd name="connsiteY6" fmla="*/ 565351 h 619638"/>
                <a:gd name="connsiteX7" fmla="*/ 0 w 1613106"/>
                <a:gd name="connsiteY7" fmla="*/ 528148 h 619638"/>
                <a:gd name="connsiteX8" fmla="*/ 615 w 1613106"/>
                <a:gd name="connsiteY8" fmla="*/ 528894 h 619638"/>
                <a:gd name="connsiteX9" fmla="*/ 219690 w 1613106"/>
                <a:gd name="connsiteY9" fmla="*/ 619638 h 619638"/>
                <a:gd name="connsiteX10" fmla="*/ 1303287 w 1613106"/>
                <a:gd name="connsiteY10" fmla="*/ 619638 h 619638"/>
                <a:gd name="connsiteX11" fmla="*/ 1522363 w 1613106"/>
                <a:gd name="connsiteY11" fmla="*/ 528894 h 61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3106" h="619638">
                  <a:moveTo>
                    <a:pt x="1522363" y="528894"/>
                  </a:moveTo>
                  <a:cubicBezTo>
                    <a:pt x="1578428" y="472828"/>
                    <a:pt x="1613106" y="395373"/>
                    <a:pt x="1613106" y="309819"/>
                  </a:cubicBezTo>
                  <a:cubicBezTo>
                    <a:pt x="1613106" y="138711"/>
                    <a:pt x="1474395" y="0"/>
                    <a:pt x="1303287" y="0"/>
                  </a:cubicBezTo>
                  <a:lnTo>
                    <a:pt x="528132" y="0"/>
                  </a:lnTo>
                  <a:lnTo>
                    <a:pt x="528132" y="308445"/>
                  </a:lnTo>
                  <a:cubicBezTo>
                    <a:pt x="528132" y="479553"/>
                    <a:pt x="389421" y="618264"/>
                    <a:pt x="218313" y="618264"/>
                  </a:cubicBezTo>
                  <a:cubicBezTo>
                    <a:pt x="154148" y="618264"/>
                    <a:pt x="94538" y="598757"/>
                    <a:pt x="45091" y="565351"/>
                  </a:cubicBezTo>
                  <a:lnTo>
                    <a:pt x="0" y="528148"/>
                  </a:lnTo>
                  <a:lnTo>
                    <a:pt x="615" y="528894"/>
                  </a:lnTo>
                  <a:cubicBezTo>
                    <a:pt x="56681" y="584960"/>
                    <a:pt x="134136" y="619638"/>
                    <a:pt x="219690" y="619638"/>
                  </a:cubicBezTo>
                  <a:lnTo>
                    <a:pt x="1303287" y="619638"/>
                  </a:lnTo>
                  <a:cubicBezTo>
                    <a:pt x="1388841" y="619638"/>
                    <a:pt x="1466296" y="584960"/>
                    <a:pt x="1522363" y="528894"/>
                  </a:cubicBezTo>
                  <a:close/>
                </a:path>
              </a:pathLst>
            </a:custGeom>
            <a:solidFill>
              <a:srgbClr val="FEB9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43" name="Forme libre : forme 42">
              <a:extLst>
                <a:ext uri="{FF2B5EF4-FFF2-40B4-BE49-F238E27FC236}">
                  <a16:creationId xmlns:a16="http://schemas.microsoft.com/office/drawing/2014/main" id="{A5BC1D13-219D-9999-E55C-EF8FC8892EF7}"/>
                </a:ext>
              </a:extLst>
            </p:cNvPr>
            <p:cNvSpPr/>
            <p:nvPr/>
          </p:nvSpPr>
          <p:spPr>
            <a:xfrm rot="18900000" flipV="1">
              <a:off x="5086096" y="5185063"/>
              <a:ext cx="619638" cy="1613119"/>
            </a:xfrm>
            <a:custGeom>
              <a:avLst/>
              <a:gdLst>
                <a:gd name="connsiteX0" fmla="*/ 91506 w 619638"/>
                <a:gd name="connsiteY0" fmla="*/ 1613119 h 1613119"/>
                <a:gd name="connsiteX1" fmla="*/ 54289 w 619638"/>
                <a:gd name="connsiteY1" fmla="*/ 1568012 h 1613119"/>
                <a:gd name="connsiteX2" fmla="*/ 1377 w 619638"/>
                <a:gd name="connsiteY2" fmla="*/ 1394790 h 1613119"/>
                <a:gd name="connsiteX3" fmla="*/ 311196 w 619638"/>
                <a:gd name="connsiteY3" fmla="*/ 1084971 h 1613119"/>
                <a:gd name="connsiteX4" fmla="*/ 619638 w 619638"/>
                <a:gd name="connsiteY4" fmla="*/ 1084971 h 1613119"/>
                <a:gd name="connsiteX5" fmla="*/ 619638 w 619638"/>
                <a:gd name="connsiteY5" fmla="*/ 309818 h 1613119"/>
                <a:gd name="connsiteX6" fmla="*/ 309819 w 619638"/>
                <a:gd name="connsiteY6" fmla="*/ 0 h 1613119"/>
                <a:gd name="connsiteX7" fmla="*/ 1 w 619638"/>
                <a:gd name="connsiteY7" fmla="*/ 309818 h 1613119"/>
                <a:gd name="connsiteX8" fmla="*/ 1 w 619638"/>
                <a:gd name="connsiteY8" fmla="*/ 1393416 h 1613119"/>
                <a:gd name="connsiteX9" fmla="*/ 90744 w 619638"/>
                <a:gd name="connsiteY9" fmla="*/ 1612491 h 1613119"/>
                <a:gd name="connsiteX10" fmla="*/ 91506 w 619638"/>
                <a:gd name="connsiteY10" fmla="*/ 1613119 h 1613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638" h="1613119">
                  <a:moveTo>
                    <a:pt x="91506" y="1613119"/>
                  </a:moveTo>
                  <a:lnTo>
                    <a:pt x="54289" y="1568012"/>
                  </a:lnTo>
                  <a:cubicBezTo>
                    <a:pt x="20883" y="1518565"/>
                    <a:pt x="1377" y="1458955"/>
                    <a:pt x="1377" y="1394790"/>
                  </a:cubicBezTo>
                  <a:cubicBezTo>
                    <a:pt x="1377" y="1223682"/>
                    <a:pt x="140088" y="1084971"/>
                    <a:pt x="311196" y="1084971"/>
                  </a:cubicBezTo>
                  <a:lnTo>
                    <a:pt x="619638" y="1084971"/>
                  </a:lnTo>
                  <a:lnTo>
                    <a:pt x="619638" y="309818"/>
                  </a:lnTo>
                  <a:cubicBezTo>
                    <a:pt x="619637" y="138711"/>
                    <a:pt x="480926" y="0"/>
                    <a:pt x="309819" y="0"/>
                  </a:cubicBezTo>
                  <a:cubicBezTo>
                    <a:pt x="138711" y="0"/>
                    <a:pt x="0" y="138711"/>
                    <a:pt x="1" y="309818"/>
                  </a:cubicBezTo>
                  <a:lnTo>
                    <a:pt x="1" y="1393416"/>
                  </a:lnTo>
                  <a:cubicBezTo>
                    <a:pt x="0" y="1478970"/>
                    <a:pt x="34678" y="1556424"/>
                    <a:pt x="90744" y="1612491"/>
                  </a:cubicBezTo>
                  <a:lnTo>
                    <a:pt x="91506" y="1613119"/>
                  </a:lnTo>
                  <a:close/>
                </a:path>
              </a:pathLst>
            </a:custGeom>
            <a:solidFill>
              <a:srgbClr val="FEB9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44" name="Forme libre : forme 43">
              <a:extLst>
                <a:ext uri="{FF2B5EF4-FFF2-40B4-BE49-F238E27FC236}">
                  <a16:creationId xmlns:a16="http://schemas.microsoft.com/office/drawing/2014/main" id="{A7A119CC-C439-3A56-049C-EAFEFA547C12}"/>
                </a:ext>
              </a:extLst>
            </p:cNvPr>
            <p:cNvSpPr/>
            <p:nvPr/>
          </p:nvSpPr>
          <p:spPr>
            <a:xfrm rot="18900000" flipV="1">
              <a:off x="6131700" y="5266547"/>
              <a:ext cx="618261" cy="618264"/>
            </a:xfrm>
            <a:custGeom>
              <a:avLst/>
              <a:gdLst>
                <a:gd name="connsiteX0" fmla="*/ 527517 w 618261"/>
                <a:gd name="connsiteY0" fmla="*/ 527520 h 618264"/>
                <a:gd name="connsiteX1" fmla="*/ 618261 w 618261"/>
                <a:gd name="connsiteY1" fmla="*/ 308445 h 618264"/>
                <a:gd name="connsiteX2" fmla="*/ 618261 w 618261"/>
                <a:gd name="connsiteY2" fmla="*/ 0 h 618264"/>
                <a:gd name="connsiteX3" fmla="*/ 309819 w 618261"/>
                <a:gd name="connsiteY3" fmla="*/ 0 h 618264"/>
                <a:gd name="connsiteX4" fmla="*/ 0 w 618261"/>
                <a:gd name="connsiteY4" fmla="*/ 309819 h 618264"/>
                <a:gd name="connsiteX5" fmla="*/ 52912 w 618261"/>
                <a:gd name="connsiteY5" fmla="*/ 483041 h 618264"/>
                <a:gd name="connsiteX6" fmla="*/ 90129 w 618261"/>
                <a:gd name="connsiteY6" fmla="*/ 528148 h 618264"/>
                <a:gd name="connsiteX7" fmla="*/ 135220 w 618261"/>
                <a:gd name="connsiteY7" fmla="*/ 565351 h 618264"/>
                <a:gd name="connsiteX8" fmla="*/ 308442 w 618261"/>
                <a:gd name="connsiteY8" fmla="*/ 618264 h 618264"/>
                <a:gd name="connsiteX9" fmla="*/ 527517 w 618261"/>
                <a:gd name="connsiteY9" fmla="*/ 527520 h 61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261" h="618264">
                  <a:moveTo>
                    <a:pt x="527517" y="527520"/>
                  </a:moveTo>
                  <a:cubicBezTo>
                    <a:pt x="583583" y="471454"/>
                    <a:pt x="618261" y="393999"/>
                    <a:pt x="618261" y="308445"/>
                  </a:cubicBezTo>
                  <a:lnTo>
                    <a:pt x="618261" y="0"/>
                  </a:lnTo>
                  <a:lnTo>
                    <a:pt x="309819" y="0"/>
                  </a:lnTo>
                  <a:cubicBezTo>
                    <a:pt x="138711" y="0"/>
                    <a:pt x="0" y="138711"/>
                    <a:pt x="0" y="309819"/>
                  </a:cubicBezTo>
                  <a:cubicBezTo>
                    <a:pt x="0" y="373984"/>
                    <a:pt x="19506" y="433594"/>
                    <a:pt x="52912" y="483041"/>
                  </a:cubicBezTo>
                  <a:lnTo>
                    <a:pt x="90129" y="528148"/>
                  </a:lnTo>
                  <a:lnTo>
                    <a:pt x="135220" y="565351"/>
                  </a:lnTo>
                  <a:cubicBezTo>
                    <a:pt x="184667" y="598757"/>
                    <a:pt x="244277" y="618264"/>
                    <a:pt x="308442" y="618264"/>
                  </a:cubicBezTo>
                  <a:cubicBezTo>
                    <a:pt x="393996" y="618264"/>
                    <a:pt x="471451" y="583586"/>
                    <a:pt x="527517" y="527520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45" name="Forme libre : forme 44">
              <a:extLst>
                <a:ext uri="{FF2B5EF4-FFF2-40B4-BE49-F238E27FC236}">
                  <a16:creationId xmlns:a16="http://schemas.microsoft.com/office/drawing/2014/main" id="{A134C14E-86D8-F7D0-CF56-4EF68CF0E8CB}"/>
                </a:ext>
              </a:extLst>
            </p:cNvPr>
            <p:cNvSpPr/>
            <p:nvPr/>
          </p:nvSpPr>
          <p:spPr>
            <a:xfrm rot="18900000" flipV="1">
              <a:off x="6049252" y="4849913"/>
              <a:ext cx="1613106" cy="619638"/>
            </a:xfrm>
            <a:custGeom>
              <a:avLst/>
              <a:gdLst>
                <a:gd name="connsiteX0" fmla="*/ 1522363 w 1613106"/>
                <a:gd name="connsiteY0" fmla="*/ 528894 h 619638"/>
                <a:gd name="connsiteX1" fmla="*/ 1613106 w 1613106"/>
                <a:gd name="connsiteY1" fmla="*/ 309819 h 619638"/>
                <a:gd name="connsiteX2" fmla="*/ 1303287 w 1613106"/>
                <a:gd name="connsiteY2" fmla="*/ 0 h 619638"/>
                <a:gd name="connsiteX3" fmla="*/ 528132 w 1613106"/>
                <a:gd name="connsiteY3" fmla="*/ 0 h 619638"/>
                <a:gd name="connsiteX4" fmla="*/ 528132 w 1613106"/>
                <a:gd name="connsiteY4" fmla="*/ 308445 h 619638"/>
                <a:gd name="connsiteX5" fmla="*/ 218313 w 1613106"/>
                <a:gd name="connsiteY5" fmla="*/ 618264 h 619638"/>
                <a:gd name="connsiteX6" fmla="*/ 45091 w 1613106"/>
                <a:gd name="connsiteY6" fmla="*/ 565351 h 619638"/>
                <a:gd name="connsiteX7" fmla="*/ 0 w 1613106"/>
                <a:gd name="connsiteY7" fmla="*/ 528148 h 619638"/>
                <a:gd name="connsiteX8" fmla="*/ 615 w 1613106"/>
                <a:gd name="connsiteY8" fmla="*/ 528894 h 619638"/>
                <a:gd name="connsiteX9" fmla="*/ 219690 w 1613106"/>
                <a:gd name="connsiteY9" fmla="*/ 619638 h 619638"/>
                <a:gd name="connsiteX10" fmla="*/ 1303287 w 1613106"/>
                <a:gd name="connsiteY10" fmla="*/ 619638 h 619638"/>
                <a:gd name="connsiteX11" fmla="*/ 1522363 w 1613106"/>
                <a:gd name="connsiteY11" fmla="*/ 528894 h 61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3106" h="619638">
                  <a:moveTo>
                    <a:pt x="1522363" y="528894"/>
                  </a:moveTo>
                  <a:cubicBezTo>
                    <a:pt x="1578428" y="472828"/>
                    <a:pt x="1613106" y="395373"/>
                    <a:pt x="1613106" y="309819"/>
                  </a:cubicBezTo>
                  <a:cubicBezTo>
                    <a:pt x="1613106" y="138711"/>
                    <a:pt x="1474395" y="0"/>
                    <a:pt x="1303287" y="0"/>
                  </a:cubicBezTo>
                  <a:lnTo>
                    <a:pt x="528132" y="0"/>
                  </a:lnTo>
                  <a:lnTo>
                    <a:pt x="528132" y="308445"/>
                  </a:lnTo>
                  <a:cubicBezTo>
                    <a:pt x="528132" y="479553"/>
                    <a:pt x="389421" y="618264"/>
                    <a:pt x="218313" y="618264"/>
                  </a:cubicBezTo>
                  <a:cubicBezTo>
                    <a:pt x="154148" y="618264"/>
                    <a:pt x="94538" y="598757"/>
                    <a:pt x="45091" y="565351"/>
                  </a:cubicBezTo>
                  <a:lnTo>
                    <a:pt x="0" y="528148"/>
                  </a:lnTo>
                  <a:lnTo>
                    <a:pt x="615" y="528894"/>
                  </a:lnTo>
                  <a:cubicBezTo>
                    <a:pt x="56681" y="584960"/>
                    <a:pt x="134136" y="619638"/>
                    <a:pt x="219690" y="619638"/>
                  </a:cubicBezTo>
                  <a:lnTo>
                    <a:pt x="1303287" y="619638"/>
                  </a:lnTo>
                  <a:cubicBezTo>
                    <a:pt x="1388841" y="619638"/>
                    <a:pt x="1466296" y="584960"/>
                    <a:pt x="1522363" y="528894"/>
                  </a:cubicBezTo>
                  <a:close/>
                </a:path>
              </a:pathLst>
            </a:custGeom>
            <a:solidFill>
              <a:srgbClr val="FEB9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46" name="Forme libre : forme 45">
              <a:extLst>
                <a:ext uri="{FF2B5EF4-FFF2-40B4-BE49-F238E27FC236}">
                  <a16:creationId xmlns:a16="http://schemas.microsoft.com/office/drawing/2014/main" id="{E69B1336-542C-39C8-E879-43B5F3268B1B}"/>
                </a:ext>
              </a:extLst>
            </p:cNvPr>
            <p:cNvSpPr/>
            <p:nvPr/>
          </p:nvSpPr>
          <p:spPr>
            <a:xfrm rot="18900000" flipV="1">
              <a:off x="6545979" y="5185063"/>
              <a:ext cx="619638" cy="1613119"/>
            </a:xfrm>
            <a:custGeom>
              <a:avLst/>
              <a:gdLst>
                <a:gd name="connsiteX0" fmla="*/ 91506 w 619638"/>
                <a:gd name="connsiteY0" fmla="*/ 1613119 h 1613119"/>
                <a:gd name="connsiteX1" fmla="*/ 54289 w 619638"/>
                <a:gd name="connsiteY1" fmla="*/ 1568012 h 1613119"/>
                <a:gd name="connsiteX2" fmla="*/ 1377 w 619638"/>
                <a:gd name="connsiteY2" fmla="*/ 1394790 h 1613119"/>
                <a:gd name="connsiteX3" fmla="*/ 311196 w 619638"/>
                <a:gd name="connsiteY3" fmla="*/ 1084971 h 1613119"/>
                <a:gd name="connsiteX4" fmla="*/ 619638 w 619638"/>
                <a:gd name="connsiteY4" fmla="*/ 1084971 h 1613119"/>
                <a:gd name="connsiteX5" fmla="*/ 619638 w 619638"/>
                <a:gd name="connsiteY5" fmla="*/ 309818 h 1613119"/>
                <a:gd name="connsiteX6" fmla="*/ 309819 w 619638"/>
                <a:gd name="connsiteY6" fmla="*/ 0 h 1613119"/>
                <a:gd name="connsiteX7" fmla="*/ 1 w 619638"/>
                <a:gd name="connsiteY7" fmla="*/ 309818 h 1613119"/>
                <a:gd name="connsiteX8" fmla="*/ 1 w 619638"/>
                <a:gd name="connsiteY8" fmla="*/ 1393416 h 1613119"/>
                <a:gd name="connsiteX9" fmla="*/ 90744 w 619638"/>
                <a:gd name="connsiteY9" fmla="*/ 1612491 h 1613119"/>
                <a:gd name="connsiteX10" fmla="*/ 91506 w 619638"/>
                <a:gd name="connsiteY10" fmla="*/ 1613119 h 1613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638" h="1613119">
                  <a:moveTo>
                    <a:pt x="91506" y="1613119"/>
                  </a:moveTo>
                  <a:lnTo>
                    <a:pt x="54289" y="1568012"/>
                  </a:lnTo>
                  <a:cubicBezTo>
                    <a:pt x="20883" y="1518565"/>
                    <a:pt x="1377" y="1458955"/>
                    <a:pt x="1377" y="1394790"/>
                  </a:cubicBezTo>
                  <a:cubicBezTo>
                    <a:pt x="1377" y="1223682"/>
                    <a:pt x="140088" y="1084971"/>
                    <a:pt x="311196" y="1084971"/>
                  </a:cubicBezTo>
                  <a:lnTo>
                    <a:pt x="619638" y="1084971"/>
                  </a:lnTo>
                  <a:lnTo>
                    <a:pt x="619638" y="309818"/>
                  </a:lnTo>
                  <a:cubicBezTo>
                    <a:pt x="619637" y="138711"/>
                    <a:pt x="480926" y="0"/>
                    <a:pt x="309819" y="0"/>
                  </a:cubicBezTo>
                  <a:cubicBezTo>
                    <a:pt x="138711" y="0"/>
                    <a:pt x="0" y="138711"/>
                    <a:pt x="1" y="309818"/>
                  </a:cubicBezTo>
                  <a:lnTo>
                    <a:pt x="1" y="1393416"/>
                  </a:lnTo>
                  <a:cubicBezTo>
                    <a:pt x="0" y="1478970"/>
                    <a:pt x="34678" y="1556424"/>
                    <a:pt x="90744" y="1612491"/>
                  </a:cubicBezTo>
                  <a:lnTo>
                    <a:pt x="91506" y="1613119"/>
                  </a:lnTo>
                  <a:close/>
                </a:path>
              </a:pathLst>
            </a:custGeom>
            <a:solidFill>
              <a:srgbClr val="FEB9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304790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1 Chapitre Rose">
    <p:bg bwMode="lt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9F7D3E8F-1849-8561-09FE-35A1E73C8066}"/>
              </a:ext>
            </a:extLst>
          </p:cNvPr>
          <p:cNvSpPr/>
          <p:nvPr userDrawn="1"/>
        </p:nvSpPr>
        <p:spPr bwMode="ltGray">
          <a:xfrm>
            <a:off x="0" y="6035040"/>
            <a:ext cx="12191999" cy="822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5" name="Graphique 44">
            <a:extLst>
              <a:ext uri="{FF2B5EF4-FFF2-40B4-BE49-F238E27FC236}">
                <a16:creationId xmlns:a16="http://schemas.microsoft.com/office/drawing/2014/main" id="{07E8A247-08BA-ABCC-26D4-31295B45194C}"/>
              </a:ext>
            </a:extLst>
          </p:cNvPr>
          <p:cNvGrpSpPr/>
          <p:nvPr userDrawn="1"/>
        </p:nvGrpSpPr>
        <p:grpSpPr>
          <a:xfrm>
            <a:off x="11259577" y="6260485"/>
            <a:ext cx="300749" cy="346882"/>
            <a:chOff x="3319467" y="228600"/>
            <a:chExt cx="5551926" cy="6403562"/>
          </a:xfrm>
          <a:solidFill>
            <a:schemeClr val="accent1"/>
          </a:solidFill>
        </p:grpSpPr>
        <p:sp>
          <p:nvSpPr>
            <p:cNvPr id="26" name="Forme libre : forme 25">
              <a:extLst>
                <a:ext uri="{FF2B5EF4-FFF2-40B4-BE49-F238E27FC236}">
                  <a16:creationId xmlns:a16="http://schemas.microsoft.com/office/drawing/2014/main" id="{984A7C82-4CCA-14B6-CC5E-86A0D488C7C9}"/>
                </a:ext>
              </a:extLst>
            </p:cNvPr>
            <p:cNvSpPr/>
            <p:nvPr/>
          </p:nvSpPr>
          <p:spPr>
            <a:xfrm>
              <a:off x="3319467" y="1781949"/>
              <a:ext cx="1254828" cy="3190491"/>
            </a:xfrm>
            <a:custGeom>
              <a:avLst/>
              <a:gdLst>
                <a:gd name="connsiteX0" fmla="*/ 185 w 1254828"/>
                <a:gd name="connsiteY0" fmla="*/ 186391 h 3190491"/>
                <a:gd name="connsiteX1" fmla="*/ 174017 w 1254828"/>
                <a:gd name="connsiteY1" fmla="*/ 178 h 3190491"/>
                <a:gd name="connsiteX2" fmla="*/ 360040 w 1254828"/>
                <a:gd name="connsiteY2" fmla="*/ 169913 h 3190491"/>
                <a:gd name="connsiteX3" fmla="*/ 481198 w 1254828"/>
                <a:gd name="connsiteY3" fmla="*/ 2822340 h 3190491"/>
                <a:gd name="connsiteX4" fmla="*/ 1064509 w 1254828"/>
                <a:gd name="connsiteY4" fmla="*/ 2795670 h 3190491"/>
                <a:gd name="connsiteX5" fmla="*/ 1254628 w 1254828"/>
                <a:gd name="connsiteY5" fmla="*/ 2965310 h 3190491"/>
                <a:gd name="connsiteX6" fmla="*/ 1080987 w 1254828"/>
                <a:gd name="connsiteY6" fmla="*/ 3155525 h 3190491"/>
                <a:gd name="connsiteX7" fmla="*/ 319749 w 1254828"/>
                <a:gd name="connsiteY7" fmla="*/ 3190291 h 3190491"/>
                <a:gd name="connsiteX8" fmla="*/ 129535 w 1254828"/>
                <a:gd name="connsiteY8" fmla="*/ 3016650 h 3190491"/>
                <a:gd name="connsiteX9" fmla="*/ 185 w 1254828"/>
                <a:gd name="connsiteY9" fmla="*/ 186391 h 319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54828" h="3190491">
                  <a:moveTo>
                    <a:pt x="185" y="186391"/>
                  </a:moveTo>
                  <a:cubicBezTo>
                    <a:pt x="-4291" y="89332"/>
                    <a:pt x="72861" y="4845"/>
                    <a:pt x="174017" y="178"/>
                  </a:cubicBezTo>
                  <a:cubicBezTo>
                    <a:pt x="271076" y="-4204"/>
                    <a:pt x="355563" y="72949"/>
                    <a:pt x="360040" y="169913"/>
                  </a:cubicBezTo>
                  <a:lnTo>
                    <a:pt x="481198" y="2822340"/>
                  </a:lnTo>
                  <a:lnTo>
                    <a:pt x="1064509" y="2795670"/>
                  </a:lnTo>
                  <a:cubicBezTo>
                    <a:pt x="1165569" y="2791003"/>
                    <a:pt x="1250151" y="2868251"/>
                    <a:pt x="1254628" y="2965310"/>
                  </a:cubicBezTo>
                  <a:cubicBezTo>
                    <a:pt x="1259295" y="3066371"/>
                    <a:pt x="1182047" y="3150953"/>
                    <a:pt x="1080987" y="3155525"/>
                  </a:cubicBezTo>
                  <a:lnTo>
                    <a:pt x="319749" y="3190291"/>
                  </a:lnTo>
                  <a:cubicBezTo>
                    <a:pt x="218689" y="3194958"/>
                    <a:pt x="134107" y="3117710"/>
                    <a:pt x="129535" y="3016650"/>
                  </a:cubicBezTo>
                  <a:lnTo>
                    <a:pt x="185" y="18639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" name="Forme libre : forme 26">
              <a:extLst>
                <a:ext uri="{FF2B5EF4-FFF2-40B4-BE49-F238E27FC236}">
                  <a16:creationId xmlns:a16="http://schemas.microsoft.com/office/drawing/2014/main" id="{F288FFA7-4A52-109E-8AF9-3BF617DB4B4F}"/>
                </a:ext>
              </a:extLst>
            </p:cNvPr>
            <p:cNvSpPr/>
            <p:nvPr/>
          </p:nvSpPr>
          <p:spPr>
            <a:xfrm>
              <a:off x="5104446" y="1808321"/>
              <a:ext cx="330708" cy="559212"/>
            </a:xfrm>
            <a:custGeom>
              <a:avLst/>
              <a:gdLst>
                <a:gd name="connsiteX0" fmla="*/ 330708 w 330708"/>
                <a:gd name="connsiteY0" fmla="*/ 391954 h 559212"/>
                <a:gd name="connsiteX1" fmla="*/ 167164 w 330708"/>
                <a:gd name="connsiteY1" fmla="*/ 559213 h 559212"/>
                <a:gd name="connsiteX2" fmla="*/ 0 w 330708"/>
                <a:gd name="connsiteY2" fmla="*/ 391954 h 559212"/>
                <a:gd name="connsiteX3" fmla="*/ 0 w 330708"/>
                <a:gd name="connsiteY3" fmla="*/ 163449 h 559212"/>
                <a:gd name="connsiteX4" fmla="*/ 167164 w 330708"/>
                <a:gd name="connsiteY4" fmla="*/ 0 h 559212"/>
                <a:gd name="connsiteX5" fmla="*/ 330708 w 330708"/>
                <a:gd name="connsiteY5" fmla="*/ 163449 h 559212"/>
                <a:gd name="connsiteX6" fmla="*/ 330708 w 330708"/>
                <a:gd name="connsiteY6" fmla="*/ 391954 h 559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559212">
                  <a:moveTo>
                    <a:pt x="330708" y="391954"/>
                  </a:moveTo>
                  <a:cubicBezTo>
                    <a:pt x="330708" y="484822"/>
                    <a:pt x="256413" y="559213"/>
                    <a:pt x="167164" y="559213"/>
                  </a:cubicBezTo>
                  <a:cubicBezTo>
                    <a:pt x="77915" y="559213"/>
                    <a:pt x="0" y="484918"/>
                    <a:pt x="0" y="391954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3919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" name="Forme libre : forme 27">
              <a:extLst>
                <a:ext uri="{FF2B5EF4-FFF2-40B4-BE49-F238E27FC236}">
                  <a16:creationId xmlns:a16="http://schemas.microsoft.com/office/drawing/2014/main" id="{4D0FC09C-B74A-1556-3DCA-C65AEB52BC7F}"/>
                </a:ext>
              </a:extLst>
            </p:cNvPr>
            <p:cNvSpPr/>
            <p:nvPr/>
          </p:nvSpPr>
          <p:spPr>
            <a:xfrm>
              <a:off x="5104446" y="2882646"/>
              <a:ext cx="330708" cy="2068734"/>
            </a:xfrm>
            <a:custGeom>
              <a:avLst/>
              <a:gdLst>
                <a:gd name="connsiteX0" fmla="*/ 330708 w 330708"/>
                <a:gd name="connsiteY0" fmla="*/ 1901476 h 2068734"/>
                <a:gd name="connsiteX1" fmla="*/ 167164 w 330708"/>
                <a:gd name="connsiteY1" fmla="*/ 2068735 h 2068734"/>
                <a:gd name="connsiteX2" fmla="*/ 0 w 330708"/>
                <a:gd name="connsiteY2" fmla="*/ 1901476 h 2068734"/>
                <a:gd name="connsiteX3" fmla="*/ 0 w 330708"/>
                <a:gd name="connsiteY3" fmla="*/ 163449 h 2068734"/>
                <a:gd name="connsiteX4" fmla="*/ 167164 w 330708"/>
                <a:gd name="connsiteY4" fmla="*/ 0 h 2068734"/>
                <a:gd name="connsiteX5" fmla="*/ 330708 w 330708"/>
                <a:gd name="connsiteY5" fmla="*/ 163449 h 2068734"/>
                <a:gd name="connsiteX6" fmla="*/ 330708 w 330708"/>
                <a:gd name="connsiteY6" fmla="*/ 1901476 h 206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2068734">
                  <a:moveTo>
                    <a:pt x="330708" y="1901476"/>
                  </a:moveTo>
                  <a:cubicBezTo>
                    <a:pt x="330708" y="1994344"/>
                    <a:pt x="256413" y="2068735"/>
                    <a:pt x="167164" y="2068735"/>
                  </a:cubicBezTo>
                  <a:cubicBezTo>
                    <a:pt x="77915" y="2068735"/>
                    <a:pt x="0" y="1994440"/>
                    <a:pt x="0" y="1901476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190147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9" name="Forme libre : forme 28">
              <a:extLst>
                <a:ext uri="{FF2B5EF4-FFF2-40B4-BE49-F238E27FC236}">
                  <a16:creationId xmlns:a16="http://schemas.microsoft.com/office/drawing/2014/main" id="{F2DB72DC-5CCD-4105-3862-44E1DCCB4AE1}"/>
                </a:ext>
              </a:extLst>
            </p:cNvPr>
            <p:cNvSpPr/>
            <p:nvPr/>
          </p:nvSpPr>
          <p:spPr>
            <a:xfrm>
              <a:off x="6236683" y="2168270"/>
              <a:ext cx="1065561" cy="2788348"/>
            </a:xfrm>
            <a:custGeom>
              <a:avLst/>
              <a:gdLst>
                <a:gd name="connsiteX0" fmla="*/ 321374 w 1065561"/>
                <a:gd name="connsiteY0" fmla="*/ 2625852 h 2788348"/>
                <a:gd name="connsiteX1" fmla="*/ 162496 w 1065561"/>
                <a:gd name="connsiteY1" fmla="*/ 2788349 h 2788348"/>
                <a:gd name="connsiteX2" fmla="*/ 0 w 1065561"/>
                <a:gd name="connsiteY2" fmla="*/ 2625852 h 2788348"/>
                <a:gd name="connsiteX3" fmla="*/ 0 w 1065561"/>
                <a:gd name="connsiteY3" fmla="*/ 158877 h 2788348"/>
                <a:gd name="connsiteX4" fmla="*/ 162496 w 1065561"/>
                <a:gd name="connsiteY4" fmla="*/ 0 h 2788348"/>
                <a:gd name="connsiteX5" fmla="*/ 903065 w 1065561"/>
                <a:gd name="connsiteY5" fmla="*/ 0 h 2788348"/>
                <a:gd name="connsiteX6" fmla="*/ 1065562 w 1065561"/>
                <a:gd name="connsiteY6" fmla="*/ 158877 h 2788348"/>
                <a:gd name="connsiteX7" fmla="*/ 903065 w 1065561"/>
                <a:gd name="connsiteY7" fmla="*/ 321374 h 2788348"/>
                <a:gd name="connsiteX8" fmla="*/ 321374 w 1065561"/>
                <a:gd name="connsiteY8" fmla="*/ 321374 h 2788348"/>
                <a:gd name="connsiteX9" fmla="*/ 321374 w 1065561"/>
                <a:gd name="connsiteY9" fmla="*/ 1216914 h 2788348"/>
                <a:gd name="connsiteX10" fmla="*/ 740569 w 1065561"/>
                <a:gd name="connsiteY10" fmla="*/ 1216914 h 2788348"/>
                <a:gd name="connsiteX11" fmla="*/ 903065 w 1065561"/>
                <a:gd name="connsiteY11" fmla="*/ 1375791 h 2788348"/>
                <a:gd name="connsiteX12" fmla="*/ 740569 w 1065561"/>
                <a:gd name="connsiteY12" fmla="*/ 1538288 h 2788348"/>
                <a:gd name="connsiteX13" fmla="*/ 321374 w 1065561"/>
                <a:gd name="connsiteY13" fmla="*/ 1538288 h 2788348"/>
                <a:gd name="connsiteX14" fmla="*/ 321374 w 1065561"/>
                <a:gd name="connsiteY14" fmla="*/ 2625757 h 278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65561" h="2788348">
                  <a:moveTo>
                    <a:pt x="321374" y="2625852"/>
                  </a:moveTo>
                  <a:cubicBezTo>
                    <a:pt x="321374" y="2716149"/>
                    <a:pt x="249174" y="2788349"/>
                    <a:pt x="162496" y="2788349"/>
                  </a:cubicBezTo>
                  <a:cubicBezTo>
                    <a:pt x="75819" y="2788349"/>
                    <a:pt x="0" y="2716149"/>
                    <a:pt x="0" y="2625852"/>
                  </a:cubicBezTo>
                  <a:lnTo>
                    <a:pt x="0" y="158877"/>
                  </a:lnTo>
                  <a:cubicBezTo>
                    <a:pt x="0" y="72200"/>
                    <a:pt x="72200" y="0"/>
                    <a:pt x="162496" y="0"/>
                  </a:cubicBezTo>
                  <a:lnTo>
                    <a:pt x="903065" y="0"/>
                  </a:lnTo>
                  <a:cubicBezTo>
                    <a:pt x="993362" y="0"/>
                    <a:pt x="1065562" y="72200"/>
                    <a:pt x="1065562" y="158877"/>
                  </a:cubicBezTo>
                  <a:cubicBezTo>
                    <a:pt x="1065562" y="245554"/>
                    <a:pt x="993362" y="321374"/>
                    <a:pt x="903065" y="321374"/>
                  </a:cubicBezTo>
                  <a:lnTo>
                    <a:pt x="321374" y="321374"/>
                  </a:lnTo>
                  <a:lnTo>
                    <a:pt x="321374" y="1216914"/>
                  </a:lnTo>
                  <a:lnTo>
                    <a:pt x="740569" y="1216914"/>
                  </a:lnTo>
                  <a:cubicBezTo>
                    <a:pt x="830866" y="1216914"/>
                    <a:pt x="903065" y="1289114"/>
                    <a:pt x="903065" y="1375791"/>
                  </a:cubicBezTo>
                  <a:cubicBezTo>
                    <a:pt x="903065" y="1462468"/>
                    <a:pt x="830866" y="1538288"/>
                    <a:pt x="740569" y="1538288"/>
                  </a:cubicBezTo>
                  <a:lnTo>
                    <a:pt x="321374" y="1538288"/>
                  </a:lnTo>
                  <a:lnTo>
                    <a:pt x="321374" y="262575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0" name="Forme libre : forme 29">
              <a:extLst>
                <a:ext uri="{FF2B5EF4-FFF2-40B4-BE49-F238E27FC236}">
                  <a16:creationId xmlns:a16="http://schemas.microsoft.com/office/drawing/2014/main" id="{3CC795E6-0DCA-7A20-CCDD-3661FCB5643D}"/>
                </a:ext>
              </a:extLst>
            </p:cNvPr>
            <p:cNvSpPr/>
            <p:nvPr/>
          </p:nvSpPr>
          <p:spPr>
            <a:xfrm>
              <a:off x="7800593" y="2168366"/>
              <a:ext cx="1070800" cy="2751391"/>
            </a:xfrm>
            <a:custGeom>
              <a:avLst/>
              <a:gdLst>
                <a:gd name="connsiteX0" fmla="*/ 908400 w 1070800"/>
                <a:gd name="connsiteY0" fmla="*/ 2429923 h 2751391"/>
                <a:gd name="connsiteX1" fmla="*/ 321469 w 1070800"/>
                <a:gd name="connsiteY1" fmla="*/ 2429923 h 2751391"/>
                <a:gd name="connsiteX2" fmla="*/ 321469 w 1070800"/>
                <a:gd name="connsiteY2" fmla="*/ 1522476 h 2751391"/>
                <a:gd name="connsiteX3" fmla="*/ 740664 w 1070800"/>
                <a:gd name="connsiteY3" fmla="*/ 1522476 h 2751391"/>
                <a:gd name="connsiteX4" fmla="*/ 903161 w 1070800"/>
                <a:gd name="connsiteY4" fmla="*/ 1359980 h 2751391"/>
                <a:gd name="connsiteX5" fmla="*/ 740664 w 1070800"/>
                <a:gd name="connsiteY5" fmla="*/ 1201103 h 2751391"/>
                <a:gd name="connsiteX6" fmla="*/ 321469 w 1070800"/>
                <a:gd name="connsiteY6" fmla="*/ 1201103 h 2751391"/>
                <a:gd name="connsiteX7" fmla="*/ 321469 w 1070800"/>
                <a:gd name="connsiteY7" fmla="*/ 321374 h 2751391"/>
                <a:gd name="connsiteX8" fmla="*/ 903161 w 1070800"/>
                <a:gd name="connsiteY8" fmla="*/ 321374 h 2751391"/>
                <a:gd name="connsiteX9" fmla="*/ 1065657 w 1070800"/>
                <a:gd name="connsiteY9" fmla="*/ 158877 h 2751391"/>
                <a:gd name="connsiteX10" fmla="*/ 903161 w 1070800"/>
                <a:gd name="connsiteY10" fmla="*/ 0 h 2751391"/>
                <a:gd name="connsiteX11" fmla="*/ 162496 w 1070800"/>
                <a:gd name="connsiteY11" fmla="*/ 0 h 2751391"/>
                <a:gd name="connsiteX12" fmla="*/ 0 w 1070800"/>
                <a:gd name="connsiteY12" fmla="*/ 158877 h 2751391"/>
                <a:gd name="connsiteX13" fmla="*/ 0 w 1070800"/>
                <a:gd name="connsiteY13" fmla="*/ 2588895 h 2751391"/>
                <a:gd name="connsiteX14" fmla="*/ 162496 w 1070800"/>
                <a:gd name="connsiteY14" fmla="*/ 2751392 h 2751391"/>
                <a:gd name="connsiteX15" fmla="*/ 165068 w 1070800"/>
                <a:gd name="connsiteY15" fmla="*/ 2751296 h 2751391"/>
                <a:gd name="connsiteX16" fmla="*/ 167735 w 1070800"/>
                <a:gd name="connsiteY16" fmla="*/ 2751392 h 2751391"/>
                <a:gd name="connsiteX17" fmla="*/ 908304 w 1070800"/>
                <a:gd name="connsiteY17" fmla="*/ 2751392 h 2751391"/>
                <a:gd name="connsiteX18" fmla="*/ 1070801 w 1070800"/>
                <a:gd name="connsiteY18" fmla="*/ 2592515 h 2751391"/>
                <a:gd name="connsiteX19" fmla="*/ 908304 w 1070800"/>
                <a:gd name="connsiteY19" fmla="*/ 2430018 h 275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70800" h="2751391">
                  <a:moveTo>
                    <a:pt x="908400" y="2429923"/>
                  </a:moveTo>
                  <a:lnTo>
                    <a:pt x="321469" y="2429923"/>
                  </a:lnTo>
                  <a:lnTo>
                    <a:pt x="321469" y="1522476"/>
                  </a:lnTo>
                  <a:lnTo>
                    <a:pt x="740664" y="1522476"/>
                  </a:lnTo>
                  <a:cubicBezTo>
                    <a:pt x="830961" y="1522476"/>
                    <a:pt x="903161" y="1450277"/>
                    <a:pt x="903161" y="1359980"/>
                  </a:cubicBezTo>
                  <a:cubicBezTo>
                    <a:pt x="903161" y="1269683"/>
                    <a:pt x="830961" y="1201103"/>
                    <a:pt x="740664" y="1201103"/>
                  </a:cubicBezTo>
                  <a:lnTo>
                    <a:pt x="321469" y="1201103"/>
                  </a:lnTo>
                  <a:lnTo>
                    <a:pt x="321469" y="321374"/>
                  </a:lnTo>
                  <a:lnTo>
                    <a:pt x="903161" y="321374"/>
                  </a:lnTo>
                  <a:cubicBezTo>
                    <a:pt x="993458" y="321374"/>
                    <a:pt x="1065657" y="249174"/>
                    <a:pt x="1065657" y="158877"/>
                  </a:cubicBezTo>
                  <a:cubicBezTo>
                    <a:pt x="1065657" y="68580"/>
                    <a:pt x="993458" y="0"/>
                    <a:pt x="903161" y="0"/>
                  </a:cubicBezTo>
                  <a:lnTo>
                    <a:pt x="162496" y="0"/>
                  </a:lnTo>
                  <a:cubicBezTo>
                    <a:pt x="72200" y="0"/>
                    <a:pt x="0" y="72200"/>
                    <a:pt x="0" y="158877"/>
                  </a:cubicBezTo>
                  <a:lnTo>
                    <a:pt x="0" y="2588895"/>
                  </a:lnTo>
                  <a:cubicBezTo>
                    <a:pt x="0" y="2679192"/>
                    <a:pt x="72200" y="2751392"/>
                    <a:pt x="162496" y="2751392"/>
                  </a:cubicBezTo>
                  <a:cubicBezTo>
                    <a:pt x="163354" y="2751392"/>
                    <a:pt x="164211" y="2751296"/>
                    <a:pt x="165068" y="2751296"/>
                  </a:cubicBezTo>
                  <a:cubicBezTo>
                    <a:pt x="166021" y="2751296"/>
                    <a:pt x="166878" y="2751392"/>
                    <a:pt x="167735" y="2751392"/>
                  </a:cubicBezTo>
                  <a:lnTo>
                    <a:pt x="908304" y="2751392"/>
                  </a:lnTo>
                  <a:cubicBezTo>
                    <a:pt x="998601" y="2751392"/>
                    <a:pt x="1070801" y="2679192"/>
                    <a:pt x="1070801" y="2592515"/>
                  </a:cubicBezTo>
                  <a:cubicBezTo>
                    <a:pt x="1070801" y="2505837"/>
                    <a:pt x="998601" y="2430018"/>
                    <a:pt x="908304" y="24300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1" name="Forme libre : forme 30">
              <a:extLst>
                <a:ext uri="{FF2B5EF4-FFF2-40B4-BE49-F238E27FC236}">
                  <a16:creationId xmlns:a16="http://schemas.microsoft.com/office/drawing/2014/main" id="{3E41CA20-42FE-9FE7-1CD4-A2709674345D}"/>
                </a:ext>
              </a:extLst>
            </p:cNvPr>
            <p:cNvSpPr/>
            <p:nvPr/>
          </p:nvSpPr>
          <p:spPr>
            <a:xfrm>
              <a:off x="3605502" y="228600"/>
              <a:ext cx="4960413" cy="1495996"/>
            </a:xfrm>
            <a:custGeom>
              <a:avLst/>
              <a:gdLst>
                <a:gd name="connsiteX0" fmla="*/ 4782117 w 4960413"/>
                <a:gd name="connsiteY0" fmla="*/ 1495997 h 1495996"/>
                <a:gd name="connsiteX1" fmla="*/ 4642195 w 4960413"/>
                <a:gd name="connsiteY1" fmla="*/ 1428464 h 1495996"/>
                <a:gd name="connsiteX2" fmla="*/ 2426965 w 4960413"/>
                <a:gd name="connsiteY2" fmla="*/ 356807 h 1495996"/>
                <a:gd name="connsiteX3" fmla="*/ 311844 w 4960413"/>
                <a:gd name="connsiteY3" fmla="*/ 1309211 h 1495996"/>
                <a:gd name="connsiteX4" fmla="*/ 60098 w 4960413"/>
                <a:gd name="connsiteY4" fmla="*/ 1324451 h 1495996"/>
                <a:gd name="connsiteX5" fmla="*/ 44858 w 4960413"/>
                <a:gd name="connsiteY5" fmla="*/ 1072706 h 1495996"/>
                <a:gd name="connsiteX6" fmla="*/ 2427061 w 4960413"/>
                <a:gd name="connsiteY6" fmla="*/ 0 h 1495996"/>
                <a:gd name="connsiteX7" fmla="*/ 4921849 w 4960413"/>
                <a:gd name="connsiteY7" fmla="*/ 1206818 h 1495996"/>
                <a:gd name="connsiteX8" fmla="*/ 4892798 w 4960413"/>
                <a:gd name="connsiteY8" fmla="*/ 1457420 h 1495996"/>
                <a:gd name="connsiteX9" fmla="*/ 4782117 w 4960413"/>
                <a:gd name="connsiteY9" fmla="*/ 1495997 h 1495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60413" h="1495996">
                  <a:moveTo>
                    <a:pt x="4782117" y="1495997"/>
                  </a:moveTo>
                  <a:cubicBezTo>
                    <a:pt x="4729539" y="1495997"/>
                    <a:pt x="4677437" y="1472851"/>
                    <a:pt x="4642195" y="1428464"/>
                  </a:cubicBezTo>
                  <a:cubicBezTo>
                    <a:pt x="4102413" y="747427"/>
                    <a:pt x="3294979" y="356807"/>
                    <a:pt x="2426965" y="356807"/>
                  </a:cubicBezTo>
                  <a:cubicBezTo>
                    <a:pt x="1618960" y="356807"/>
                    <a:pt x="848006" y="703898"/>
                    <a:pt x="311844" y="1309211"/>
                  </a:cubicBezTo>
                  <a:cubicBezTo>
                    <a:pt x="246502" y="1382935"/>
                    <a:pt x="133822" y="1389698"/>
                    <a:pt x="60098" y="1324451"/>
                  </a:cubicBezTo>
                  <a:cubicBezTo>
                    <a:pt x="-13625" y="1259110"/>
                    <a:pt x="-20483" y="1146429"/>
                    <a:pt x="44858" y="1072706"/>
                  </a:cubicBezTo>
                  <a:cubicBezTo>
                    <a:pt x="648743" y="390906"/>
                    <a:pt x="1517042" y="0"/>
                    <a:pt x="2427061" y="0"/>
                  </a:cubicBezTo>
                  <a:cubicBezTo>
                    <a:pt x="3404612" y="0"/>
                    <a:pt x="4313868" y="439865"/>
                    <a:pt x="4921849" y="1206818"/>
                  </a:cubicBezTo>
                  <a:cubicBezTo>
                    <a:pt x="4982999" y="1283970"/>
                    <a:pt x="4970046" y="1396175"/>
                    <a:pt x="4892798" y="1457420"/>
                  </a:cubicBezTo>
                  <a:cubicBezTo>
                    <a:pt x="4860032" y="1483424"/>
                    <a:pt x="4820979" y="1495997"/>
                    <a:pt x="4782117" y="14959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3" name="Forme libre : forme 32">
              <a:extLst>
                <a:ext uri="{FF2B5EF4-FFF2-40B4-BE49-F238E27FC236}">
                  <a16:creationId xmlns:a16="http://schemas.microsoft.com/office/drawing/2014/main" id="{7F5A2EF1-0A38-85A2-8A56-EB49244B1527}"/>
                </a:ext>
              </a:extLst>
            </p:cNvPr>
            <p:cNvSpPr/>
            <p:nvPr/>
          </p:nvSpPr>
          <p:spPr>
            <a:xfrm>
              <a:off x="3749206" y="5390947"/>
              <a:ext cx="546290" cy="567405"/>
            </a:xfrm>
            <a:custGeom>
              <a:avLst/>
              <a:gdLst>
                <a:gd name="connsiteX0" fmla="*/ 100703 w 546290"/>
                <a:gd name="connsiteY0" fmla="*/ 485502 h 567405"/>
                <a:gd name="connsiteX1" fmla="*/ 881 w 546290"/>
                <a:gd name="connsiteY1" fmla="*/ 299193 h 567405"/>
                <a:gd name="connsiteX2" fmla="*/ 74890 w 546290"/>
                <a:gd name="connsiteY2" fmla="*/ 100501 h 567405"/>
                <a:gd name="connsiteX3" fmla="*/ 260342 w 546290"/>
                <a:gd name="connsiteY3" fmla="*/ 489 h 567405"/>
                <a:gd name="connsiteX4" fmla="*/ 450651 w 546290"/>
                <a:gd name="connsiteY4" fmla="*/ 72402 h 567405"/>
                <a:gd name="connsiteX5" fmla="*/ 545711 w 546290"/>
                <a:gd name="connsiteY5" fmla="*/ 252520 h 567405"/>
                <a:gd name="connsiteX6" fmla="*/ 478083 w 546290"/>
                <a:gd name="connsiteY6" fmla="*/ 437972 h 567405"/>
                <a:gd name="connsiteX7" fmla="*/ 373784 w 546290"/>
                <a:gd name="connsiteY7" fmla="*/ 505408 h 567405"/>
                <a:gd name="connsiteX8" fmla="*/ 278725 w 546290"/>
                <a:gd name="connsiteY8" fmla="*/ 476929 h 567405"/>
                <a:gd name="connsiteX9" fmla="*/ 250721 w 546290"/>
                <a:gd name="connsiteY9" fmla="*/ 393966 h 567405"/>
                <a:gd name="connsiteX10" fmla="*/ 159091 w 546290"/>
                <a:gd name="connsiteY10" fmla="*/ 370439 h 567405"/>
                <a:gd name="connsiteX11" fmla="*/ 122229 w 546290"/>
                <a:gd name="connsiteY11" fmla="*/ 290810 h 567405"/>
                <a:gd name="connsiteX12" fmla="*/ 175188 w 546290"/>
                <a:gd name="connsiteY12" fmla="*/ 181464 h 567405"/>
                <a:gd name="connsiteX13" fmla="*/ 338542 w 546290"/>
                <a:gd name="connsiteY13" fmla="*/ 128219 h 567405"/>
                <a:gd name="connsiteX14" fmla="*/ 375308 w 546290"/>
                <a:gd name="connsiteY14" fmla="*/ 150888 h 567405"/>
                <a:gd name="connsiteX15" fmla="*/ 432268 w 546290"/>
                <a:gd name="connsiteY15" fmla="*/ 236994 h 567405"/>
                <a:gd name="connsiteX16" fmla="*/ 436078 w 546290"/>
                <a:gd name="connsiteY16" fmla="*/ 250805 h 567405"/>
                <a:gd name="connsiteX17" fmla="*/ 423981 w 546290"/>
                <a:gd name="connsiteY17" fmla="*/ 278618 h 567405"/>
                <a:gd name="connsiteX18" fmla="*/ 327683 w 546290"/>
                <a:gd name="connsiteY18" fmla="*/ 386823 h 567405"/>
                <a:gd name="connsiteX19" fmla="*/ 331970 w 546290"/>
                <a:gd name="connsiteY19" fmla="*/ 438448 h 567405"/>
                <a:gd name="connsiteX20" fmla="*/ 378737 w 546290"/>
                <a:gd name="connsiteY20" fmla="*/ 444544 h 567405"/>
                <a:gd name="connsiteX21" fmla="*/ 436268 w 546290"/>
                <a:gd name="connsiteY21" fmla="*/ 400729 h 567405"/>
                <a:gd name="connsiteX22" fmla="*/ 491609 w 546290"/>
                <a:gd name="connsiteY22" fmla="*/ 253091 h 567405"/>
                <a:gd name="connsiteX23" fmla="*/ 416266 w 546290"/>
                <a:gd name="connsiteY23" fmla="*/ 110502 h 567405"/>
                <a:gd name="connsiteX24" fmla="*/ 264914 w 546290"/>
                <a:gd name="connsiteY24" fmla="*/ 53352 h 567405"/>
                <a:gd name="connsiteX25" fmla="*/ 117848 w 546290"/>
                <a:gd name="connsiteY25" fmla="*/ 132695 h 567405"/>
                <a:gd name="connsiteX26" fmla="*/ 56888 w 546290"/>
                <a:gd name="connsiteY26" fmla="*/ 293287 h 567405"/>
                <a:gd name="connsiteX27" fmla="*/ 136612 w 546290"/>
                <a:gd name="connsiteY27" fmla="*/ 446259 h 567405"/>
                <a:gd name="connsiteX28" fmla="*/ 256341 w 546290"/>
                <a:gd name="connsiteY28" fmla="*/ 518172 h 567405"/>
                <a:gd name="connsiteX29" fmla="*/ 269962 w 546290"/>
                <a:gd name="connsiteY29" fmla="*/ 526364 h 567405"/>
                <a:gd name="connsiteX30" fmla="*/ 274153 w 546290"/>
                <a:gd name="connsiteY30" fmla="*/ 540270 h 567405"/>
                <a:gd name="connsiteX31" fmla="*/ 264247 w 546290"/>
                <a:gd name="connsiteY31" fmla="*/ 560177 h 567405"/>
                <a:gd name="connsiteX32" fmla="*/ 238529 w 546290"/>
                <a:gd name="connsiteY32" fmla="*/ 566083 h 567405"/>
                <a:gd name="connsiteX33" fmla="*/ 100798 w 546290"/>
                <a:gd name="connsiteY33" fmla="*/ 485406 h 567405"/>
                <a:gd name="connsiteX34" fmla="*/ 332922 w 546290"/>
                <a:gd name="connsiteY34" fmla="*/ 203752 h 567405"/>
                <a:gd name="connsiteX35" fmla="*/ 287107 w 546290"/>
                <a:gd name="connsiteY35" fmla="*/ 188512 h 567405"/>
                <a:gd name="connsiteX36" fmla="*/ 230433 w 546290"/>
                <a:gd name="connsiteY36" fmla="*/ 225374 h 567405"/>
                <a:gd name="connsiteX37" fmla="*/ 196715 w 546290"/>
                <a:gd name="connsiteY37" fmla="*/ 285095 h 567405"/>
                <a:gd name="connsiteX38" fmla="*/ 209859 w 546290"/>
                <a:gd name="connsiteY38" fmla="*/ 324624 h 567405"/>
                <a:gd name="connsiteX39" fmla="*/ 278249 w 546290"/>
                <a:gd name="connsiteY39" fmla="*/ 339674 h 567405"/>
                <a:gd name="connsiteX40" fmla="*/ 362259 w 546290"/>
                <a:gd name="connsiteY40" fmla="*/ 245281 h 567405"/>
                <a:gd name="connsiteX41" fmla="*/ 333017 w 546290"/>
                <a:gd name="connsiteY41" fmla="*/ 203656 h 567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46290" h="567405">
                  <a:moveTo>
                    <a:pt x="100703" y="485502"/>
                  </a:moveTo>
                  <a:cubicBezTo>
                    <a:pt x="40124" y="431590"/>
                    <a:pt x="6881" y="369582"/>
                    <a:pt x="881" y="299193"/>
                  </a:cubicBezTo>
                  <a:cubicBezTo>
                    <a:pt x="-5120" y="228898"/>
                    <a:pt x="19550" y="162699"/>
                    <a:pt x="74890" y="100501"/>
                  </a:cubicBezTo>
                  <a:cubicBezTo>
                    <a:pt x="130421" y="38112"/>
                    <a:pt x="192238" y="4774"/>
                    <a:pt x="260342" y="489"/>
                  </a:cubicBezTo>
                  <a:cubicBezTo>
                    <a:pt x="328541" y="-3798"/>
                    <a:pt x="391977" y="20110"/>
                    <a:pt x="450651" y="72402"/>
                  </a:cubicBezTo>
                  <a:cubicBezTo>
                    <a:pt x="509420" y="124694"/>
                    <a:pt x="541043" y="184702"/>
                    <a:pt x="545711" y="252520"/>
                  </a:cubicBezTo>
                  <a:cubicBezTo>
                    <a:pt x="550283" y="320338"/>
                    <a:pt x="527804" y="382155"/>
                    <a:pt x="478083" y="437972"/>
                  </a:cubicBezTo>
                  <a:cubicBezTo>
                    <a:pt x="443603" y="476739"/>
                    <a:pt x="408836" y="499218"/>
                    <a:pt x="373784" y="505408"/>
                  </a:cubicBezTo>
                  <a:cubicBezTo>
                    <a:pt x="338732" y="511600"/>
                    <a:pt x="307014" y="502075"/>
                    <a:pt x="278725" y="476929"/>
                  </a:cubicBezTo>
                  <a:cubicBezTo>
                    <a:pt x="250436" y="451783"/>
                    <a:pt x="241101" y="424160"/>
                    <a:pt x="250721" y="393966"/>
                  </a:cubicBezTo>
                  <a:cubicBezTo>
                    <a:pt x="213193" y="399205"/>
                    <a:pt x="182618" y="391394"/>
                    <a:pt x="159091" y="370439"/>
                  </a:cubicBezTo>
                  <a:cubicBezTo>
                    <a:pt x="135564" y="349484"/>
                    <a:pt x="123182" y="322910"/>
                    <a:pt x="122229" y="290810"/>
                  </a:cubicBezTo>
                  <a:cubicBezTo>
                    <a:pt x="121562" y="258330"/>
                    <a:pt x="139184" y="221945"/>
                    <a:pt x="175188" y="181464"/>
                  </a:cubicBezTo>
                  <a:cubicBezTo>
                    <a:pt x="227957" y="122123"/>
                    <a:pt x="282344" y="104406"/>
                    <a:pt x="338542" y="128219"/>
                  </a:cubicBezTo>
                  <a:cubicBezTo>
                    <a:pt x="351972" y="133839"/>
                    <a:pt x="364259" y="141459"/>
                    <a:pt x="375308" y="150888"/>
                  </a:cubicBezTo>
                  <a:cubicBezTo>
                    <a:pt x="401597" y="174225"/>
                    <a:pt x="420552" y="202990"/>
                    <a:pt x="432268" y="236994"/>
                  </a:cubicBezTo>
                  <a:cubicBezTo>
                    <a:pt x="434363" y="242995"/>
                    <a:pt x="435602" y="247662"/>
                    <a:pt x="436078" y="250805"/>
                  </a:cubicBezTo>
                  <a:cubicBezTo>
                    <a:pt x="437126" y="259092"/>
                    <a:pt x="433125" y="268332"/>
                    <a:pt x="423981" y="278618"/>
                  </a:cubicBezTo>
                  <a:lnTo>
                    <a:pt x="327683" y="386823"/>
                  </a:lnTo>
                  <a:cubicBezTo>
                    <a:pt x="311872" y="404634"/>
                    <a:pt x="313301" y="421779"/>
                    <a:pt x="331970" y="438448"/>
                  </a:cubicBezTo>
                  <a:cubicBezTo>
                    <a:pt x="344447" y="449592"/>
                    <a:pt x="360068" y="451593"/>
                    <a:pt x="378737" y="444544"/>
                  </a:cubicBezTo>
                  <a:cubicBezTo>
                    <a:pt x="397406" y="437495"/>
                    <a:pt x="416552" y="422827"/>
                    <a:pt x="436268" y="400729"/>
                  </a:cubicBezTo>
                  <a:cubicBezTo>
                    <a:pt x="476559" y="355390"/>
                    <a:pt x="495038" y="306146"/>
                    <a:pt x="491609" y="253091"/>
                  </a:cubicBezTo>
                  <a:cubicBezTo>
                    <a:pt x="488180" y="200037"/>
                    <a:pt x="463034" y="152507"/>
                    <a:pt x="416266" y="110502"/>
                  </a:cubicBezTo>
                  <a:cubicBezTo>
                    <a:pt x="369498" y="68878"/>
                    <a:pt x="319016" y="49828"/>
                    <a:pt x="264914" y="53352"/>
                  </a:cubicBezTo>
                  <a:cubicBezTo>
                    <a:pt x="210907" y="56686"/>
                    <a:pt x="161948" y="83166"/>
                    <a:pt x="117848" y="132695"/>
                  </a:cubicBezTo>
                  <a:cubicBezTo>
                    <a:pt x="73747" y="182225"/>
                    <a:pt x="53363" y="235756"/>
                    <a:pt x="56888" y="293287"/>
                  </a:cubicBezTo>
                  <a:cubicBezTo>
                    <a:pt x="60317" y="350723"/>
                    <a:pt x="86891" y="401776"/>
                    <a:pt x="136612" y="446259"/>
                  </a:cubicBezTo>
                  <a:cubicBezTo>
                    <a:pt x="174331" y="480168"/>
                    <a:pt x="214241" y="504170"/>
                    <a:pt x="256341" y="518172"/>
                  </a:cubicBezTo>
                  <a:cubicBezTo>
                    <a:pt x="262151" y="520744"/>
                    <a:pt x="266723" y="523506"/>
                    <a:pt x="269962" y="526364"/>
                  </a:cubicBezTo>
                  <a:cubicBezTo>
                    <a:pt x="273200" y="529221"/>
                    <a:pt x="274629" y="533889"/>
                    <a:pt x="274153" y="540270"/>
                  </a:cubicBezTo>
                  <a:cubicBezTo>
                    <a:pt x="273677" y="546652"/>
                    <a:pt x="270343" y="553319"/>
                    <a:pt x="264247" y="560177"/>
                  </a:cubicBezTo>
                  <a:cubicBezTo>
                    <a:pt x="258151" y="567036"/>
                    <a:pt x="249578" y="569035"/>
                    <a:pt x="238529" y="566083"/>
                  </a:cubicBezTo>
                  <a:cubicBezTo>
                    <a:pt x="190523" y="551319"/>
                    <a:pt x="144613" y="524458"/>
                    <a:pt x="100798" y="485406"/>
                  </a:cubicBezTo>
                  <a:moveTo>
                    <a:pt x="332922" y="203752"/>
                  </a:moveTo>
                  <a:cubicBezTo>
                    <a:pt x="319682" y="191941"/>
                    <a:pt x="304442" y="186892"/>
                    <a:pt x="287107" y="188512"/>
                  </a:cubicBezTo>
                  <a:cubicBezTo>
                    <a:pt x="269962" y="189940"/>
                    <a:pt x="251007" y="202228"/>
                    <a:pt x="230433" y="225374"/>
                  </a:cubicBezTo>
                  <a:cubicBezTo>
                    <a:pt x="209764" y="248615"/>
                    <a:pt x="198524" y="268522"/>
                    <a:pt x="196715" y="285095"/>
                  </a:cubicBezTo>
                  <a:cubicBezTo>
                    <a:pt x="194905" y="301764"/>
                    <a:pt x="199286" y="314908"/>
                    <a:pt x="209859" y="324624"/>
                  </a:cubicBezTo>
                  <a:cubicBezTo>
                    <a:pt x="227766" y="340245"/>
                    <a:pt x="250626" y="345293"/>
                    <a:pt x="278249" y="339674"/>
                  </a:cubicBezTo>
                  <a:lnTo>
                    <a:pt x="362259" y="245281"/>
                  </a:lnTo>
                  <a:cubicBezTo>
                    <a:pt x="355973" y="229374"/>
                    <a:pt x="346257" y="215467"/>
                    <a:pt x="333017" y="20365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5" name="Forme libre : forme 34">
              <a:extLst>
                <a:ext uri="{FF2B5EF4-FFF2-40B4-BE49-F238E27FC236}">
                  <a16:creationId xmlns:a16="http://schemas.microsoft.com/office/drawing/2014/main" id="{E5F1968B-7C5D-D4B5-3CEF-BAF5F23242EC}"/>
                </a:ext>
              </a:extLst>
            </p:cNvPr>
            <p:cNvSpPr/>
            <p:nvPr/>
          </p:nvSpPr>
          <p:spPr>
            <a:xfrm>
              <a:off x="4362046" y="5781046"/>
              <a:ext cx="399278" cy="467401"/>
            </a:xfrm>
            <a:custGeom>
              <a:avLst/>
              <a:gdLst>
                <a:gd name="connsiteX0" fmla="*/ 311680 w 399278"/>
                <a:gd name="connsiteY0" fmla="*/ 47967 h 467401"/>
                <a:gd name="connsiteX1" fmla="*/ 392166 w 399278"/>
                <a:gd name="connsiteY1" fmla="*/ 122548 h 467401"/>
                <a:gd name="connsiteX2" fmla="*/ 379879 w 399278"/>
                <a:gd name="connsiteY2" fmla="*/ 217227 h 467401"/>
                <a:gd name="connsiteX3" fmla="*/ 274342 w 399278"/>
                <a:gd name="connsiteY3" fmla="*/ 274186 h 467401"/>
                <a:gd name="connsiteX4" fmla="*/ 289011 w 399278"/>
                <a:gd name="connsiteY4" fmla="*/ 402773 h 467401"/>
                <a:gd name="connsiteX5" fmla="*/ 209953 w 399278"/>
                <a:gd name="connsiteY5" fmla="*/ 466401 h 467401"/>
                <a:gd name="connsiteX6" fmla="*/ 97177 w 399278"/>
                <a:gd name="connsiteY6" fmla="*/ 436397 h 467401"/>
                <a:gd name="connsiteX7" fmla="*/ 19453 w 399278"/>
                <a:gd name="connsiteY7" fmla="*/ 392963 h 467401"/>
                <a:gd name="connsiteX8" fmla="*/ 2117 w 399278"/>
                <a:gd name="connsiteY8" fmla="*/ 374770 h 467401"/>
                <a:gd name="connsiteX9" fmla="*/ 3546 w 399278"/>
                <a:gd name="connsiteY9" fmla="*/ 352196 h 467401"/>
                <a:gd name="connsiteX10" fmla="*/ 192617 w 399278"/>
                <a:gd name="connsiteY10" fmla="*/ 13677 h 467401"/>
                <a:gd name="connsiteX11" fmla="*/ 211286 w 399278"/>
                <a:gd name="connsiteY11" fmla="*/ 342 h 467401"/>
                <a:gd name="connsiteX12" fmla="*/ 235956 w 399278"/>
                <a:gd name="connsiteY12" fmla="*/ 5581 h 467401"/>
                <a:gd name="connsiteX13" fmla="*/ 311680 w 399278"/>
                <a:gd name="connsiteY13" fmla="*/ 47872 h 467401"/>
                <a:gd name="connsiteX14" fmla="*/ 143373 w 399278"/>
                <a:gd name="connsiteY14" fmla="*/ 242087 h 467401"/>
                <a:gd name="connsiteX15" fmla="*/ 80603 w 399278"/>
                <a:gd name="connsiteY15" fmla="*/ 354482 h 467401"/>
                <a:gd name="connsiteX16" fmla="*/ 130038 w 399278"/>
                <a:gd name="connsiteY16" fmla="*/ 382104 h 467401"/>
                <a:gd name="connsiteX17" fmla="*/ 190046 w 399278"/>
                <a:gd name="connsiteY17" fmla="*/ 398964 h 467401"/>
                <a:gd name="connsiteX18" fmla="*/ 231479 w 399278"/>
                <a:gd name="connsiteY18" fmla="*/ 365435 h 467401"/>
                <a:gd name="connsiteX19" fmla="*/ 239385 w 399278"/>
                <a:gd name="connsiteY19" fmla="*/ 313143 h 467401"/>
                <a:gd name="connsiteX20" fmla="*/ 192236 w 399278"/>
                <a:gd name="connsiteY20" fmla="*/ 269423 h 467401"/>
                <a:gd name="connsiteX21" fmla="*/ 143373 w 399278"/>
                <a:gd name="connsiteY21" fmla="*/ 242087 h 467401"/>
                <a:gd name="connsiteX22" fmla="*/ 235099 w 399278"/>
                <a:gd name="connsiteY22" fmla="*/ 77780 h 467401"/>
                <a:gd name="connsiteX23" fmla="*/ 174330 w 399278"/>
                <a:gd name="connsiteY23" fmla="*/ 186652 h 467401"/>
                <a:gd name="connsiteX24" fmla="*/ 222716 w 399278"/>
                <a:gd name="connsiteY24" fmla="*/ 213702 h 467401"/>
                <a:gd name="connsiteX25" fmla="*/ 276342 w 399278"/>
                <a:gd name="connsiteY25" fmla="*/ 224275 h 467401"/>
                <a:gd name="connsiteX26" fmla="*/ 316538 w 399278"/>
                <a:gd name="connsiteY26" fmla="*/ 190461 h 467401"/>
                <a:gd name="connsiteX27" fmla="*/ 323872 w 399278"/>
                <a:gd name="connsiteY27" fmla="*/ 142455 h 467401"/>
                <a:gd name="connsiteX28" fmla="*/ 281676 w 399278"/>
                <a:gd name="connsiteY28" fmla="*/ 103784 h 467401"/>
                <a:gd name="connsiteX29" fmla="*/ 235194 w 399278"/>
                <a:gd name="connsiteY29" fmla="*/ 77780 h 467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9278" h="467401">
                  <a:moveTo>
                    <a:pt x="311680" y="47967"/>
                  </a:moveTo>
                  <a:cubicBezTo>
                    <a:pt x="352733" y="70923"/>
                    <a:pt x="379593" y="95783"/>
                    <a:pt x="392166" y="122548"/>
                  </a:cubicBezTo>
                  <a:cubicBezTo>
                    <a:pt x="404739" y="149409"/>
                    <a:pt x="400644" y="180936"/>
                    <a:pt x="379879" y="217227"/>
                  </a:cubicBezTo>
                  <a:cubicBezTo>
                    <a:pt x="356733" y="258755"/>
                    <a:pt x="321491" y="277711"/>
                    <a:pt x="274342" y="274186"/>
                  </a:cubicBezTo>
                  <a:cubicBezTo>
                    <a:pt x="312918" y="308285"/>
                    <a:pt x="317871" y="351243"/>
                    <a:pt x="289011" y="402773"/>
                  </a:cubicBezTo>
                  <a:cubicBezTo>
                    <a:pt x="267770" y="440779"/>
                    <a:pt x="241481" y="461924"/>
                    <a:pt x="209953" y="466401"/>
                  </a:cubicBezTo>
                  <a:cubicBezTo>
                    <a:pt x="178520" y="470782"/>
                    <a:pt x="140897" y="460781"/>
                    <a:pt x="97177" y="436397"/>
                  </a:cubicBezTo>
                  <a:lnTo>
                    <a:pt x="19453" y="392963"/>
                  </a:lnTo>
                  <a:cubicBezTo>
                    <a:pt x="11166" y="388296"/>
                    <a:pt x="5356" y="382295"/>
                    <a:pt x="2117" y="374770"/>
                  </a:cubicBezTo>
                  <a:cubicBezTo>
                    <a:pt x="-1121" y="367245"/>
                    <a:pt x="-645" y="359816"/>
                    <a:pt x="3546" y="352196"/>
                  </a:cubicBezTo>
                  <a:lnTo>
                    <a:pt x="192617" y="13677"/>
                  </a:lnTo>
                  <a:cubicBezTo>
                    <a:pt x="196904" y="5962"/>
                    <a:pt x="203190" y="1486"/>
                    <a:pt x="211286" y="342"/>
                  </a:cubicBezTo>
                  <a:cubicBezTo>
                    <a:pt x="219383" y="-801"/>
                    <a:pt x="227574" y="914"/>
                    <a:pt x="235956" y="5581"/>
                  </a:cubicBezTo>
                  <a:lnTo>
                    <a:pt x="311680" y="47872"/>
                  </a:lnTo>
                  <a:close/>
                  <a:moveTo>
                    <a:pt x="143373" y="242087"/>
                  </a:moveTo>
                  <a:lnTo>
                    <a:pt x="80603" y="354482"/>
                  </a:lnTo>
                  <a:lnTo>
                    <a:pt x="130038" y="382104"/>
                  </a:lnTo>
                  <a:cubicBezTo>
                    <a:pt x="153946" y="395439"/>
                    <a:pt x="174044" y="401154"/>
                    <a:pt x="190046" y="398964"/>
                  </a:cubicBezTo>
                  <a:cubicBezTo>
                    <a:pt x="206333" y="396963"/>
                    <a:pt x="220145" y="385724"/>
                    <a:pt x="231479" y="365435"/>
                  </a:cubicBezTo>
                  <a:cubicBezTo>
                    <a:pt x="242719" y="345243"/>
                    <a:pt x="245386" y="327812"/>
                    <a:pt x="239385" y="313143"/>
                  </a:cubicBezTo>
                  <a:cubicBezTo>
                    <a:pt x="233385" y="298475"/>
                    <a:pt x="217668" y="283902"/>
                    <a:pt x="192236" y="269423"/>
                  </a:cubicBezTo>
                  <a:lnTo>
                    <a:pt x="143373" y="242087"/>
                  </a:lnTo>
                  <a:close/>
                  <a:moveTo>
                    <a:pt x="235099" y="77780"/>
                  </a:moveTo>
                  <a:lnTo>
                    <a:pt x="174330" y="186652"/>
                  </a:lnTo>
                  <a:lnTo>
                    <a:pt x="222716" y="213702"/>
                  </a:lnTo>
                  <a:cubicBezTo>
                    <a:pt x="242052" y="224752"/>
                    <a:pt x="259959" y="228276"/>
                    <a:pt x="276342" y="224275"/>
                  </a:cubicBezTo>
                  <a:cubicBezTo>
                    <a:pt x="292725" y="220275"/>
                    <a:pt x="306156" y="209035"/>
                    <a:pt x="316538" y="190461"/>
                  </a:cubicBezTo>
                  <a:cubicBezTo>
                    <a:pt x="326920" y="171887"/>
                    <a:pt x="329301" y="155885"/>
                    <a:pt x="323872" y="142455"/>
                  </a:cubicBezTo>
                  <a:cubicBezTo>
                    <a:pt x="318062" y="129120"/>
                    <a:pt x="303965" y="116262"/>
                    <a:pt x="281676" y="103784"/>
                  </a:cubicBezTo>
                  <a:lnTo>
                    <a:pt x="235194" y="777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6" name="Forme libre : forme 35">
              <a:extLst>
                <a:ext uri="{FF2B5EF4-FFF2-40B4-BE49-F238E27FC236}">
                  <a16:creationId xmlns:a16="http://schemas.microsoft.com/office/drawing/2014/main" id="{A9C000D7-28D4-4E5D-C798-9CDF21860E5A}"/>
                </a:ext>
              </a:extLst>
            </p:cNvPr>
            <p:cNvSpPr/>
            <p:nvPr/>
          </p:nvSpPr>
          <p:spPr>
            <a:xfrm>
              <a:off x="4761394" y="5957067"/>
              <a:ext cx="452211" cy="522723"/>
            </a:xfrm>
            <a:custGeom>
              <a:avLst/>
              <a:gdLst>
                <a:gd name="connsiteX0" fmla="*/ 2344 w 452211"/>
                <a:gd name="connsiteY0" fmla="*/ 389440 h 522723"/>
                <a:gd name="connsiteX1" fmla="*/ 140551 w 452211"/>
                <a:gd name="connsiteY1" fmla="*/ 17679 h 522723"/>
                <a:gd name="connsiteX2" fmla="*/ 183604 w 452211"/>
                <a:gd name="connsiteY2" fmla="*/ 3963 h 522723"/>
                <a:gd name="connsiteX3" fmla="*/ 212846 w 452211"/>
                <a:gd name="connsiteY3" fmla="*/ 28347 h 522723"/>
                <a:gd name="connsiteX4" fmla="*/ 216561 w 452211"/>
                <a:gd name="connsiteY4" fmla="*/ 45873 h 522723"/>
                <a:gd name="connsiteX5" fmla="*/ 283712 w 452211"/>
                <a:gd name="connsiteY5" fmla="*/ 384487 h 522723"/>
                <a:gd name="connsiteX6" fmla="*/ 386106 w 452211"/>
                <a:gd name="connsiteY6" fmla="*/ 109024 h 522723"/>
                <a:gd name="connsiteX7" fmla="*/ 402298 w 452211"/>
                <a:gd name="connsiteY7" fmla="*/ 92546 h 522723"/>
                <a:gd name="connsiteX8" fmla="*/ 427730 w 452211"/>
                <a:gd name="connsiteY8" fmla="*/ 94736 h 522723"/>
                <a:gd name="connsiteX9" fmla="*/ 448590 w 452211"/>
                <a:gd name="connsiteY9" fmla="*/ 110071 h 522723"/>
                <a:gd name="connsiteX10" fmla="*/ 450209 w 452211"/>
                <a:gd name="connsiteY10" fmla="*/ 132836 h 522723"/>
                <a:gd name="connsiteX11" fmla="*/ 312001 w 452211"/>
                <a:gd name="connsiteY11" fmla="*/ 504693 h 522723"/>
                <a:gd name="connsiteX12" fmla="*/ 271044 w 452211"/>
                <a:gd name="connsiteY12" fmla="*/ 519170 h 522723"/>
                <a:gd name="connsiteX13" fmla="*/ 249517 w 452211"/>
                <a:gd name="connsiteY13" fmla="*/ 505835 h 522723"/>
                <a:gd name="connsiteX14" fmla="*/ 239611 w 452211"/>
                <a:gd name="connsiteY14" fmla="*/ 491548 h 522723"/>
                <a:gd name="connsiteX15" fmla="*/ 235135 w 452211"/>
                <a:gd name="connsiteY15" fmla="*/ 473355 h 522723"/>
                <a:gd name="connsiteX16" fmla="*/ 168555 w 452211"/>
                <a:gd name="connsiteY16" fmla="*/ 138361 h 522723"/>
                <a:gd name="connsiteX17" fmla="*/ 66352 w 452211"/>
                <a:gd name="connsiteY17" fmla="*/ 413348 h 522723"/>
                <a:gd name="connsiteX18" fmla="*/ 50445 w 452211"/>
                <a:gd name="connsiteY18" fmla="*/ 429921 h 522723"/>
                <a:gd name="connsiteX19" fmla="*/ 24727 w 452211"/>
                <a:gd name="connsiteY19" fmla="*/ 427635 h 522723"/>
                <a:gd name="connsiteX20" fmla="*/ 2248 w 452211"/>
                <a:gd name="connsiteY20" fmla="*/ 389535 h 52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52211" h="522723">
                  <a:moveTo>
                    <a:pt x="2344" y="389440"/>
                  </a:moveTo>
                  <a:lnTo>
                    <a:pt x="140551" y="17679"/>
                  </a:lnTo>
                  <a:cubicBezTo>
                    <a:pt x="147028" y="248"/>
                    <a:pt x="161411" y="-4229"/>
                    <a:pt x="183604" y="3963"/>
                  </a:cubicBezTo>
                  <a:cubicBezTo>
                    <a:pt x="200273" y="10154"/>
                    <a:pt x="209989" y="18346"/>
                    <a:pt x="212846" y="28347"/>
                  </a:cubicBezTo>
                  <a:cubicBezTo>
                    <a:pt x="213989" y="31871"/>
                    <a:pt x="215227" y="37681"/>
                    <a:pt x="216561" y="45873"/>
                  </a:cubicBezTo>
                  <a:lnTo>
                    <a:pt x="283712" y="384487"/>
                  </a:lnTo>
                  <a:lnTo>
                    <a:pt x="386106" y="109024"/>
                  </a:lnTo>
                  <a:cubicBezTo>
                    <a:pt x="389440" y="100165"/>
                    <a:pt x="394774" y="94641"/>
                    <a:pt x="402298" y="92546"/>
                  </a:cubicBezTo>
                  <a:cubicBezTo>
                    <a:pt x="409823" y="90545"/>
                    <a:pt x="418205" y="91212"/>
                    <a:pt x="427730" y="94736"/>
                  </a:cubicBezTo>
                  <a:cubicBezTo>
                    <a:pt x="437160" y="98260"/>
                    <a:pt x="444113" y="103404"/>
                    <a:pt x="448590" y="110071"/>
                  </a:cubicBezTo>
                  <a:cubicBezTo>
                    <a:pt x="452781" y="116739"/>
                    <a:pt x="453352" y="124264"/>
                    <a:pt x="450209" y="132836"/>
                  </a:cubicBezTo>
                  <a:lnTo>
                    <a:pt x="312001" y="504693"/>
                  </a:lnTo>
                  <a:cubicBezTo>
                    <a:pt x="305524" y="522028"/>
                    <a:pt x="291904" y="526885"/>
                    <a:pt x="271044" y="519170"/>
                  </a:cubicBezTo>
                  <a:cubicBezTo>
                    <a:pt x="261900" y="515741"/>
                    <a:pt x="254756" y="511360"/>
                    <a:pt x="249517" y="505835"/>
                  </a:cubicBezTo>
                  <a:cubicBezTo>
                    <a:pt x="244279" y="500406"/>
                    <a:pt x="240945" y="495644"/>
                    <a:pt x="239611" y="491548"/>
                  </a:cubicBezTo>
                  <a:cubicBezTo>
                    <a:pt x="238278" y="487547"/>
                    <a:pt x="236754" y="481452"/>
                    <a:pt x="235135" y="473355"/>
                  </a:cubicBezTo>
                  <a:lnTo>
                    <a:pt x="168555" y="138361"/>
                  </a:lnTo>
                  <a:lnTo>
                    <a:pt x="66352" y="413348"/>
                  </a:lnTo>
                  <a:cubicBezTo>
                    <a:pt x="63304" y="422110"/>
                    <a:pt x="58065" y="427635"/>
                    <a:pt x="50445" y="429921"/>
                  </a:cubicBezTo>
                  <a:cubicBezTo>
                    <a:pt x="42920" y="432207"/>
                    <a:pt x="34348" y="431445"/>
                    <a:pt x="24727" y="427635"/>
                  </a:cubicBezTo>
                  <a:cubicBezTo>
                    <a:pt x="3296" y="419634"/>
                    <a:pt x="-4229" y="406966"/>
                    <a:pt x="2248" y="3895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7" name="Forme libre : forme 36">
              <a:extLst>
                <a:ext uri="{FF2B5EF4-FFF2-40B4-BE49-F238E27FC236}">
                  <a16:creationId xmlns:a16="http://schemas.microsoft.com/office/drawing/2014/main" id="{2D3289AF-6C4F-4F7C-8359-D2429BDF3203}"/>
                </a:ext>
              </a:extLst>
            </p:cNvPr>
            <p:cNvSpPr/>
            <p:nvPr/>
          </p:nvSpPr>
          <p:spPr>
            <a:xfrm>
              <a:off x="5262000" y="6106780"/>
              <a:ext cx="330188" cy="441242"/>
            </a:xfrm>
            <a:custGeom>
              <a:avLst/>
              <a:gdLst>
                <a:gd name="connsiteX0" fmla="*/ 79905 w 330188"/>
                <a:gd name="connsiteY0" fmla="*/ 21794 h 441242"/>
                <a:gd name="connsiteX1" fmla="*/ 93525 w 330188"/>
                <a:gd name="connsiteY1" fmla="*/ 3126 h 441242"/>
                <a:gd name="connsiteX2" fmla="*/ 119148 w 330188"/>
                <a:gd name="connsiteY2" fmla="*/ 1125 h 441242"/>
                <a:gd name="connsiteX3" fmla="*/ 202015 w 330188"/>
                <a:gd name="connsiteY3" fmla="*/ 18270 h 441242"/>
                <a:gd name="connsiteX4" fmla="*/ 312029 w 330188"/>
                <a:gd name="connsiteY4" fmla="*/ 73134 h 441242"/>
                <a:gd name="connsiteX5" fmla="*/ 324411 w 330188"/>
                <a:gd name="connsiteY5" fmla="*/ 189149 h 441242"/>
                <a:gd name="connsiteX6" fmla="*/ 260022 w 330188"/>
                <a:gd name="connsiteY6" fmla="*/ 293733 h 441242"/>
                <a:gd name="connsiteX7" fmla="*/ 142198 w 330188"/>
                <a:gd name="connsiteY7" fmla="*/ 306401 h 441242"/>
                <a:gd name="connsiteX8" fmla="*/ 93144 w 330188"/>
                <a:gd name="connsiteY8" fmla="*/ 296305 h 441242"/>
                <a:gd name="connsiteX9" fmla="*/ 67522 w 330188"/>
                <a:gd name="connsiteY9" fmla="*/ 420416 h 441242"/>
                <a:gd name="connsiteX10" fmla="*/ 53997 w 330188"/>
                <a:gd name="connsiteY10" fmla="*/ 438513 h 441242"/>
                <a:gd name="connsiteX11" fmla="*/ 28755 w 330188"/>
                <a:gd name="connsiteY11" fmla="*/ 440037 h 441242"/>
                <a:gd name="connsiteX12" fmla="*/ 5895 w 330188"/>
                <a:gd name="connsiteY12" fmla="*/ 428417 h 441242"/>
                <a:gd name="connsiteX13" fmla="*/ 752 w 330188"/>
                <a:gd name="connsiteY13" fmla="*/ 405842 h 441242"/>
                <a:gd name="connsiteX14" fmla="*/ 79905 w 330188"/>
                <a:gd name="connsiteY14" fmla="*/ 21890 h 441242"/>
                <a:gd name="connsiteX15" fmla="*/ 139722 w 330188"/>
                <a:gd name="connsiteY15" fmla="*/ 70182 h 441242"/>
                <a:gd name="connsiteX16" fmla="*/ 106384 w 330188"/>
                <a:gd name="connsiteY16" fmla="*/ 231726 h 441242"/>
                <a:gd name="connsiteX17" fmla="*/ 149151 w 330188"/>
                <a:gd name="connsiteY17" fmla="*/ 244965 h 441242"/>
                <a:gd name="connsiteX18" fmla="*/ 219922 w 330188"/>
                <a:gd name="connsiteY18" fmla="*/ 240298 h 441242"/>
                <a:gd name="connsiteX19" fmla="*/ 256308 w 330188"/>
                <a:gd name="connsiteY19" fmla="*/ 180195 h 441242"/>
                <a:gd name="connsiteX20" fmla="*/ 250116 w 330188"/>
                <a:gd name="connsiteY20" fmla="*/ 111901 h 441242"/>
                <a:gd name="connsiteX21" fmla="*/ 189347 w 330188"/>
                <a:gd name="connsiteY21" fmla="*/ 80373 h 441242"/>
                <a:gd name="connsiteX22" fmla="*/ 139626 w 330188"/>
                <a:gd name="connsiteY22" fmla="*/ 70086 h 441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0188" h="441242">
                  <a:moveTo>
                    <a:pt x="79905" y="21794"/>
                  </a:moveTo>
                  <a:cubicBezTo>
                    <a:pt x="81810" y="12651"/>
                    <a:pt x="86286" y="6459"/>
                    <a:pt x="93525" y="3126"/>
                  </a:cubicBezTo>
                  <a:cubicBezTo>
                    <a:pt x="100764" y="-208"/>
                    <a:pt x="109242" y="-875"/>
                    <a:pt x="119148" y="1125"/>
                  </a:cubicBezTo>
                  <a:lnTo>
                    <a:pt x="202015" y="18270"/>
                  </a:lnTo>
                  <a:cubicBezTo>
                    <a:pt x="256403" y="29510"/>
                    <a:pt x="293074" y="47798"/>
                    <a:pt x="312029" y="73134"/>
                  </a:cubicBezTo>
                  <a:cubicBezTo>
                    <a:pt x="330984" y="98470"/>
                    <a:pt x="335079" y="137237"/>
                    <a:pt x="324411" y="189149"/>
                  </a:cubicBezTo>
                  <a:cubicBezTo>
                    <a:pt x="313743" y="240869"/>
                    <a:pt x="292312" y="275731"/>
                    <a:pt x="260022" y="293733"/>
                  </a:cubicBezTo>
                  <a:cubicBezTo>
                    <a:pt x="227733" y="311735"/>
                    <a:pt x="188585" y="315926"/>
                    <a:pt x="142198" y="306401"/>
                  </a:cubicBezTo>
                  <a:cubicBezTo>
                    <a:pt x="122767" y="302401"/>
                    <a:pt x="106384" y="299068"/>
                    <a:pt x="93144" y="296305"/>
                  </a:cubicBezTo>
                  <a:lnTo>
                    <a:pt x="67522" y="420416"/>
                  </a:lnTo>
                  <a:cubicBezTo>
                    <a:pt x="65522" y="429179"/>
                    <a:pt x="61045" y="435275"/>
                    <a:pt x="53997" y="438513"/>
                  </a:cubicBezTo>
                  <a:cubicBezTo>
                    <a:pt x="47043" y="441561"/>
                    <a:pt x="38661" y="442037"/>
                    <a:pt x="28755" y="440037"/>
                  </a:cubicBezTo>
                  <a:cubicBezTo>
                    <a:pt x="18849" y="437942"/>
                    <a:pt x="11229" y="434132"/>
                    <a:pt x="5895" y="428417"/>
                  </a:cubicBezTo>
                  <a:cubicBezTo>
                    <a:pt x="561" y="422607"/>
                    <a:pt x="-1153" y="415177"/>
                    <a:pt x="752" y="405842"/>
                  </a:cubicBezTo>
                  <a:lnTo>
                    <a:pt x="79905" y="21890"/>
                  </a:lnTo>
                  <a:close/>
                  <a:moveTo>
                    <a:pt x="139722" y="70182"/>
                  </a:moveTo>
                  <a:lnTo>
                    <a:pt x="106384" y="231726"/>
                  </a:lnTo>
                  <a:cubicBezTo>
                    <a:pt x="120386" y="237536"/>
                    <a:pt x="134578" y="242012"/>
                    <a:pt x="149151" y="244965"/>
                  </a:cubicBezTo>
                  <a:cubicBezTo>
                    <a:pt x="178393" y="250966"/>
                    <a:pt x="202015" y="249442"/>
                    <a:pt x="219922" y="240298"/>
                  </a:cubicBezTo>
                  <a:cubicBezTo>
                    <a:pt x="237829" y="231154"/>
                    <a:pt x="249926" y="211151"/>
                    <a:pt x="256308" y="180195"/>
                  </a:cubicBezTo>
                  <a:cubicBezTo>
                    <a:pt x="262689" y="149239"/>
                    <a:pt x="260594" y="126474"/>
                    <a:pt x="250116" y="111901"/>
                  </a:cubicBezTo>
                  <a:cubicBezTo>
                    <a:pt x="239639" y="97328"/>
                    <a:pt x="219351" y="86850"/>
                    <a:pt x="189347" y="80373"/>
                  </a:cubicBezTo>
                  <a:lnTo>
                    <a:pt x="139626" y="700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8" name="Forme libre : forme 37">
              <a:extLst>
                <a:ext uri="{FF2B5EF4-FFF2-40B4-BE49-F238E27FC236}">
                  <a16:creationId xmlns:a16="http://schemas.microsoft.com/office/drawing/2014/main" id="{D0EE1C02-1DF7-1FC3-B57C-8DF245B78BFC}"/>
                </a:ext>
              </a:extLst>
            </p:cNvPr>
            <p:cNvSpPr/>
            <p:nvPr/>
          </p:nvSpPr>
          <p:spPr>
            <a:xfrm>
              <a:off x="5935503" y="6183328"/>
              <a:ext cx="274236" cy="448833"/>
            </a:xfrm>
            <a:custGeom>
              <a:avLst/>
              <a:gdLst>
                <a:gd name="connsiteX0" fmla="*/ 0 w 274236"/>
                <a:gd name="connsiteY0" fmla="*/ 29258 h 448833"/>
                <a:gd name="connsiteX1" fmla="*/ 9430 w 274236"/>
                <a:gd name="connsiteY1" fmla="*/ 8113 h 448833"/>
                <a:gd name="connsiteX2" fmla="*/ 34100 w 274236"/>
                <a:gd name="connsiteY2" fmla="*/ 778 h 448833"/>
                <a:gd name="connsiteX3" fmla="*/ 118681 w 274236"/>
                <a:gd name="connsiteY3" fmla="*/ 16 h 448833"/>
                <a:gd name="connsiteX4" fmla="*/ 237744 w 274236"/>
                <a:gd name="connsiteY4" fmla="*/ 30591 h 448833"/>
                <a:gd name="connsiteX5" fmla="*/ 274225 w 274236"/>
                <a:gd name="connsiteY5" fmla="*/ 141367 h 448833"/>
                <a:gd name="connsiteX6" fmla="*/ 233267 w 274236"/>
                <a:gd name="connsiteY6" fmla="*/ 257096 h 448833"/>
                <a:gd name="connsiteX7" fmla="*/ 120777 w 274236"/>
                <a:gd name="connsiteY7" fmla="*/ 294243 h 448833"/>
                <a:gd name="connsiteX8" fmla="*/ 70676 w 274236"/>
                <a:gd name="connsiteY8" fmla="*/ 294719 h 448833"/>
                <a:gd name="connsiteX9" fmla="*/ 71819 w 274236"/>
                <a:gd name="connsiteY9" fmla="*/ 421497 h 448833"/>
                <a:gd name="connsiteX10" fmla="*/ 62389 w 274236"/>
                <a:gd name="connsiteY10" fmla="*/ 441976 h 448833"/>
                <a:gd name="connsiteX11" fmla="*/ 38005 w 274236"/>
                <a:gd name="connsiteY11" fmla="*/ 448834 h 448833"/>
                <a:gd name="connsiteX12" fmla="*/ 13240 w 274236"/>
                <a:gd name="connsiteY12" fmla="*/ 442262 h 448833"/>
                <a:gd name="connsiteX13" fmla="*/ 3429 w 274236"/>
                <a:gd name="connsiteY13" fmla="*/ 421307 h 448833"/>
                <a:gd name="connsiteX14" fmla="*/ 95 w 274236"/>
                <a:gd name="connsiteY14" fmla="*/ 29258 h 448833"/>
                <a:gd name="connsiteX15" fmla="*/ 68675 w 274236"/>
                <a:gd name="connsiteY15" fmla="*/ 63929 h 448833"/>
                <a:gd name="connsiteX16" fmla="*/ 70104 w 274236"/>
                <a:gd name="connsiteY16" fmla="*/ 228902 h 448833"/>
                <a:gd name="connsiteX17" fmla="*/ 114681 w 274236"/>
                <a:gd name="connsiteY17" fmla="*/ 232902 h 448833"/>
                <a:gd name="connsiteX18" fmla="*/ 182880 w 274236"/>
                <a:gd name="connsiteY18" fmla="*/ 213472 h 448833"/>
                <a:gd name="connsiteX19" fmla="*/ 205835 w 274236"/>
                <a:gd name="connsiteY19" fmla="*/ 147082 h 448833"/>
                <a:gd name="connsiteX20" fmla="*/ 185452 w 274236"/>
                <a:gd name="connsiteY20" fmla="*/ 81645 h 448833"/>
                <a:gd name="connsiteX21" fmla="*/ 119444 w 274236"/>
                <a:gd name="connsiteY21" fmla="*/ 63643 h 448833"/>
                <a:gd name="connsiteX22" fmla="*/ 68675 w 274236"/>
                <a:gd name="connsiteY22" fmla="*/ 64024 h 448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74236" h="448833">
                  <a:moveTo>
                    <a:pt x="0" y="29258"/>
                  </a:moveTo>
                  <a:cubicBezTo>
                    <a:pt x="0" y="19923"/>
                    <a:pt x="3048" y="12970"/>
                    <a:pt x="9430" y="8113"/>
                  </a:cubicBezTo>
                  <a:cubicBezTo>
                    <a:pt x="15812" y="3255"/>
                    <a:pt x="24003" y="873"/>
                    <a:pt x="34100" y="778"/>
                  </a:cubicBezTo>
                  <a:lnTo>
                    <a:pt x="118681" y="16"/>
                  </a:lnTo>
                  <a:cubicBezTo>
                    <a:pt x="174212" y="-460"/>
                    <a:pt x="213931" y="9732"/>
                    <a:pt x="237744" y="30591"/>
                  </a:cubicBezTo>
                  <a:cubicBezTo>
                    <a:pt x="261556" y="51451"/>
                    <a:pt x="273749" y="88313"/>
                    <a:pt x="274225" y="141367"/>
                  </a:cubicBezTo>
                  <a:cubicBezTo>
                    <a:pt x="274701" y="194231"/>
                    <a:pt x="260985" y="232807"/>
                    <a:pt x="233267" y="257096"/>
                  </a:cubicBezTo>
                  <a:cubicBezTo>
                    <a:pt x="205550" y="281480"/>
                    <a:pt x="168021" y="293863"/>
                    <a:pt x="120777" y="294243"/>
                  </a:cubicBezTo>
                  <a:cubicBezTo>
                    <a:pt x="100965" y="294434"/>
                    <a:pt x="84296" y="294529"/>
                    <a:pt x="70676" y="294719"/>
                  </a:cubicBezTo>
                  <a:lnTo>
                    <a:pt x="71819" y="421497"/>
                  </a:lnTo>
                  <a:cubicBezTo>
                    <a:pt x="71628" y="430451"/>
                    <a:pt x="68580" y="437309"/>
                    <a:pt x="62389" y="441976"/>
                  </a:cubicBezTo>
                  <a:cubicBezTo>
                    <a:pt x="56197" y="446453"/>
                    <a:pt x="48101" y="448739"/>
                    <a:pt x="38005" y="448834"/>
                  </a:cubicBezTo>
                  <a:cubicBezTo>
                    <a:pt x="27908" y="448834"/>
                    <a:pt x="19621" y="446739"/>
                    <a:pt x="13240" y="442262"/>
                  </a:cubicBezTo>
                  <a:cubicBezTo>
                    <a:pt x="6858" y="437785"/>
                    <a:pt x="3524" y="430832"/>
                    <a:pt x="3429" y="421307"/>
                  </a:cubicBezTo>
                  <a:lnTo>
                    <a:pt x="95" y="29258"/>
                  </a:lnTo>
                  <a:close/>
                  <a:moveTo>
                    <a:pt x="68675" y="63929"/>
                  </a:moveTo>
                  <a:lnTo>
                    <a:pt x="70104" y="228902"/>
                  </a:lnTo>
                  <a:cubicBezTo>
                    <a:pt x="84963" y="231664"/>
                    <a:pt x="99822" y="232998"/>
                    <a:pt x="114681" y="232902"/>
                  </a:cubicBezTo>
                  <a:cubicBezTo>
                    <a:pt x="144589" y="232617"/>
                    <a:pt x="167354" y="226139"/>
                    <a:pt x="182880" y="213472"/>
                  </a:cubicBezTo>
                  <a:cubicBezTo>
                    <a:pt x="198406" y="200708"/>
                    <a:pt x="206121" y="178610"/>
                    <a:pt x="205835" y="147082"/>
                  </a:cubicBezTo>
                  <a:cubicBezTo>
                    <a:pt x="205550" y="115554"/>
                    <a:pt x="198787" y="93742"/>
                    <a:pt x="185452" y="81645"/>
                  </a:cubicBezTo>
                  <a:cubicBezTo>
                    <a:pt x="172117" y="69644"/>
                    <a:pt x="150114" y="63643"/>
                    <a:pt x="119444" y="63643"/>
                  </a:cubicBezTo>
                  <a:lnTo>
                    <a:pt x="68675" y="6402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9" name="Forme libre : forme 38">
              <a:extLst>
                <a:ext uri="{FF2B5EF4-FFF2-40B4-BE49-F238E27FC236}">
                  <a16:creationId xmlns:a16="http://schemas.microsoft.com/office/drawing/2014/main" id="{993DF943-3A00-A9F8-B983-25B278B5FE09}"/>
                </a:ext>
              </a:extLst>
            </p:cNvPr>
            <p:cNvSpPr/>
            <p:nvPr/>
          </p:nvSpPr>
          <p:spPr>
            <a:xfrm>
              <a:off x="6296609" y="6156289"/>
              <a:ext cx="335474" cy="465516"/>
            </a:xfrm>
            <a:custGeom>
              <a:avLst/>
              <a:gdLst>
                <a:gd name="connsiteX0" fmla="*/ 653 w 335474"/>
                <a:gd name="connsiteY0" fmla="*/ 447488 h 465516"/>
                <a:gd name="connsiteX1" fmla="*/ 367 w 335474"/>
                <a:gd name="connsiteY1" fmla="*/ 435677 h 465516"/>
                <a:gd name="connsiteX2" fmla="*/ 66661 w 335474"/>
                <a:gd name="connsiteY2" fmla="*/ 34579 h 465516"/>
                <a:gd name="connsiteX3" fmla="*/ 97237 w 335474"/>
                <a:gd name="connsiteY3" fmla="*/ 4194 h 465516"/>
                <a:gd name="connsiteX4" fmla="*/ 125812 w 335474"/>
                <a:gd name="connsiteY4" fmla="*/ 384 h 465516"/>
                <a:gd name="connsiteX5" fmla="*/ 163150 w 335474"/>
                <a:gd name="connsiteY5" fmla="*/ 24292 h 465516"/>
                <a:gd name="connsiteX6" fmla="*/ 331837 w 335474"/>
                <a:gd name="connsiteY6" fmla="*/ 391767 h 465516"/>
                <a:gd name="connsiteX7" fmla="*/ 335362 w 335474"/>
                <a:gd name="connsiteY7" fmla="*/ 404149 h 465516"/>
                <a:gd name="connsiteX8" fmla="*/ 328599 w 335474"/>
                <a:gd name="connsiteY8" fmla="*/ 418627 h 465516"/>
                <a:gd name="connsiteX9" fmla="*/ 306120 w 335474"/>
                <a:gd name="connsiteY9" fmla="*/ 428247 h 465516"/>
                <a:gd name="connsiteX10" fmla="*/ 263353 w 335474"/>
                <a:gd name="connsiteY10" fmla="*/ 406054 h 465516"/>
                <a:gd name="connsiteX11" fmla="*/ 228872 w 335474"/>
                <a:gd name="connsiteY11" fmla="*/ 328711 h 465516"/>
                <a:gd name="connsiteX12" fmla="*/ 73996 w 335474"/>
                <a:gd name="connsiteY12" fmla="*/ 349571 h 465516"/>
                <a:gd name="connsiteX13" fmla="*/ 61899 w 335474"/>
                <a:gd name="connsiteY13" fmla="*/ 430057 h 465516"/>
                <a:gd name="connsiteX14" fmla="*/ 53612 w 335474"/>
                <a:gd name="connsiteY14" fmla="*/ 455298 h 465516"/>
                <a:gd name="connsiteX15" fmla="*/ 32657 w 335474"/>
                <a:gd name="connsiteY15" fmla="*/ 465014 h 465516"/>
                <a:gd name="connsiteX16" fmla="*/ 10083 w 335474"/>
                <a:gd name="connsiteY16" fmla="*/ 461204 h 465516"/>
                <a:gd name="connsiteX17" fmla="*/ 749 w 335474"/>
                <a:gd name="connsiteY17" fmla="*/ 447488 h 465516"/>
                <a:gd name="connsiteX18" fmla="*/ 115525 w 335474"/>
                <a:gd name="connsiteY18" fmla="*/ 74394 h 465516"/>
                <a:gd name="connsiteX19" fmla="*/ 83616 w 335474"/>
                <a:gd name="connsiteY19" fmla="*/ 286134 h 465516"/>
                <a:gd name="connsiteX20" fmla="*/ 202774 w 335474"/>
                <a:gd name="connsiteY20" fmla="*/ 270037 h 465516"/>
                <a:gd name="connsiteX21" fmla="*/ 115429 w 335474"/>
                <a:gd name="connsiteY21" fmla="*/ 74394 h 4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35474" h="465516">
                  <a:moveTo>
                    <a:pt x="653" y="447488"/>
                  </a:moveTo>
                  <a:cubicBezTo>
                    <a:pt x="-109" y="441963"/>
                    <a:pt x="-204" y="438058"/>
                    <a:pt x="367" y="435677"/>
                  </a:cubicBezTo>
                  <a:lnTo>
                    <a:pt x="66661" y="34579"/>
                  </a:lnTo>
                  <a:cubicBezTo>
                    <a:pt x="69233" y="16672"/>
                    <a:pt x="79425" y="6576"/>
                    <a:pt x="97237" y="4194"/>
                  </a:cubicBezTo>
                  <a:lnTo>
                    <a:pt x="125812" y="384"/>
                  </a:lnTo>
                  <a:cubicBezTo>
                    <a:pt x="142861" y="-1902"/>
                    <a:pt x="155339" y="6004"/>
                    <a:pt x="163150" y="24292"/>
                  </a:cubicBezTo>
                  <a:lnTo>
                    <a:pt x="331837" y="391767"/>
                  </a:lnTo>
                  <a:cubicBezTo>
                    <a:pt x="333552" y="395386"/>
                    <a:pt x="334790" y="399577"/>
                    <a:pt x="335362" y="404149"/>
                  </a:cubicBezTo>
                  <a:cubicBezTo>
                    <a:pt x="336028" y="408721"/>
                    <a:pt x="333742" y="413579"/>
                    <a:pt x="328599" y="418627"/>
                  </a:cubicBezTo>
                  <a:cubicBezTo>
                    <a:pt x="323455" y="423866"/>
                    <a:pt x="315931" y="427104"/>
                    <a:pt x="306120" y="428247"/>
                  </a:cubicBezTo>
                  <a:cubicBezTo>
                    <a:pt x="285641" y="431010"/>
                    <a:pt x="271449" y="423580"/>
                    <a:pt x="263353" y="406054"/>
                  </a:cubicBezTo>
                  <a:lnTo>
                    <a:pt x="228872" y="328711"/>
                  </a:lnTo>
                  <a:lnTo>
                    <a:pt x="73996" y="349571"/>
                  </a:lnTo>
                  <a:lnTo>
                    <a:pt x="61899" y="430057"/>
                  </a:lnTo>
                  <a:cubicBezTo>
                    <a:pt x="60756" y="441392"/>
                    <a:pt x="57994" y="449869"/>
                    <a:pt x="53612" y="455298"/>
                  </a:cubicBezTo>
                  <a:cubicBezTo>
                    <a:pt x="49135" y="460537"/>
                    <a:pt x="42182" y="463776"/>
                    <a:pt x="32657" y="465014"/>
                  </a:cubicBezTo>
                  <a:cubicBezTo>
                    <a:pt x="23132" y="466347"/>
                    <a:pt x="15607" y="465014"/>
                    <a:pt x="10083" y="461204"/>
                  </a:cubicBezTo>
                  <a:cubicBezTo>
                    <a:pt x="4558" y="457394"/>
                    <a:pt x="1510" y="452822"/>
                    <a:pt x="749" y="447488"/>
                  </a:cubicBezTo>
                  <a:moveTo>
                    <a:pt x="115525" y="74394"/>
                  </a:moveTo>
                  <a:lnTo>
                    <a:pt x="83616" y="286134"/>
                  </a:lnTo>
                  <a:lnTo>
                    <a:pt x="202774" y="270037"/>
                  </a:lnTo>
                  <a:lnTo>
                    <a:pt x="115429" y="74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7" name="Forme libre : forme 46">
              <a:extLst>
                <a:ext uri="{FF2B5EF4-FFF2-40B4-BE49-F238E27FC236}">
                  <a16:creationId xmlns:a16="http://schemas.microsoft.com/office/drawing/2014/main" id="{025A53E9-EF8D-7192-DF08-3BBDC8EDD192}"/>
                </a:ext>
              </a:extLst>
            </p:cNvPr>
            <p:cNvSpPr/>
            <p:nvPr/>
          </p:nvSpPr>
          <p:spPr>
            <a:xfrm>
              <a:off x="6670016" y="6070844"/>
              <a:ext cx="373970" cy="468437"/>
            </a:xfrm>
            <a:custGeom>
              <a:avLst/>
              <a:gdLst>
                <a:gd name="connsiteX0" fmla="*/ 172934 w 373970"/>
                <a:gd name="connsiteY0" fmla="*/ 430349 h 468437"/>
                <a:gd name="connsiteX1" fmla="*/ 169409 w 373970"/>
                <a:gd name="connsiteY1" fmla="*/ 453209 h 468437"/>
                <a:gd name="connsiteX2" fmla="*/ 147692 w 373970"/>
                <a:gd name="connsiteY2" fmla="*/ 466354 h 468437"/>
                <a:gd name="connsiteX3" fmla="*/ 122070 w 373970"/>
                <a:gd name="connsiteY3" fmla="*/ 466449 h 468437"/>
                <a:gd name="connsiteX4" fmla="*/ 107116 w 373970"/>
                <a:gd name="connsiteY4" fmla="*/ 448732 h 468437"/>
                <a:gd name="connsiteX5" fmla="*/ 1293 w 373970"/>
                <a:gd name="connsiteY5" fmla="*/ 71257 h 468437"/>
                <a:gd name="connsiteX6" fmla="*/ 4722 w 373970"/>
                <a:gd name="connsiteY6" fmla="*/ 48397 h 468437"/>
                <a:gd name="connsiteX7" fmla="*/ 26344 w 373970"/>
                <a:gd name="connsiteY7" fmla="*/ 34967 h 468437"/>
                <a:gd name="connsiteX8" fmla="*/ 112069 w 373970"/>
                <a:gd name="connsiteY8" fmla="*/ 10963 h 468437"/>
                <a:gd name="connsiteX9" fmla="*/ 230274 w 373970"/>
                <a:gd name="connsiteY9" fmla="*/ 8678 h 468437"/>
                <a:gd name="connsiteX10" fmla="*/ 295139 w 373970"/>
                <a:gd name="connsiteY10" fmla="*/ 100689 h 468437"/>
                <a:gd name="connsiteX11" fmla="*/ 261516 w 373970"/>
                <a:gd name="connsiteY11" fmla="*/ 236420 h 468437"/>
                <a:gd name="connsiteX12" fmla="*/ 364862 w 373970"/>
                <a:gd name="connsiteY12" fmla="*/ 362722 h 468437"/>
                <a:gd name="connsiteX13" fmla="*/ 373054 w 373970"/>
                <a:gd name="connsiteY13" fmla="*/ 378724 h 468437"/>
                <a:gd name="connsiteX14" fmla="*/ 370863 w 373970"/>
                <a:gd name="connsiteY14" fmla="*/ 396059 h 468437"/>
                <a:gd name="connsiteX15" fmla="*/ 352004 w 373970"/>
                <a:gd name="connsiteY15" fmla="*/ 409013 h 468437"/>
                <a:gd name="connsiteX16" fmla="*/ 303712 w 373970"/>
                <a:gd name="connsiteY16" fmla="*/ 393678 h 468437"/>
                <a:gd name="connsiteX17" fmla="*/ 204080 w 373970"/>
                <a:gd name="connsiteY17" fmla="*/ 270901 h 468437"/>
                <a:gd name="connsiteX18" fmla="*/ 174457 w 373970"/>
                <a:gd name="connsiteY18" fmla="*/ 281092 h 468437"/>
                <a:gd name="connsiteX19" fmla="*/ 133405 w 373970"/>
                <a:gd name="connsiteY19" fmla="*/ 289379 h 468437"/>
                <a:gd name="connsiteX20" fmla="*/ 172934 w 373970"/>
                <a:gd name="connsiteY20" fmla="*/ 430349 h 468437"/>
                <a:gd name="connsiteX21" fmla="*/ 76636 w 373970"/>
                <a:gd name="connsiteY21" fmla="*/ 86782 h 468437"/>
                <a:gd name="connsiteX22" fmla="*/ 116641 w 373970"/>
                <a:gd name="connsiteY22" fmla="*/ 229467 h 468437"/>
                <a:gd name="connsiteX23" fmla="*/ 175124 w 373970"/>
                <a:gd name="connsiteY23" fmla="*/ 216894 h 468437"/>
                <a:gd name="connsiteX24" fmla="*/ 230179 w 373970"/>
                <a:gd name="connsiteY24" fmla="*/ 122120 h 468437"/>
                <a:gd name="connsiteX25" fmla="*/ 195603 w 373970"/>
                <a:gd name="connsiteY25" fmla="*/ 69828 h 468437"/>
                <a:gd name="connsiteX26" fmla="*/ 129976 w 373970"/>
                <a:gd name="connsiteY26" fmla="*/ 71828 h 468437"/>
                <a:gd name="connsiteX27" fmla="*/ 76636 w 373970"/>
                <a:gd name="connsiteY27" fmla="*/ 86782 h 46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73970" h="468437">
                  <a:moveTo>
                    <a:pt x="172934" y="430349"/>
                  </a:moveTo>
                  <a:cubicBezTo>
                    <a:pt x="175220" y="439302"/>
                    <a:pt x="174077" y="446923"/>
                    <a:pt x="169409" y="453209"/>
                  </a:cubicBezTo>
                  <a:cubicBezTo>
                    <a:pt x="164647" y="459210"/>
                    <a:pt x="157408" y="463686"/>
                    <a:pt x="147692" y="466354"/>
                  </a:cubicBezTo>
                  <a:cubicBezTo>
                    <a:pt x="137977" y="469116"/>
                    <a:pt x="129404" y="469116"/>
                    <a:pt x="122070" y="466449"/>
                  </a:cubicBezTo>
                  <a:cubicBezTo>
                    <a:pt x="114640" y="463782"/>
                    <a:pt x="109687" y="457972"/>
                    <a:pt x="107116" y="448732"/>
                  </a:cubicBezTo>
                  <a:lnTo>
                    <a:pt x="1293" y="71257"/>
                  </a:lnTo>
                  <a:cubicBezTo>
                    <a:pt x="-1183" y="62303"/>
                    <a:pt x="-136" y="54683"/>
                    <a:pt x="4722" y="48397"/>
                  </a:cubicBezTo>
                  <a:cubicBezTo>
                    <a:pt x="9580" y="42110"/>
                    <a:pt x="16723" y="37633"/>
                    <a:pt x="26344" y="34967"/>
                  </a:cubicBezTo>
                  <a:lnTo>
                    <a:pt x="112069" y="10963"/>
                  </a:lnTo>
                  <a:cubicBezTo>
                    <a:pt x="161218" y="-2848"/>
                    <a:pt x="200556" y="-3610"/>
                    <a:pt x="230274" y="8678"/>
                  </a:cubicBezTo>
                  <a:cubicBezTo>
                    <a:pt x="259992" y="20869"/>
                    <a:pt x="281614" y="51540"/>
                    <a:pt x="295139" y="100689"/>
                  </a:cubicBezTo>
                  <a:cubicBezTo>
                    <a:pt x="311808" y="160125"/>
                    <a:pt x="300569" y="205368"/>
                    <a:pt x="261516" y="236420"/>
                  </a:cubicBezTo>
                  <a:lnTo>
                    <a:pt x="364862" y="362722"/>
                  </a:lnTo>
                  <a:cubicBezTo>
                    <a:pt x="368768" y="367865"/>
                    <a:pt x="371530" y="373199"/>
                    <a:pt x="373054" y="378724"/>
                  </a:cubicBezTo>
                  <a:cubicBezTo>
                    <a:pt x="374768" y="384248"/>
                    <a:pt x="374102" y="389963"/>
                    <a:pt x="370863" y="396059"/>
                  </a:cubicBezTo>
                  <a:cubicBezTo>
                    <a:pt x="367720" y="402345"/>
                    <a:pt x="361433" y="406632"/>
                    <a:pt x="352004" y="409013"/>
                  </a:cubicBezTo>
                  <a:cubicBezTo>
                    <a:pt x="332192" y="414538"/>
                    <a:pt x="316094" y="409394"/>
                    <a:pt x="303712" y="393678"/>
                  </a:cubicBezTo>
                  <a:lnTo>
                    <a:pt x="204080" y="270901"/>
                  </a:lnTo>
                  <a:cubicBezTo>
                    <a:pt x="196270" y="274425"/>
                    <a:pt x="186364" y="277759"/>
                    <a:pt x="174457" y="281092"/>
                  </a:cubicBezTo>
                  <a:cubicBezTo>
                    <a:pt x="162551" y="284426"/>
                    <a:pt x="148835" y="287188"/>
                    <a:pt x="133405" y="289379"/>
                  </a:cubicBezTo>
                  <a:lnTo>
                    <a:pt x="172934" y="430349"/>
                  </a:lnTo>
                  <a:close/>
                  <a:moveTo>
                    <a:pt x="76636" y="86782"/>
                  </a:moveTo>
                  <a:lnTo>
                    <a:pt x="116641" y="229467"/>
                  </a:lnTo>
                  <a:cubicBezTo>
                    <a:pt x="132167" y="227657"/>
                    <a:pt x="151693" y="223466"/>
                    <a:pt x="175124" y="216894"/>
                  </a:cubicBezTo>
                  <a:cubicBezTo>
                    <a:pt x="225607" y="202987"/>
                    <a:pt x="243990" y="171364"/>
                    <a:pt x="230179" y="122120"/>
                  </a:cubicBezTo>
                  <a:cubicBezTo>
                    <a:pt x="222178" y="93736"/>
                    <a:pt x="210653" y="76305"/>
                    <a:pt x="195603" y="69828"/>
                  </a:cubicBezTo>
                  <a:cubicBezTo>
                    <a:pt x="180458" y="63351"/>
                    <a:pt x="158646" y="64018"/>
                    <a:pt x="129976" y="71828"/>
                  </a:cubicBezTo>
                  <a:lnTo>
                    <a:pt x="76636" y="867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8" name="Forme libre : forme 47">
              <a:extLst>
                <a:ext uri="{FF2B5EF4-FFF2-40B4-BE49-F238E27FC236}">
                  <a16:creationId xmlns:a16="http://schemas.microsoft.com/office/drawing/2014/main" id="{81006AE3-2F43-25BF-291D-2A527A8B6555}"/>
                </a:ext>
              </a:extLst>
            </p:cNvPr>
            <p:cNvSpPr/>
            <p:nvPr/>
          </p:nvSpPr>
          <p:spPr>
            <a:xfrm>
              <a:off x="7050454" y="5974176"/>
              <a:ext cx="216666" cy="426937"/>
            </a:xfrm>
            <a:custGeom>
              <a:avLst/>
              <a:gdLst>
                <a:gd name="connsiteX0" fmla="*/ 2426 w 216666"/>
                <a:gd name="connsiteY0" fmla="*/ 42480 h 426937"/>
                <a:gd name="connsiteX1" fmla="*/ 3474 w 216666"/>
                <a:gd name="connsiteY1" fmla="*/ 19334 h 426937"/>
                <a:gd name="connsiteX2" fmla="*/ 23858 w 216666"/>
                <a:gd name="connsiteY2" fmla="*/ 3713 h 426937"/>
                <a:gd name="connsiteX3" fmla="*/ 49480 w 216666"/>
                <a:gd name="connsiteY3" fmla="*/ 1046 h 426937"/>
                <a:gd name="connsiteX4" fmla="*/ 65863 w 216666"/>
                <a:gd name="connsiteY4" fmla="*/ 16762 h 426937"/>
                <a:gd name="connsiteX5" fmla="*/ 214453 w 216666"/>
                <a:gd name="connsiteY5" fmla="*/ 384523 h 426937"/>
                <a:gd name="connsiteX6" fmla="*/ 213405 w 216666"/>
                <a:gd name="connsiteY6" fmla="*/ 407668 h 426937"/>
                <a:gd name="connsiteX7" fmla="*/ 193307 w 216666"/>
                <a:gd name="connsiteY7" fmla="*/ 423099 h 426937"/>
                <a:gd name="connsiteX8" fmla="*/ 167781 w 216666"/>
                <a:gd name="connsiteY8" fmla="*/ 426052 h 426937"/>
                <a:gd name="connsiteX9" fmla="*/ 151016 w 216666"/>
                <a:gd name="connsiteY9" fmla="*/ 410145 h 426937"/>
                <a:gd name="connsiteX10" fmla="*/ 2426 w 216666"/>
                <a:gd name="connsiteY10" fmla="*/ 42384 h 4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66" h="426937">
                  <a:moveTo>
                    <a:pt x="2426" y="42480"/>
                  </a:moveTo>
                  <a:cubicBezTo>
                    <a:pt x="-1098" y="33622"/>
                    <a:pt x="-812" y="26002"/>
                    <a:pt x="3474" y="19334"/>
                  </a:cubicBezTo>
                  <a:cubicBezTo>
                    <a:pt x="7665" y="12762"/>
                    <a:pt x="14523" y="7523"/>
                    <a:pt x="23858" y="3713"/>
                  </a:cubicBezTo>
                  <a:cubicBezTo>
                    <a:pt x="33192" y="-97"/>
                    <a:pt x="41765" y="-954"/>
                    <a:pt x="49480" y="1046"/>
                  </a:cubicBezTo>
                  <a:cubicBezTo>
                    <a:pt x="57195" y="3047"/>
                    <a:pt x="62624" y="8285"/>
                    <a:pt x="65863" y="16762"/>
                  </a:cubicBezTo>
                  <a:lnTo>
                    <a:pt x="214453" y="384523"/>
                  </a:lnTo>
                  <a:cubicBezTo>
                    <a:pt x="217691" y="393190"/>
                    <a:pt x="217406" y="400906"/>
                    <a:pt x="213405" y="407668"/>
                  </a:cubicBezTo>
                  <a:cubicBezTo>
                    <a:pt x="209405" y="414145"/>
                    <a:pt x="202642" y="419384"/>
                    <a:pt x="193307" y="423099"/>
                  </a:cubicBezTo>
                  <a:cubicBezTo>
                    <a:pt x="183973" y="426909"/>
                    <a:pt x="175400" y="427861"/>
                    <a:pt x="167781" y="426052"/>
                  </a:cubicBezTo>
                  <a:cubicBezTo>
                    <a:pt x="160160" y="424242"/>
                    <a:pt x="154541" y="418908"/>
                    <a:pt x="151016" y="410145"/>
                  </a:cubicBezTo>
                  <a:lnTo>
                    <a:pt x="2426" y="4238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9" name="Forme libre : forme 48">
              <a:extLst>
                <a:ext uri="{FF2B5EF4-FFF2-40B4-BE49-F238E27FC236}">
                  <a16:creationId xmlns:a16="http://schemas.microsoft.com/office/drawing/2014/main" id="{11AE01CC-9C1A-B2CD-FBB4-9F2DF3E5E646}"/>
                </a:ext>
              </a:extLst>
            </p:cNvPr>
            <p:cNvSpPr/>
            <p:nvPr/>
          </p:nvSpPr>
          <p:spPr>
            <a:xfrm>
              <a:off x="7249146" y="5827322"/>
              <a:ext cx="402092" cy="465771"/>
            </a:xfrm>
            <a:custGeom>
              <a:avLst/>
              <a:gdLst>
                <a:gd name="connsiteX0" fmla="*/ 96247 w 402092"/>
                <a:gd name="connsiteY0" fmla="*/ 28552 h 465771"/>
                <a:gd name="connsiteX1" fmla="*/ 202451 w 402092"/>
                <a:gd name="connsiteY1" fmla="*/ 834 h 465771"/>
                <a:gd name="connsiteX2" fmla="*/ 275603 w 402092"/>
                <a:gd name="connsiteY2" fmla="*/ 62080 h 465771"/>
                <a:gd name="connsiteX3" fmla="*/ 266935 w 402092"/>
                <a:gd name="connsiteY3" fmla="*/ 181714 h 465771"/>
                <a:gd name="connsiteX4" fmla="*/ 383235 w 402092"/>
                <a:gd name="connsiteY4" fmla="*/ 238483 h 465771"/>
                <a:gd name="connsiteX5" fmla="*/ 394380 w 402092"/>
                <a:gd name="connsiteY5" fmla="*/ 339353 h 465771"/>
                <a:gd name="connsiteX6" fmla="*/ 308464 w 402092"/>
                <a:gd name="connsiteY6" fmla="*/ 418315 h 465771"/>
                <a:gd name="connsiteX7" fmla="*/ 230073 w 402092"/>
                <a:gd name="connsiteY7" fmla="*/ 460511 h 465771"/>
                <a:gd name="connsiteX8" fmla="*/ 205404 w 402092"/>
                <a:gd name="connsiteY8" fmla="*/ 465369 h 465771"/>
                <a:gd name="connsiteX9" fmla="*/ 187116 w 402092"/>
                <a:gd name="connsiteY9" fmla="*/ 452034 h 465771"/>
                <a:gd name="connsiteX10" fmla="*/ 3474 w 402092"/>
                <a:gd name="connsiteY10" fmla="*/ 110563 h 465771"/>
                <a:gd name="connsiteX11" fmla="*/ 2235 w 402092"/>
                <a:gd name="connsiteY11" fmla="*/ 87702 h 465771"/>
                <a:gd name="connsiteX12" fmla="*/ 19952 w 402092"/>
                <a:gd name="connsiteY12" fmla="*/ 69700 h 465771"/>
                <a:gd name="connsiteX13" fmla="*/ 96342 w 402092"/>
                <a:gd name="connsiteY13" fmla="*/ 28647 h 465771"/>
                <a:gd name="connsiteX14" fmla="*/ 80245 w 402092"/>
                <a:gd name="connsiteY14" fmla="*/ 109134 h 465771"/>
                <a:gd name="connsiteX15" fmla="*/ 139300 w 402092"/>
                <a:gd name="connsiteY15" fmla="*/ 218957 h 465771"/>
                <a:gd name="connsiteX16" fmla="*/ 188068 w 402092"/>
                <a:gd name="connsiteY16" fmla="*/ 192763 h 465771"/>
                <a:gd name="connsiteX17" fmla="*/ 225882 w 402092"/>
                <a:gd name="connsiteY17" fmla="*/ 153234 h 465771"/>
                <a:gd name="connsiteX18" fmla="*/ 218929 w 402092"/>
                <a:gd name="connsiteY18" fmla="*/ 101132 h 465771"/>
                <a:gd name="connsiteX19" fmla="*/ 182448 w 402092"/>
                <a:gd name="connsiteY19" fmla="*/ 69128 h 465771"/>
                <a:gd name="connsiteX20" fmla="*/ 127108 w 402092"/>
                <a:gd name="connsiteY20" fmla="*/ 83892 h 465771"/>
                <a:gd name="connsiteX21" fmla="*/ 80245 w 402092"/>
                <a:gd name="connsiteY21" fmla="*/ 109134 h 465771"/>
                <a:gd name="connsiteX22" fmla="*/ 169399 w 402092"/>
                <a:gd name="connsiteY22" fmla="*/ 274773 h 465771"/>
                <a:gd name="connsiteX23" fmla="*/ 230359 w 402092"/>
                <a:gd name="connsiteY23" fmla="*/ 388121 h 465771"/>
                <a:gd name="connsiteX24" fmla="*/ 280175 w 402092"/>
                <a:gd name="connsiteY24" fmla="*/ 361260 h 465771"/>
                <a:gd name="connsiteX25" fmla="*/ 326657 w 402092"/>
                <a:gd name="connsiteY25" fmla="*/ 319731 h 465771"/>
                <a:gd name="connsiteX26" fmla="*/ 320656 w 402092"/>
                <a:gd name="connsiteY26" fmla="*/ 266772 h 465771"/>
                <a:gd name="connsiteX27" fmla="*/ 280841 w 402092"/>
                <a:gd name="connsiteY27" fmla="*/ 231911 h 465771"/>
                <a:gd name="connsiteX28" fmla="*/ 218643 w 402092"/>
                <a:gd name="connsiteY28" fmla="*/ 248198 h 465771"/>
                <a:gd name="connsiteX29" fmla="*/ 169304 w 402092"/>
                <a:gd name="connsiteY29" fmla="*/ 274773 h 46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2092" h="465771">
                  <a:moveTo>
                    <a:pt x="96247" y="28552"/>
                  </a:moveTo>
                  <a:cubicBezTo>
                    <a:pt x="137681" y="6264"/>
                    <a:pt x="173019" y="-2976"/>
                    <a:pt x="202451" y="834"/>
                  </a:cubicBezTo>
                  <a:cubicBezTo>
                    <a:pt x="231788" y="4645"/>
                    <a:pt x="256172" y="25123"/>
                    <a:pt x="275603" y="62080"/>
                  </a:cubicBezTo>
                  <a:cubicBezTo>
                    <a:pt x="298082" y="103895"/>
                    <a:pt x="295224" y="143805"/>
                    <a:pt x="266935" y="181714"/>
                  </a:cubicBezTo>
                  <a:cubicBezTo>
                    <a:pt x="316465" y="167522"/>
                    <a:pt x="355232" y="186477"/>
                    <a:pt x="383235" y="238483"/>
                  </a:cubicBezTo>
                  <a:cubicBezTo>
                    <a:pt x="403905" y="276773"/>
                    <a:pt x="407524" y="310397"/>
                    <a:pt x="394380" y="339353"/>
                  </a:cubicBezTo>
                  <a:cubicBezTo>
                    <a:pt x="381140" y="368214"/>
                    <a:pt x="352470" y="394503"/>
                    <a:pt x="308464" y="418315"/>
                  </a:cubicBezTo>
                  <a:lnTo>
                    <a:pt x="230073" y="460511"/>
                  </a:lnTo>
                  <a:cubicBezTo>
                    <a:pt x="221691" y="464987"/>
                    <a:pt x="213500" y="466607"/>
                    <a:pt x="205404" y="465369"/>
                  </a:cubicBezTo>
                  <a:cubicBezTo>
                    <a:pt x="197307" y="464035"/>
                    <a:pt x="191307" y="459653"/>
                    <a:pt x="187116" y="452034"/>
                  </a:cubicBezTo>
                  <a:lnTo>
                    <a:pt x="3474" y="110563"/>
                  </a:lnTo>
                  <a:cubicBezTo>
                    <a:pt x="-717" y="102752"/>
                    <a:pt x="-1098" y="95132"/>
                    <a:pt x="2235" y="87702"/>
                  </a:cubicBezTo>
                  <a:cubicBezTo>
                    <a:pt x="5664" y="80273"/>
                    <a:pt x="11570" y="74272"/>
                    <a:pt x="19952" y="69700"/>
                  </a:cubicBezTo>
                  <a:lnTo>
                    <a:pt x="96342" y="28647"/>
                  </a:lnTo>
                  <a:close/>
                  <a:moveTo>
                    <a:pt x="80245" y="109134"/>
                  </a:moveTo>
                  <a:lnTo>
                    <a:pt x="139300" y="218957"/>
                  </a:lnTo>
                  <a:lnTo>
                    <a:pt x="188068" y="192763"/>
                  </a:lnTo>
                  <a:cubicBezTo>
                    <a:pt x="207785" y="182381"/>
                    <a:pt x="220358" y="169236"/>
                    <a:pt x="225882" y="153234"/>
                  </a:cubicBezTo>
                  <a:cubicBezTo>
                    <a:pt x="231312" y="137232"/>
                    <a:pt x="229025" y="119897"/>
                    <a:pt x="218929" y="101132"/>
                  </a:cubicBezTo>
                  <a:cubicBezTo>
                    <a:pt x="208833" y="82368"/>
                    <a:pt x="196641" y="71700"/>
                    <a:pt x="182448" y="69128"/>
                  </a:cubicBezTo>
                  <a:cubicBezTo>
                    <a:pt x="168066" y="66843"/>
                    <a:pt x="149682" y="71796"/>
                    <a:pt x="127108" y="83892"/>
                  </a:cubicBezTo>
                  <a:lnTo>
                    <a:pt x="80245" y="109134"/>
                  </a:lnTo>
                  <a:close/>
                  <a:moveTo>
                    <a:pt x="169399" y="274773"/>
                  </a:moveTo>
                  <a:lnTo>
                    <a:pt x="230359" y="388121"/>
                  </a:lnTo>
                  <a:lnTo>
                    <a:pt x="280175" y="361260"/>
                  </a:lnTo>
                  <a:cubicBezTo>
                    <a:pt x="304368" y="348211"/>
                    <a:pt x="319894" y="334400"/>
                    <a:pt x="326657" y="319731"/>
                  </a:cubicBezTo>
                  <a:cubicBezTo>
                    <a:pt x="333705" y="304968"/>
                    <a:pt x="331705" y="287251"/>
                    <a:pt x="320656" y="266772"/>
                  </a:cubicBezTo>
                  <a:cubicBezTo>
                    <a:pt x="309702" y="246389"/>
                    <a:pt x="296463" y="234768"/>
                    <a:pt x="280841" y="231911"/>
                  </a:cubicBezTo>
                  <a:cubicBezTo>
                    <a:pt x="265221" y="229054"/>
                    <a:pt x="244551" y="234482"/>
                    <a:pt x="218643" y="248198"/>
                  </a:cubicBezTo>
                  <a:lnTo>
                    <a:pt x="169304" y="27477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0" name="Forme libre : forme 49">
              <a:extLst>
                <a:ext uri="{FF2B5EF4-FFF2-40B4-BE49-F238E27FC236}">
                  <a16:creationId xmlns:a16="http://schemas.microsoft.com/office/drawing/2014/main" id="{EA8BA7F5-856C-AB9F-511C-AA5B9FFBE7CC}"/>
                </a:ext>
              </a:extLst>
            </p:cNvPr>
            <p:cNvSpPr/>
            <p:nvPr/>
          </p:nvSpPr>
          <p:spPr>
            <a:xfrm>
              <a:off x="7642409" y="5637243"/>
              <a:ext cx="417193" cy="467371"/>
            </a:xfrm>
            <a:custGeom>
              <a:avLst/>
              <a:gdLst>
                <a:gd name="connsiteX0" fmla="*/ 141039 w 417193"/>
                <a:gd name="connsiteY0" fmla="*/ 459804 h 467371"/>
                <a:gd name="connsiteX1" fmla="*/ 135134 w 417193"/>
                <a:gd name="connsiteY1" fmla="*/ 449518 h 467371"/>
                <a:gd name="connsiteX2" fmla="*/ 2832 w 417193"/>
                <a:gd name="connsiteY2" fmla="*/ 65183 h 467371"/>
                <a:gd name="connsiteX3" fmla="*/ 15309 w 417193"/>
                <a:gd name="connsiteY3" fmla="*/ 23845 h 467371"/>
                <a:gd name="connsiteX4" fmla="*/ 38646 w 417193"/>
                <a:gd name="connsiteY4" fmla="*/ 6890 h 467371"/>
                <a:gd name="connsiteX5" fmla="*/ 82841 w 417193"/>
                <a:gd name="connsiteY5" fmla="*/ 10129 h 467371"/>
                <a:gd name="connsiteX6" fmla="*/ 405930 w 417193"/>
                <a:gd name="connsiteY6" fmla="*/ 253207 h 467371"/>
                <a:gd name="connsiteX7" fmla="*/ 414883 w 417193"/>
                <a:gd name="connsiteY7" fmla="*/ 262351 h 467371"/>
                <a:gd name="connsiteX8" fmla="*/ 415740 w 417193"/>
                <a:gd name="connsiteY8" fmla="*/ 278353 h 467371"/>
                <a:gd name="connsiteX9" fmla="*/ 400500 w 417193"/>
                <a:gd name="connsiteY9" fmla="*/ 297498 h 467371"/>
                <a:gd name="connsiteX10" fmla="*/ 352399 w 417193"/>
                <a:gd name="connsiteY10" fmla="*/ 298260 h 467371"/>
                <a:gd name="connsiteX11" fmla="*/ 285248 w 417193"/>
                <a:gd name="connsiteY11" fmla="*/ 246635 h 467371"/>
                <a:gd name="connsiteX12" fmla="*/ 158851 w 417193"/>
                <a:gd name="connsiteY12" fmla="*/ 338646 h 467371"/>
                <a:gd name="connsiteX13" fmla="*/ 186474 w 417193"/>
                <a:gd name="connsiteY13" fmla="*/ 415227 h 467371"/>
                <a:gd name="connsiteX14" fmla="*/ 191141 w 417193"/>
                <a:gd name="connsiteY14" fmla="*/ 441326 h 467371"/>
                <a:gd name="connsiteX15" fmla="*/ 177330 w 417193"/>
                <a:gd name="connsiteY15" fmla="*/ 459899 h 467371"/>
                <a:gd name="connsiteX16" fmla="*/ 155613 w 417193"/>
                <a:gd name="connsiteY16" fmla="*/ 467234 h 467371"/>
                <a:gd name="connsiteX17" fmla="*/ 140849 w 417193"/>
                <a:gd name="connsiteY17" fmla="*/ 459614 h 467371"/>
                <a:gd name="connsiteX18" fmla="*/ 64458 w 417193"/>
                <a:gd name="connsiteY18" fmla="*/ 76804 h 467371"/>
                <a:gd name="connsiteX19" fmla="*/ 137039 w 417193"/>
                <a:gd name="connsiteY19" fmla="*/ 278258 h 467371"/>
                <a:gd name="connsiteX20" fmla="*/ 234289 w 417193"/>
                <a:gd name="connsiteY20" fmla="*/ 207487 h 467371"/>
                <a:gd name="connsiteX21" fmla="*/ 64458 w 417193"/>
                <a:gd name="connsiteY21" fmla="*/ 76804 h 467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7193" h="467371">
                  <a:moveTo>
                    <a:pt x="141039" y="459804"/>
                  </a:moveTo>
                  <a:cubicBezTo>
                    <a:pt x="137801" y="455328"/>
                    <a:pt x="135800" y="451899"/>
                    <a:pt x="135134" y="449518"/>
                  </a:cubicBezTo>
                  <a:lnTo>
                    <a:pt x="2832" y="65183"/>
                  </a:lnTo>
                  <a:cubicBezTo>
                    <a:pt x="-3455" y="48229"/>
                    <a:pt x="736" y="34513"/>
                    <a:pt x="15309" y="23845"/>
                  </a:cubicBezTo>
                  <a:lnTo>
                    <a:pt x="38646" y="6890"/>
                  </a:lnTo>
                  <a:cubicBezTo>
                    <a:pt x="52552" y="-3301"/>
                    <a:pt x="67316" y="-2158"/>
                    <a:pt x="82841" y="10129"/>
                  </a:cubicBezTo>
                  <a:lnTo>
                    <a:pt x="405930" y="253207"/>
                  </a:lnTo>
                  <a:cubicBezTo>
                    <a:pt x="409168" y="255588"/>
                    <a:pt x="412216" y="258636"/>
                    <a:pt x="414883" y="262351"/>
                  </a:cubicBezTo>
                  <a:cubicBezTo>
                    <a:pt x="417645" y="266066"/>
                    <a:pt x="417931" y="271400"/>
                    <a:pt x="415740" y="278353"/>
                  </a:cubicBezTo>
                  <a:cubicBezTo>
                    <a:pt x="413740" y="285401"/>
                    <a:pt x="408597" y="291783"/>
                    <a:pt x="400500" y="297498"/>
                  </a:cubicBezTo>
                  <a:cubicBezTo>
                    <a:pt x="383832" y="309690"/>
                    <a:pt x="367734" y="309976"/>
                    <a:pt x="352399" y="298260"/>
                  </a:cubicBezTo>
                  <a:lnTo>
                    <a:pt x="285248" y="246635"/>
                  </a:lnTo>
                  <a:lnTo>
                    <a:pt x="158851" y="338646"/>
                  </a:lnTo>
                  <a:lnTo>
                    <a:pt x="186474" y="415227"/>
                  </a:lnTo>
                  <a:cubicBezTo>
                    <a:pt x="190855" y="425800"/>
                    <a:pt x="192474" y="434468"/>
                    <a:pt x="191141" y="441326"/>
                  </a:cubicBezTo>
                  <a:cubicBezTo>
                    <a:pt x="189712" y="447993"/>
                    <a:pt x="185140" y="454185"/>
                    <a:pt x="177330" y="459899"/>
                  </a:cubicBezTo>
                  <a:cubicBezTo>
                    <a:pt x="169519" y="465614"/>
                    <a:pt x="162280" y="467995"/>
                    <a:pt x="155613" y="467234"/>
                  </a:cubicBezTo>
                  <a:cubicBezTo>
                    <a:pt x="148945" y="466472"/>
                    <a:pt x="144087" y="463900"/>
                    <a:pt x="140849" y="459614"/>
                  </a:cubicBezTo>
                  <a:moveTo>
                    <a:pt x="64458" y="76804"/>
                  </a:moveTo>
                  <a:lnTo>
                    <a:pt x="137039" y="278258"/>
                  </a:lnTo>
                  <a:lnTo>
                    <a:pt x="234289" y="207487"/>
                  </a:lnTo>
                  <a:lnTo>
                    <a:pt x="64458" y="7680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1" name="Forme libre : forme 50">
              <a:extLst>
                <a:ext uri="{FF2B5EF4-FFF2-40B4-BE49-F238E27FC236}">
                  <a16:creationId xmlns:a16="http://schemas.microsoft.com/office/drawing/2014/main" id="{38FC86D1-7933-949C-5CC7-4FD0A46DDD55}"/>
                </a:ext>
              </a:extLst>
            </p:cNvPr>
            <p:cNvSpPr/>
            <p:nvPr/>
          </p:nvSpPr>
          <p:spPr>
            <a:xfrm>
              <a:off x="7901339" y="5362910"/>
              <a:ext cx="414994" cy="434933"/>
            </a:xfrm>
            <a:custGeom>
              <a:avLst/>
              <a:gdLst>
                <a:gd name="connsiteX0" fmla="*/ 48130 w 414994"/>
                <a:gd name="connsiteY0" fmla="*/ 45670 h 434933"/>
                <a:gd name="connsiteX1" fmla="*/ 138617 w 414994"/>
                <a:gd name="connsiteY1" fmla="*/ 712 h 434933"/>
                <a:gd name="connsiteX2" fmla="*/ 217579 w 414994"/>
                <a:gd name="connsiteY2" fmla="*/ 27573 h 434933"/>
                <a:gd name="connsiteX3" fmla="*/ 227295 w 414994"/>
                <a:gd name="connsiteY3" fmla="*/ 52528 h 434933"/>
                <a:gd name="connsiteX4" fmla="*/ 213484 w 414994"/>
                <a:gd name="connsiteY4" fmla="*/ 77770 h 434933"/>
                <a:gd name="connsiteX5" fmla="*/ 174336 w 414994"/>
                <a:gd name="connsiteY5" fmla="*/ 84342 h 434933"/>
                <a:gd name="connsiteX6" fmla="*/ 134045 w 414994"/>
                <a:gd name="connsiteY6" fmla="*/ 71483 h 434933"/>
                <a:gd name="connsiteX7" fmla="*/ 91469 w 414994"/>
                <a:gd name="connsiteY7" fmla="*/ 92057 h 434933"/>
                <a:gd name="connsiteX8" fmla="*/ 67465 w 414994"/>
                <a:gd name="connsiteY8" fmla="*/ 133872 h 434933"/>
                <a:gd name="connsiteX9" fmla="*/ 81848 w 414994"/>
                <a:gd name="connsiteY9" fmla="*/ 174925 h 434933"/>
                <a:gd name="connsiteX10" fmla="*/ 128521 w 414994"/>
                <a:gd name="connsiteY10" fmla="*/ 193213 h 434933"/>
                <a:gd name="connsiteX11" fmla="*/ 188814 w 414994"/>
                <a:gd name="connsiteY11" fmla="*/ 183592 h 434933"/>
                <a:gd name="connsiteX12" fmla="*/ 253203 w 414994"/>
                <a:gd name="connsiteY12" fmla="*/ 166543 h 434933"/>
                <a:gd name="connsiteX13" fmla="*/ 319878 w 414994"/>
                <a:gd name="connsiteY13" fmla="*/ 164066 h 434933"/>
                <a:gd name="connsiteX14" fmla="*/ 378171 w 414994"/>
                <a:gd name="connsiteY14" fmla="*/ 195594 h 434933"/>
                <a:gd name="connsiteX15" fmla="*/ 414366 w 414994"/>
                <a:gd name="connsiteY15" fmla="*/ 288082 h 434933"/>
                <a:gd name="connsiteX16" fmla="*/ 363503 w 414994"/>
                <a:gd name="connsiteY16" fmla="*/ 380760 h 434933"/>
                <a:gd name="connsiteX17" fmla="*/ 286826 w 414994"/>
                <a:gd name="connsiteY17" fmla="*/ 426194 h 434933"/>
                <a:gd name="connsiteX18" fmla="*/ 220151 w 414994"/>
                <a:gd name="connsiteY18" fmla="*/ 424861 h 434933"/>
                <a:gd name="connsiteX19" fmla="*/ 210340 w 414994"/>
                <a:gd name="connsiteY19" fmla="*/ 401620 h 434933"/>
                <a:gd name="connsiteX20" fmla="*/ 217008 w 414994"/>
                <a:gd name="connsiteY20" fmla="*/ 379331 h 434933"/>
                <a:gd name="connsiteX21" fmla="*/ 233867 w 414994"/>
                <a:gd name="connsiteY21" fmla="*/ 370949 h 434933"/>
                <a:gd name="connsiteX22" fmla="*/ 322068 w 414994"/>
                <a:gd name="connsiteY22" fmla="*/ 332468 h 434933"/>
                <a:gd name="connsiteX23" fmla="*/ 333880 w 414994"/>
                <a:gd name="connsiteY23" fmla="*/ 248362 h 434933"/>
                <a:gd name="connsiteX24" fmla="*/ 291303 w 414994"/>
                <a:gd name="connsiteY24" fmla="*/ 233885 h 434933"/>
                <a:gd name="connsiteX25" fmla="*/ 231391 w 414994"/>
                <a:gd name="connsiteY25" fmla="*/ 244362 h 434933"/>
                <a:gd name="connsiteX26" fmla="*/ 166049 w 414994"/>
                <a:gd name="connsiteY26" fmla="*/ 261126 h 434933"/>
                <a:gd name="connsiteX27" fmla="*/ 97564 w 414994"/>
                <a:gd name="connsiteY27" fmla="*/ 261126 h 434933"/>
                <a:gd name="connsiteX28" fmla="*/ 36604 w 414994"/>
                <a:gd name="connsiteY28" fmla="*/ 226455 h 434933"/>
                <a:gd name="connsiteX29" fmla="*/ 600 w 414994"/>
                <a:gd name="connsiteY29" fmla="*/ 134634 h 434933"/>
                <a:gd name="connsiteX30" fmla="*/ 48034 w 414994"/>
                <a:gd name="connsiteY30" fmla="*/ 45670 h 434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14994" h="434933">
                  <a:moveTo>
                    <a:pt x="48130" y="45670"/>
                  </a:moveTo>
                  <a:cubicBezTo>
                    <a:pt x="75943" y="19095"/>
                    <a:pt x="106137" y="4141"/>
                    <a:pt x="138617" y="712"/>
                  </a:cubicBezTo>
                  <a:cubicBezTo>
                    <a:pt x="171193" y="-2717"/>
                    <a:pt x="197482" y="6237"/>
                    <a:pt x="217579" y="27573"/>
                  </a:cubicBezTo>
                  <a:cubicBezTo>
                    <a:pt x="224819" y="35193"/>
                    <a:pt x="228057" y="43575"/>
                    <a:pt x="227295" y="52528"/>
                  </a:cubicBezTo>
                  <a:cubicBezTo>
                    <a:pt x="226438" y="61577"/>
                    <a:pt x="221866" y="69959"/>
                    <a:pt x="213484" y="77770"/>
                  </a:cubicBezTo>
                  <a:cubicBezTo>
                    <a:pt x="199577" y="91010"/>
                    <a:pt x="186528" y="93200"/>
                    <a:pt x="174336" y="84342"/>
                  </a:cubicBezTo>
                  <a:cubicBezTo>
                    <a:pt x="162049" y="75484"/>
                    <a:pt x="148714" y="71197"/>
                    <a:pt x="134045" y="71483"/>
                  </a:cubicBezTo>
                  <a:cubicBezTo>
                    <a:pt x="119472" y="71769"/>
                    <a:pt x="105280" y="78627"/>
                    <a:pt x="91469" y="92057"/>
                  </a:cubicBezTo>
                  <a:cubicBezTo>
                    <a:pt x="77848" y="105106"/>
                    <a:pt x="69847" y="119013"/>
                    <a:pt x="67465" y="133872"/>
                  </a:cubicBezTo>
                  <a:cubicBezTo>
                    <a:pt x="65084" y="148731"/>
                    <a:pt x="69847" y="162352"/>
                    <a:pt x="81848" y="174925"/>
                  </a:cubicBezTo>
                  <a:cubicBezTo>
                    <a:pt x="93850" y="187497"/>
                    <a:pt x="109375" y="193593"/>
                    <a:pt x="128521" y="193213"/>
                  </a:cubicBezTo>
                  <a:cubicBezTo>
                    <a:pt x="147571" y="192736"/>
                    <a:pt x="167669" y="189498"/>
                    <a:pt x="188814" y="183592"/>
                  </a:cubicBezTo>
                  <a:cubicBezTo>
                    <a:pt x="209959" y="177591"/>
                    <a:pt x="231486" y="171972"/>
                    <a:pt x="253203" y="166543"/>
                  </a:cubicBezTo>
                  <a:cubicBezTo>
                    <a:pt x="275015" y="161113"/>
                    <a:pt x="297208" y="160351"/>
                    <a:pt x="319878" y="164066"/>
                  </a:cubicBezTo>
                  <a:cubicBezTo>
                    <a:pt x="342547" y="167781"/>
                    <a:pt x="361978" y="178354"/>
                    <a:pt x="378171" y="195594"/>
                  </a:cubicBezTo>
                  <a:cubicBezTo>
                    <a:pt x="405984" y="224645"/>
                    <a:pt x="417985" y="255506"/>
                    <a:pt x="414366" y="288082"/>
                  </a:cubicBezTo>
                  <a:cubicBezTo>
                    <a:pt x="410746" y="320657"/>
                    <a:pt x="393792" y="351518"/>
                    <a:pt x="363503" y="380760"/>
                  </a:cubicBezTo>
                  <a:cubicBezTo>
                    <a:pt x="344453" y="398952"/>
                    <a:pt x="318926" y="414097"/>
                    <a:pt x="286826" y="426194"/>
                  </a:cubicBezTo>
                  <a:cubicBezTo>
                    <a:pt x="254727" y="438291"/>
                    <a:pt x="232534" y="437815"/>
                    <a:pt x="220151" y="424861"/>
                  </a:cubicBezTo>
                  <a:cubicBezTo>
                    <a:pt x="214531" y="419051"/>
                    <a:pt x="211293" y="411335"/>
                    <a:pt x="210340" y="401620"/>
                  </a:cubicBezTo>
                  <a:cubicBezTo>
                    <a:pt x="209388" y="391904"/>
                    <a:pt x="211674" y="384570"/>
                    <a:pt x="217008" y="379331"/>
                  </a:cubicBezTo>
                  <a:cubicBezTo>
                    <a:pt x="222437" y="374188"/>
                    <a:pt x="228057" y="371426"/>
                    <a:pt x="233867" y="370949"/>
                  </a:cubicBezTo>
                  <a:cubicBezTo>
                    <a:pt x="268348" y="368282"/>
                    <a:pt x="297684" y="355423"/>
                    <a:pt x="322068" y="332468"/>
                  </a:cubicBezTo>
                  <a:cubicBezTo>
                    <a:pt x="354168" y="301702"/>
                    <a:pt x="358169" y="273699"/>
                    <a:pt x="333880" y="248362"/>
                  </a:cubicBezTo>
                  <a:cubicBezTo>
                    <a:pt x="323878" y="237885"/>
                    <a:pt x="309686" y="233122"/>
                    <a:pt x="291303" y="233885"/>
                  </a:cubicBezTo>
                  <a:cubicBezTo>
                    <a:pt x="272920" y="234646"/>
                    <a:pt x="252917" y="238170"/>
                    <a:pt x="231391" y="244362"/>
                  </a:cubicBezTo>
                  <a:cubicBezTo>
                    <a:pt x="209959" y="250648"/>
                    <a:pt x="188147" y="256173"/>
                    <a:pt x="166049" y="261126"/>
                  </a:cubicBezTo>
                  <a:cubicBezTo>
                    <a:pt x="143665" y="265698"/>
                    <a:pt x="120805" y="265698"/>
                    <a:pt x="97564" y="261126"/>
                  </a:cubicBezTo>
                  <a:cubicBezTo>
                    <a:pt x="74323" y="256553"/>
                    <a:pt x="53940" y="244933"/>
                    <a:pt x="36604" y="226455"/>
                  </a:cubicBezTo>
                  <a:cubicBezTo>
                    <a:pt x="9077" y="197689"/>
                    <a:pt x="-2924" y="167114"/>
                    <a:pt x="600" y="134634"/>
                  </a:cubicBezTo>
                  <a:cubicBezTo>
                    <a:pt x="4410" y="101868"/>
                    <a:pt x="20221" y="72245"/>
                    <a:pt x="48034" y="456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pic>
        <p:nvPicPr>
          <p:cNvPr id="52" name="Image 51" descr="Une image contenant graphisme, Graphique, drapeau&#10;&#10;Description générée automatiquement">
            <a:extLst>
              <a:ext uri="{FF2B5EF4-FFF2-40B4-BE49-F238E27FC236}">
                <a16:creationId xmlns:a16="http://schemas.microsoft.com/office/drawing/2014/main" id="{1F586FAD-1C28-5197-B292-C038C8FEE4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4998" y="6254748"/>
            <a:ext cx="1707867" cy="353841"/>
          </a:xfrm>
          <a:prstGeom prst="rect">
            <a:avLst/>
          </a:prstGeom>
        </p:spPr>
      </p:pic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662F456-3002-4E4E-AD3F-ECB3B309C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DFEB3-5516-4F20-A9A0-1BE8DA6AA0BB}" type="datetime1">
              <a:rPr lang="fr-FR" smtClean="0"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C24024C-0B31-8242-FED6-44007ABF6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CED75C-CA95-9196-9D59-F6426436C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23517" y="6346492"/>
            <a:ext cx="344966" cy="200055"/>
          </a:xfrm>
          <a:prstGeom prst="rect">
            <a:avLst/>
          </a:prstGeom>
        </p:spPr>
        <p:txBody>
          <a:bodyPr/>
          <a:lstStyle/>
          <a:p>
            <a:fld id="{12EA5F4A-9FB0-4812-AB35-92F9E0180226}" type="slidenum">
              <a:rPr lang="fr-FR" smtClean="0"/>
              <a:t>‹#›</a:t>
            </a:fld>
            <a:endParaRPr lang="fr-FR"/>
          </a:p>
        </p:txBody>
      </p:sp>
      <p:sp>
        <p:nvSpPr>
          <p:cNvPr id="5" name="Rectangle : avec coins arrondis en haut 4">
            <a:extLst>
              <a:ext uri="{FF2B5EF4-FFF2-40B4-BE49-F238E27FC236}">
                <a16:creationId xmlns:a16="http://schemas.microsoft.com/office/drawing/2014/main" id="{97C8D201-623A-FEAF-A65D-4201CBD5190A}"/>
              </a:ext>
            </a:extLst>
          </p:cNvPr>
          <p:cNvSpPr/>
          <p:nvPr userDrawn="1"/>
        </p:nvSpPr>
        <p:spPr>
          <a:xfrm rot="16200000">
            <a:off x="6713824" y="-239005"/>
            <a:ext cx="4443306" cy="651304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6" name="Graphique 44">
            <a:extLst>
              <a:ext uri="{FF2B5EF4-FFF2-40B4-BE49-F238E27FC236}">
                <a16:creationId xmlns:a16="http://schemas.microsoft.com/office/drawing/2014/main" id="{7052B22E-4EEF-1D34-890B-5110AD063750}"/>
              </a:ext>
            </a:extLst>
          </p:cNvPr>
          <p:cNvGrpSpPr/>
          <p:nvPr userDrawn="1"/>
        </p:nvGrpSpPr>
        <p:grpSpPr>
          <a:xfrm>
            <a:off x="1599720" y="1828799"/>
            <a:ext cx="2077411" cy="2396068"/>
            <a:chOff x="3319466" y="228601"/>
            <a:chExt cx="5551927" cy="6403564"/>
          </a:xfrm>
          <a:solidFill>
            <a:schemeClr val="accent3"/>
          </a:solidFill>
        </p:grpSpPr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551C0E94-F96C-729D-980B-BB20E4C05E2F}"/>
                </a:ext>
              </a:extLst>
            </p:cNvPr>
            <p:cNvSpPr/>
            <p:nvPr/>
          </p:nvSpPr>
          <p:spPr>
            <a:xfrm>
              <a:off x="3319466" y="1781951"/>
              <a:ext cx="1254828" cy="3190491"/>
            </a:xfrm>
            <a:custGeom>
              <a:avLst/>
              <a:gdLst>
                <a:gd name="connsiteX0" fmla="*/ 185 w 1254828"/>
                <a:gd name="connsiteY0" fmla="*/ 186391 h 3190491"/>
                <a:gd name="connsiteX1" fmla="*/ 174017 w 1254828"/>
                <a:gd name="connsiteY1" fmla="*/ 178 h 3190491"/>
                <a:gd name="connsiteX2" fmla="*/ 360040 w 1254828"/>
                <a:gd name="connsiteY2" fmla="*/ 169913 h 3190491"/>
                <a:gd name="connsiteX3" fmla="*/ 481198 w 1254828"/>
                <a:gd name="connsiteY3" fmla="*/ 2822340 h 3190491"/>
                <a:gd name="connsiteX4" fmla="*/ 1064509 w 1254828"/>
                <a:gd name="connsiteY4" fmla="*/ 2795670 h 3190491"/>
                <a:gd name="connsiteX5" fmla="*/ 1254628 w 1254828"/>
                <a:gd name="connsiteY5" fmla="*/ 2965310 h 3190491"/>
                <a:gd name="connsiteX6" fmla="*/ 1080987 w 1254828"/>
                <a:gd name="connsiteY6" fmla="*/ 3155525 h 3190491"/>
                <a:gd name="connsiteX7" fmla="*/ 319749 w 1254828"/>
                <a:gd name="connsiteY7" fmla="*/ 3190291 h 3190491"/>
                <a:gd name="connsiteX8" fmla="*/ 129535 w 1254828"/>
                <a:gd name="connsiteY8" fmla="*/ 3016650 h 3190491"/>
                <a:gd name="connsiteX9" fmla="*/ 185 w 1254828"/>
                <a:gd name="connsiteY9" fmla="*/ 186391 h 319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54828" h="3190491">
                  <a:moveTo>
                    <a:pt x="185" y="186391"/>
                  </a:moveTo>
                  <a:cubicBezTo>
                    <a:pt x="-4291" y="89332"/>
                    <a:pt x="72861" y="4845"/>
                    <a:pt x="174017" y="178"/>
                  </a:cubicBezTo>
                  <a:cubicBezTo>
                    <a:pt x="271076" y="-4204"/>
                    <a:pt x="355563" y="72949"/>
                    <a:pt x="360040" y="169913"/>
                  </a:cubicBezTo>
                  <a:lnTo>
                    <a:pt x="481198" y="2822340"/>
                  </a:lnTo>
                  <a:lnTo>
                    <a:pt x="1064509" y="2795670"/>
                  </a:lnTo>
                  <a:cubicBezTo>
                    <a:pt x="1165569" y="2791003"/>
                    <a:pt x="1250151" y="2868251"/>
                    <a:pt x="1254628" y="2965310"/>
                  </a:cubicBezTo>
                  <a:cubicBezTo>
                    <a:pt x="1259295" y="3066371"/>
                    <a:pt x="1182047" y="3150953"/>
                    <a:pt x="1080987" y="3155525"/>
                  </a:cubicBezTo>
                  <a:lnTo>
                    <a:pt x="319749" y="3190291"/>
                  </a:lnTo>
                  <a:cubicBezTo>
                    <a:pt x="218689" y="3194958"/>
                    <a:pt x="134107" y="3117710"/>
                    <a:pt x="129535" y="3016650"/>
                  </a:cubicBezTo>
                  <a:lnTo>
                    <a:pt x="185" y="18639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04E956AA-831B-6804-8175-A53B06EB839C}"/>
                </a:ext>
              </a:extLst>
            </p:cNvPr>
            <p:cNvSpPr/>
            <p:nvPr/>
          </p:nvSpPr>
          <p:spPr>
            <a:xfrm>
              <a:off x="5104447" y="1808323"/>
              <a:ext cx="330708" cy="559213"/>
            </a:xfrm>
            <a:custGeom>
              <a:avLst/>
              <a:gdLst>
                <a:gd name="connsiteX0" fmla="*/ 330708 w 330708"/>
                <a:gd name="connsiteY0" fmla="*/ 391954 h 559212"/>
                <a:gd name="connsiteX1" fmla="*/ 167164 w 330708"/>
                <a:gd name="connsiteY1" fmla="*/ 559213 h 559212"/>
                <a:gd name="connsiteX2" fmla="*/ 0 w 330708"/>
                <a:gd name="connsiteY2" fmla="*/ 391954 h 559212"/>
                <a:gd name="connsiteX3" fmla="*/ 0 w 330708"/>
                <a:gd name="connsiteY3" fmla="*/ 163449 h 559212"/>
                <a:gd name="connsiteX4" fmla="*/ 167164 w 330708"/>
                <a:gd name="connsiteY4" fmla="*/ 0 h 559212"/>
                <a:gd name="connsiteX5" fmla="*/ 330708 w 330708"/>
                <a:gd name="connsiteY5" fmla="*/ 163449 h 559212"/>
                <a:gd name="connsiteX6" fmla="*/ 330708 w 330708"/>
                <a:gd name="connsiteY6" fmla="*/ 391954 h 559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559212">
                  <a:moveTo>
                    <a:pt x="330708" y="391954"/>
                  </a:moveTo>
                  <a:cubicBezTo>
                    <a:pt x="330708" y="484822"/>
                    <a:pt x="256413" y="559213"/>
                    <a:pt x="167164" y="559213"/>
                  </a:cubicBezTo>
                  <a:cubicBezTo>
                    <a:pt x="77915" y="559213"/>
                    <a:pt x="0" y="484918"/>
                    <a:pt x="0" y="391954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3919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2AFC4464-5EE8-74B4-431B-39D817D06423}"/>
                </a:ext>
              </a:extLst>
            </p:cNvPr>
            <p:cNvSpPr/>
            <p:nvPr/>
          </p:nvSpPr>
          <p:spPr>
            <a:xfrm>
              <a:off x="5104447" y="2882648"/>
              <a:ext cx="330708" cy="2068735"/>
            </a:xfrm>
            <a:custGeom>
              <a:avLst/>
              <a:gdLst>
                <a:gd name="connsiteX0" fmla="*/ 330708 w 330708"/>
                <a:gd name="connsiteY0" fmla="*/ 1901476 h 2068734"/>
                <a:gd name="connsiteX1" fmla="*/ 167164 w 330708"/>
                <a:gd name="connsiteY1" fmla="*/ 2068735 h 2068734"/>
                <a:gd name="connsiteX2" fmla="*/ 0 w 330708"/>
                <a:gd name="connsiteY2" fmla="*/ 1901476 h 2068734"/>
                <a:gd name="connsiteX3" fmla="*/ 0 w 330708"/>
                <a:gd name="connsiteY3" fmla="*/ 163449 h 2068734"/>
                <a:gd name="connsiteX4" fmla="*/ 167164 w 330708"/>
                <a:gd name="connsiteY4" fmla="*/ 0 h 2068734"/>
                <a:gd name="connsiteX5" fmla="*/ 330708 w 330708"/>
                <a:gd name="connsiteY5" fmla="*/ 163449 h 2068734"/>
                <a:gd name="connsiteX6" fmla="*/ 330708 w 330708"/>
                <a:gd name="connsiteY6" fmla="*/ 1901476 h 206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2068734">
                  <a:moveTo>
                    <a:pt x="330708" y="1901476"/>
                  </a:moveTo>
                  <a:cubicBezTo>
                    <a:pt x="330708" y="1994344"/>
                    <a:pt x="256413" y="2068735"/>
                    <a:pt x="167164" y="2068735"/>
                  </a:cubicBezTo>
                  <a:cubicBezTo>
                    <a:pt x="77915" y="2068735"/>
                    <a:pt x="0" y="1994440"/>
                    <a:pt x="0" y="1901476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190147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6FEEF9A8-492C-4E47-8982-9A5F233DB7D0}"/>
                </a:ext>
              </a:extLst>
            </p:cNvPr>
            <p:cNvSpPr/>
            <p:nvPr/>
          </p:nvSpPr>
          <p:spPr>
            <a:xfrm>
              <a:off x="6236683" y="2168270"/>
              <a:ext cx="1065560" cy="2788348"/>
            </a:xfrm>
            <a:custGeom>
              <a:avLst/>
              <a:gdLst>
                <a:gd name="connsiteX0" fmla="*/ 321374 w 1065561"/>
                <a:gd name="connsiteY0" fmla="*/ 2625852 h 2788348"/>
                <a:gd name="connsiteX1" fmla="*/ 162496 w 1065561"/>
                <a:gd name="connsiteY1" fmla="*/ 2788349 h 2788348"/>
                <a:gd name="connsiteX2" fmla="*/ 0 w 1065561"/>
                <a:gd name="connsiteY2" fmla="*/ 2625852 h 2788348"/>
                <a:gd name="connsiteX3" fmla="*/ 0 w 1065561"/>
                <a:gd name="connsiteY3" fmla="*/ 158877 h 2788348"/>
                <a:gd name="connsiteX4" fmla="*/ 162496 w 1065561"/>
                <a:gd name="connsiteY4" fmla="*/ 0 h 2788348"/>
                <a:gd name="connsiteX5" fmla="*/ 903065 w 1065561"/>
                <a:gd name="connsiteY5" fmla="*/ 0 h 2788348"/>
                <a:gd name="connsiteX6" fmla="*/ 1065562 w 1065561"/>
                <a:gd name="connsiteY6" fmla="*/ 158877 h 2788348"/>
                <a:gd name="connsiteX7" fmla="*/ 903065 w 1065561"/>
                <a:gd name="connsiteY7" fmla="*/ 321374 h 2788348"/>
                <a:gd name="connsiteX8" fmla="*/ 321374 w 1065561"/>
                <a:gd name="connsiteY8" fmla="*/ 321374 h 2788348"/>
                <a:gd name="connsiteX9" fmla="*/ 321374 w 1065561"/>
                <a:gd name="connsiteY9" fmla="*/ 1216914 h 2788348"/>
                <a:gd name="connsiteX10" fmla="*/ 740569 w 1065561"/>
                <a:gd name="connsiteY10" fmla="*/ 1216914 h 2788348"/>
                <a:gd name="connsiteX11" fmla="*/ 903065 w 1065561"/>
                <a:gd name="connsiteY11" fmla="*/ 1375791 h 2788348"/>
                <a:gd name="connsiteX12" fmla="*/ 740569 w 1065561"/>
                <a:gd name="connsiteY12" fmla="*/ 1538288 h 2788348"/>
                <a:gd name="connsiteX13" fmla="*/ 321374 w 1065561"/>
                <a:gd name="connsiteY13" fmla="*/ 1538288 h 2788348"/>
                <a:gd name="connsiteX14" fmla="*/ 321374 w 1065561"/>
                <a:gd name="connsiteY14" fmla="*/ 2625757 h 278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65561" h="2788348">
                  <a:moveTo>
                    <a:pt x="321374" y="2625852"/>
                  </a:moveTo>
                  <a:cubicBezTo>
                    <a:pt x="321374" y="2716149"/>
                    <a:pt x="249174" y="2788349"/>
                    <a:pt x="162496" y="2788349"/>
                  </a:cubicBezTo>
                  <a:cubicBezTo>
                    <a:pt x="75819" y="2788349"/>
                    <a:pt x="0" y="2716149"/>
                    <a:pt x="0" y="2625852"/>
                  </a:cubicBezTo>
                  <a:lnTo>
                    <a:pt x="0" y="158877"/>
                  </a:lnTo>
                  <a:cubicBezTo>
                    <a:pt x="0" y="72200"/>
                    <a:pt x="72200" y="0"/>
                    <a:pt x="162496" y="0"/>
                  </a:cubicBezTo>
                  <a:lnTo>
                    <a:pt x="903065" y="0"/>
                  </a:lnTo>
                  <a:cubicBezTo>
                    <a:pt x="993362" y="0"/>
                    <a:pt x="1065562" y="72200"/>
                    <a:pt x="1065562" y="158877"/>
                  </a:cubicBezTo>
                  <a:cubicBezTo>
                    <a:pt x="1065562" y="245554"/>
                    <a:pt x="993362" y="321374"/>
                    <a:pt x="903065" y="321374"/>
                  </a:cubicBezTo>
                  <a:lnTo>
                    <a:pt x="321374" y="321374"/>
                  </a:lnTo>
                  <a:lnTo>
                    <a:pt x="321374" y="1216914"/>
                  </a:lnTo>
                  <a:lnTo>
                    <a:pt x="740569" y="1216914"/>
                  </a:lnTo>
                  <a:cubicBezTo>
                    <a:pt x="830866" y="1216914"/>
                    <a:pt x="903065" y="1289114"/>
                    <a:pt x="903065" y="1375791"/>
                  </a:cubicBezTo>
                  <a:cubicBezTo>
                    <a:pt x="903065" y="1462468"/>
                    <a:pt x="830866" y="1538288"/>
                    <a:pt x="740569" y="1538288"/>
                  </a:cubicBezTo>
                  <a:lnTo>
                    <a:pt x="321374" y="1538288"/>
                  </a:lnTo>
                  <a:lnTo>
                    <a:pt x="321374" y="262575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59E7F46E-4E29-E020-E332-6AE999E36DAF}"/>
                </a:ext>
              </a:extLst>
            </p:cNvPr>
            <p:cNvSpPr/>
            <p:nvPr/>
          </p:nvSpPr>
          <p:spPr>
            <a:xfrm>
              <a:off x="7800593" y="2168367"/>
              <a:ext cx="1070800" cy="2751389"/>
            </a:xfrm>
            <a:custGeom>
              <a:avLst/>
              <a:gdLst>
                <a:gd name="connsiteX0" fmla="*/ 908400 w 1070800"/>
                <a:gd name="connsiteY0" fmla="*/ 2429923 h 2751391"/>
                <a:gd name="connsiteX1" fmla="*/ 321469 w 1070800"/>
                <a:gd name="connsiteY1" fmla="*/ 2429923 h 2751391"/>
                <a:gd name="connsiteX2" fmla="*/ 321469 w 1070800"/>
                <a:gd name="connsiteY2" fmla="*/ 1522476 h 2751391"/>
                <a:gd name="connsiteX3" fmla="*/ 740664 w 1070800"/>
                <a:gd name="connsiteY3" fmla="*/ 1522476 h 2751391"/>
                <a:gd name="connsiteX4" fmla="*/ 903161 w 1070800"/>
                <a:gd name="connsiteY4" fmla="*/ 1359980 h 2751391"/>
                <a:gd name="connsiteX5" fmla="*/ 740664 w 1070800"/>
                <a:gd name="connsiteY5" fmla="*/ 1201103 h 2751391"/>
                <a:gd name="connsiteX6" fmla="*/ 321469 w 1070800"/>
                <a:gd name="connsiteY6" fmla="*/ 1201103 h 2751391"/>
                <a:gd name="connsiteX7" fmla="*/ 321469 w 1070800"/>
                <a:gd name="connsiteY7" fmla="*/ 321374 h 2751391"/>
                <a:gd name="connsiteX8" fmla="*/ 903161 w 1070800"/>
                <a:gd name="connsiteY8" fmla="*/ 321374 h 2751391"/>
                <a:gd name="connsiteX9" fmla="*/ 1065657 w 1070800"/>
                <a:gd name="connsiteY9" fmla="*/ 158877 h 2751391"/>
                <a:gd name="connsiteX10" fmla="*/ 903161 w 1070800"/>
                <a:gd name="connsiteY10" fmla="*/ 0 h 2751391"/>
                <a:gd name="connsiteX11" fmla="*/ 162496 w 1070800"/>
                <a:gd name="connsiteY11" fmla="*/ 0 h 2751391"/>
                <a:gd name="connsiteX12" fmla="*/ 0 w 1070800"/>
                <a:gd name="connsiteY12" fmla="*/ 158877 h 2751391"/>
                <a:gd name="connsiteX13" fmla="*/ 0 w 1070800"/>
                <a:gd name="connsiteY13" fmla="*/ 2588895 h 2751391"/>
                <a:gd name="connsiteX14" fmla="*/ 162496 w 1070800"/>
                <a:gd name="connsiteY14" fmla="*/ 2751392 h 2751391"/>
                <a:gd name="connsiteX15" fmla="*/ 165068 w 1070800"/>
                <a:gd name="connsiteY15" fmla="*/ 2751296 h 2751391"/>
                <a:gd name="connsiteX16" fmla="*/ 167735 w 1070800"/>
                <a:gd name="connsiteY16" fmla="*/ 2751392 h 2751391"/>
                <a:gd name="connsiteX17" fmla="*/ 908304 w 1070800"/>
                <a:gd name="connsiteY17" fmla="*/ 2751392 h 2751391"/>
                <a:gd name="connsiteX18" fmla="*/ 1070801 w 1070800"/>
                <a:gd name="connsiteY18" fmla="*/ 2592515 h 2751391"/>
                <a:gd name="connsiteX19" fmla="*/ 908304 w 1070800"/>
                <a:gd name="connsiteY19" fmla="*/ 2430018 h 275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70800" h="2751391">
                  <a:moveTo>
                    <a:pt x="908400" y="2429923"/>
                  </a:moveTo>
                  <a:lnTo>
                    <a:pt x="321469" y="2429923"/>
                  </a:lnTo>
                  <a:lnTo>
                    <a:pt x="321469" y="1522476"/>
                  </a:lnTo>
                  <a:lnTo>
                    <a:pt x="740664" y="1522476"/>
                  </a:lnTo>
                  <a:cubicBezTo>
                    <a:pt x="830961" y="1522476"/>
                    <a:pt x="903161" y="1450277"/>
                    <a:pt x="903161" y="1359980"/>
                  </a:cubicBezTo>
                  <a:cubicBezTo>
                    <a:pt x="903161" y="1269683"/>
                    <a:pt x="830961" y="1201103"/>
                    <a:pt x="740664" y="1201103"/>
                  </a:cubicBezTo>
                  <a:lnTo>
                    <a:pt x="321469" y="1201103"/>
                  </a:lnTo>
                  <a:lnTo>
                    <a:pt x="321469" y="321374"/>
                  </a:lnTo>
                  <a:lnTo>
                    <a:pt x="903161" y="321374"/>
                  </a:lnTo>
                  <a:cubicBezTo>
                    <a:pt x="993458" y="321374"/>
                    <a:pt x="1065657" y="249174"/>
                    <a:pt x="1065657" y="158877"/>
                  </a:cubicBezTo>
                  <a:cubicBezTo>
                    <a:pt x="1065657" y="68580"/>
                    <a:pt x="993458" y="0"/>
                    <a:pt x="903161" y="0"/>
                  </a:cubicBezTo>
                  <a:lnTo>
                    <a:pt x="162496" y="0"/>
                  </a:lnTo>
                  <a:cubicBezTo>
                    <a:pt x="72200" y="0"/>
                    <a:pt x="0" y="72200"/>
                    <a:pt x="0" y="158877"/>
                  </a:cubicBezTo>
                  <a:lnTo>
                    <a:pt x="0" y="2588895"/>
                  </a:lnTo>
                  <a:cubicBezTo>
                    <a:pt x="0" y="2679192"/>
                    <a:pt x="72200" y="2751392"/>
                    <a:pt x="162496" y="2751392"/>
                  </a:cubicBezTo>
                  <a:cubicBezTo>
                    <a:pt x="163354" y="2751392"/>
                    <a:pt x="164211" y="2751296"/>
                    <a:pt x="165068" y="2751296"/>
                  </a:cubicBezTo>
                  <a:cubicBezTo>
                    <a:pt x="166021" y="2751296"/>
                    <a:pt x="166878" y="2751392"/>
                    <a:pt x="167735" y="2751392"/>
                  </a:cubicBezTo>
                  <a:lnTo>
                    <a:pt x="908304" y="2751392"/>
                  </a:lnTo>
                  <a:cubicBezTo>
                    <a:pt x="998601" y="2751392"/>
                    <a:pt x="1070801" y="2679192"/>
                    <a:pt x="1070801" y="2592515"/>
                  </a:cubicBezTo>
                  <a:cubicBezTo>
                    <a:pt x="1070801" y="2505837"/>
                    <a:pt x="998601" y="2430018"/>
                    <a:pt x="908304" y="24300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4A92D264-F698-2EFF-4E7D-CAC9BC301E4C}"/>
                </a:ext>
              </a:extLst>
            </p:cNvPr>
            <p:cNvSpPr/>
            <p:nvPr/>
          </p:nvSpPr>
          <p:spPr>
            <a:xfrm>
              <a:off x="3605500" y="228601"/>
              <a:ext cx="4960413" cy="1495996"/>
            </a:xfrm>
            <a:custGeom>
              <a:avLst/>
              <a:gdLst>
                <a:gd name="connsiteX0" fmla="*/ 4782117 w 4960413"/>
                <a:gd name="connsiteY0" fmla="*/ 1495997 h 1495996"/>
                <a:gd name="connsiteX1" fmla="*/ 4642195 w 4960413"/>
                <a:gd name="connsiteY1" fmla="*/ 1428464 h 1495996"/>
                <a:gd name="connsiteX2" fmla="*/ 2426965 w 4960413"/>
                <a:gd name="connsiteY2" fmla="*/ 356807 h 1495996"/>
                <a:gd name="connsiteX3" fmla="*/ 311844 w 4960413"/>
                <a:gd name="connsiteY3" fmla="*/ 1309211 h 1495996"/>
                <a:gd name="connsiteX4" fmla="*/ 60098 w 4960413"/>
                <a:gd name="connsiteY4" fmla="*/ 1324451 h 1495996"/>
                <a:gd name="connsiteX5" fmla="*/ 44858 w 4960413"/>
                <a:gd name="connsiteY5" fmla="*/ 1072706 h 1495996"/>
                <a:gd name="connsiteX6" fmla="*/ 2427061 w 4960413"/>
                <a:gd name="connsiteY6" fmla="*/ 0 h 1495996"/>
                <a:gd name="connsiteX7" fmla="*/ 4921849 w 4960413"/>
                <a:gd name="connsiteY7" fmla="*/ 1206818 h 1495996"/>
                <a:gd name="connsiteX8" fmla="*/ 4892798 w 4960413"/>
                <a:gd name="connsiteY8" fmla="*/ 1457420 h 1495996"/>
                <a:gd name="connsiteX9" fmla="*/ 4782117 w 4960413"/>
                <a:gd name="connsiteY9" fmla="*/ 1495997 h 1495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60413" h="1495996">
                  <a:moveTo>
                    <a:pt x="4782117" y="1495997"/>
                  </a:moveTo>
                  <a:cubicBezTo>
                    <a:pt x="4729539" y="1495997"/>
                    <a:pt x="4677437" y="1472851"/>
                    <a:pt x="4642195" y="1428464"/>
                  </a:cubicBezTo>
                  <a:cubicBezTo>
                    <a:pt x="4102413" y="747427"/>
                    <a:pt x="3294979" y="356807"/>
                    <a:pt x="2426965" y="356807"/>
                  </a:cubicBezTo>
                  <a:cubicBezTo>
                    <a:pt x="1618960" y="356807"/>
                    <a:pt x="848006" y="703898"/>
                    <a:pt x="311844" y="1309211"/>
                  </a:cubicBezTo>
                  <a:cubicBezTo>
                    <a:pt x="246502" y="1382935"/>
                    <a:pt x="133822" y="1389698"/>
                    <a:pt x="60098" y="1324451"/>
                  </a:cubicBezTo>
                  <a:cubicBezTo>
                    <a:pt x="-13625" y="1259110"/>
                    <a:pt x="-20483" y="1146429"/>
                    <a:pt x="44858" y="1072706"/>
                  </a:cubicBezTo>
                  <a:cubicBezTo>
                    <a:pt x="648743" y="390906"/>
                    <a:pt x="1517042" y="0"/>
                    <a:pt x="2427061" y="0"/>
                  </a:cubicBezTo>
                  <a:cubicBezTo>
                    <a:pt x="3404612" y="0"/>
                    <a:pt x="4313868" y="439865"/>
                    <a:pt x="4921849" y="1206818"/>
                  </a:cubicBezTo>
                  <a:cubicBezTo>
                    <a:pt x="4982999" y="1283970"/>
                    <a:pt x="4970046" y="1396175"/>
                    <a:pt x="4892798" y="1457420"/>
                  </a:cubicBezTo>
                  <a:cubicBezTo>
                    <a:pt x="4860032" y="1483424"/>
                    <a:pt x="4820979" y="1495997"/>
                    <a:pt x="4782117" y="14959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8069CA81-6C51-D717-2AB3-D3A93C4F4231}"/>
                </a:ext>
              </a:extLst>
            </p:cNvPr>
            <p:cNvSpPr/>
            <p:nvPr/>
          </p:nvSpPr>
          <p:spPr>
            <a:xfrm>
              <a:off x="3749206" y="5390945"/>
              <a:ext cx="546290" cy="567406"/>
            </a:xfrm>
            <a:custGeom>
              <a:avLst/>
              <a:gdLst>
                <a:gd name="connsiteX0" fmla="*/ 100703 w 546290"/>
                <a:gd name="connsiteY0" fmla="*/ 485502 h 567405"/>
                <a:gd name="connsiteX1" fmla="*/ 881 w 546290"/>
                <a:gd name="connsiteY1" fmla="*/ 299193 h 567405"/>
                <a:gd name="connsiteX2" fmla="*/ 74890 w 546290"/>
                <a:gd name="connsiteY2" fmla="*/ 100501 h 567405"/>
                <a:gd name="connsiteX3" fmla="*/ 260342 w 546290"/>
                <a:gd name="connsiteY3" fmla="*/ 489 h 567405"/>
                <a:gd name="connsiteX4" fmla="*/ 450651 w 546290"/>
                <a:gd name="connsiteY4" fmla="*/ 72402 h 567405"/>
                <a:gd name="connsiteX5" fmla="*/ 545711 w 546290"/>
                <a:gd name="connsiteY5" fmla="*/ 252520 h 567405"/>
                <a:gd name="connsiteX6" fmla="*/ 478083 w 546290"/>
                <a:gd name="connsiteY6" fmla="*/ 437972 h 567405"/>
                <a:gd name="connsiteX7" fmla="*/ 373784 w 546290"/>
                <a:gd name="connsiteY7" fmla="*/ 505408 h 567405"/>
                <a:gd name="connsiteX8" fmla="*/ 278725 w 546290"/>
                <a:gd name="connsiteY8" fmla="*/ 476929 h 567405"/>
                <a:gd name="connsiteX9" fmla="*/ 250721 w 546290"/>
                <a:gd name="connsiteY9" fmla="*/ 393966 h 567405"/>
                <a:gd name="connsiteX10" fmla="*/ 159091 w 546290"/>
                <a:gd name="connsiteY10" fmla="*/ 370439 h 567405"/>
                <a:gd name="connsiteX11" fmla="*/ 122229 w 546290"/>
                <a:gd name="connsiteY11" fmla="*/ 290810 h 567405"/>
                <a:gd name="connsiteX12" fmla="*/ 175188 w 546290"/>
                <a:gd name="connsiteY12" fmla="*/ 181464 h 567405"/>
                <a:gd name="connsiteX13" fmla="*/ 338542 w 546290"/>
                <a:gd name="connsiteY13" fmla="*/ 128219 h 567405"/>
                <a:gd name="connsiteX14" fmla="*/ 375308 w 546290"/>
                <a:gd name="connsiteY14" fmla="*/ 150888 h 567405"/>
                <a:gd name="connsiteX15" fmla="*/ 432268 w 546290"/>
                <a:gd name="connsiteY15" fmla="*/ 236994 h 567405"/>
                <a:gd name="connsiteX16" fmla="*/ 436078 w 546290"/>
                <a:gd name="connsiteY16" fmla="*/ 250805 h 567405"/>
                <a:gd name="connsiteX17" fmla="*/ 423981 w 546290"/>
                <a:gd name="connsiteY17" fmla="*/ 278618 h 567405"/>
                <a:gd name="connsiteX18" fmla="*/ 327683 w 546290"/>
                <a:gd name="connsiteY18" fmla="*/ 386823 h 567405"/>
                <a:gd name="connsiteX19" fmla="*/ 331970 w 546290"/>
                <a:gd name="connsiteY19" fmla="*/ 438448 h 567405"/>
                <a:gd name="connsiteX20" fmla="*/ 378737 w 546290"/>
                <a:gd name="connsiteY20" fmla="*/ 444544 h 567405"/>
                <a:gd name="connsiteX21" fmla="*/ 436268 w 546290"/>
                <a:gd name="connsiteY21" fmla="*/ 400729 h 567405"/>
                <a:gd name="connsiteX22" fmla="*/ 491609 w 546290"/>
                <a:gd name="connsiteY22" fmla="*/ 253091 h 567405"/>
                <a:gd name="connsiteX23" fmla="*/ 416266 w 546290"/>
                <a:gd name="connsiteY23" fmla="*/ 110502 h 567405"/>
                <a:gd name="connsiteX24" fmla="*/ 264914 w 546290"/>
                <a:gd name="connsiteY24" fmla="*/ 53352 h 567405"/>
                <a:gd name="connsiteX25" fmla="*/ 117848 w 546290"/>
                <a:gd name="connsiteY25" fmla="*/ 132695 h 567405"/>
                <a:gd name="connsiteX26" fmla="*/ 56888 w 546290"/>
                <a:gd name="connsiteY26" fmla="*/ 293287 h 567405"/>
                <a:gd name="connsiteX27" fmla="*/ 136612 w 546290"/>
                <a:gd name="connsiteY27" fmla="*/ 446259 h 567405"/>
                <a:gd name="connsiteX28" fmla="*/ 256341 w 546290"/>
                <a:gd name="connsiteY28" fmla="*/ 518172 h 567405"/>
                <a:gd name="connsiteX29" fmla="*/ 269962 w 546290"/>
                <a:gd name="connsiteY29" fmla="*/ 526364 h 567405"/>
                <a:gd name="connsiteX30" fmla="*/ 274153 w 546290"/>
                <a:gd name="connsiteY30" fmla="*/ 540270 h 567405"/>
                <a:gd name="connsiteX31" fmla="*/ 264247 w 546290"/>
                <a:gd name="connsiteY31" fmla="*/ 560177 h 567405"/>
                <a:gd name="connsiteX32" fmla="*/ 238529 w 546290"/>
                <a:gd name="connsiteY32" fmla="*/ 566083 h 567405"/>
                <a:gd name="connsiteX33" fmla="*/ 100798 w 546290"/>
                <a:gd name="connsiteY33" fmla="*/ 485406 h 567405"/>
                <a:gd name="connsiteX34" fmla="*/ 332922 w 546290"/>
                <a:gd name="connsiteY34" fmla="*/ 203752 h 567405"/>
                <a:gd name="connsiteX35" fmla="*/ 287107 w 546290"/>
                <a:gd name="connsiteY35" fmla="*/ 188512 h 567405"/>
                <a:gd name="connsiteX36" fmla="*/ 230433 w 546290"/>
                <a:gd name="connsiteY36" fmla="*/ 225374 h 567405"/>
                <a:gd name="connsiteX37" fmla="*/ 196715 w 546290"/>
                <a:gd name="connsiteY37" fmla="*/ 285095 h 567405"/>
                <a:gd name="connsiteX38" fmla="*/ 209859 w 546290"/>
                <a:gd name="connsiteY38" fmla="*/ 324624 h 567405"/>
                <a:gd name="connsiteX39" fmla="*/ 278249 w 546290"/>
                <a:gd name="connsiteY39" fmla="*/ 339674 h 567405"/>
                <a:gd name="connsiteX40" fmla="*/ 362259 w 546290"/>
                <a:gd name="connsiteY40" fmla="*/ 245281 h 567405"/>
                <a:gd name="connsiteX41" fmla="*/ 333017 w 546290"/>
                <a:gd name="connsiteY41" fmla="*/ 203656 h 567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46290" h="567405">
                  <a:moveTo>
                    <a:pt x="100703" y="485502"/>
                  </a:moveTo>
                  <a:cubicBezTo>
                    <a:pt x="40124" y="431590"/>
                    <a:pt x="6881" y="369582"/>
                    <a:pt x="881" y="299193"/>
                  </a:cubicBezTo>
                  <a:cubicBezTo>
                    <a:pt x="-5120" y="228898"/>
                    <a:pt x="19550" y="162699"/>
                    <a:pt x="74890" y="100501"/>
                  </a:cubicBezTo>
                  <a:cubicBezTo>
                    <a:pt x="130421" y="38112"/>
                    <a:pt x="192238" y="4774"/>
                    <a:pt x="260342" y="489"/>
                  </a:cubicBezTo>
                  <a:cubicBezTo>
                    <a:pt x="328541" y="-3798"/>
                    <a:pt x="391977" y="20110"/>
                    <a:pt x="450651" y="72402"/>
                  </a:cubicBezTo>
                  <a:cubicBezTo>
                    <a:pt x="509420" y="124694"/>
                    <a:pt x="541043" y="184702"/>
                    <a:pt x="545711" y="252520"/>
                  </a:cubicBezTo>
                  <a:cubicBezTo>
                    <a:pt x="550283" y="320338"/>
                    <a:pt x="527804" y="382155"/>
                    <a:pt x="478083" y="437972"/>
                  </a:cubicBezTo>
                  <a:cubicBezTo>
                    <a:pt x="443603" y="476739"/>
                    <a:pt x="408836" y="499218"/>
                    <a:pt x="373784" y="505408"/>
                  </a:cubicBezTo>
                  <a:cubicBezTo>
                    <a:pt x="338732" y="511600"/>
                    <a:pt x="307014" y="502075"/>
                    <a:pt x="278725" y="476929"/>
                  </a:cubicBezTo>
                  <a:cubicBezTo>
                    <a:pt x="250436" y="451783"/>
                    <a:pt x="241101" y="424160"/>
                    <a:pt x="250721" y="393966"/>
                  </a:cubicBezTo>
                  <a:cubicBezTo>
                    <a:pt x="213193" y="399205"/>
                    <a:pt x="182618" y="391394"/>
                    <a:pt x="159091" y="370439"/>
                  </a:cubicBezTo>
                  <a:cubicBezTo>
                    <a:pt x="135564" y="349484"/>
                    <a:pt x="123182" y="322910"/>
                    <a:pt x="122229" y="290810"/>
                  </a:cubicBezTo>
                  <a:cubicBezTo>
                    <a:pt x="121562" y="258330"/>
                    <a:pt x="139184" y="221945"/>
                    <a:pt x="175188" y="181464"/>
                  </a:cubicBezTo>
                  <a:cubicBezTo>
                    <a:pt x="227957" y="122123"/>
                    <a:pt x="282344" y="104406"/>
                    <a:pt x="338542" y="128219"/>
                  </a:cubicBezTo>
                  <a:cubicBezTo>
                    <a:pt x="351972" y="133839"/>
                    <a:pt x="364259" y="141459"/>
                    <a:pt x="375308" y="150888"/>
                  </a:cubicBezTo>
                  <a:cubicBezTo>
                    <a:pt x="401597" y="174225"/>
                    <a:pt x="420552" y="202990"/>
                    <a:pt x="432268" y="236994"/>
                  </a:cubicBezTo>
                  <a:cubicBezTo>
                    <a:pt x="434363" y="242995"/>
                    <a:pt x="435602" y="247662"/>
                    <a:pt x="436078" y="250805"/>
                  </a:cubicBezTo>
                  <a:cubicBezTo>
                    <a:pt x="437126" y="259092"/>
                    <a:pt x="433125" y="268332"/>
                    <a:pt x="423981" y="278618"/>
                  </a:cubicBezTo>
                  <a:lnTo>
                    <a:pt x="327683" y="386823"/>
                  </a:lnTo>
                  <a:cubicBezTo>
                    <a:pt x="311872" y="404634"/>
                    <a:pt x="313301" y="421779"/>
                    <a:pt x="331970" y="438448"/>
                  </a:cubicBezTo>
                  <a:cubicBezTo>
                    <a:pt x="344447" y="449592"/>
                    <a:pt x="360068" y="451593"/>
                    <a:pt x="378737" y="444544"/>
                  </a:cubicBezTo>
                  <a:cubicBezTo>
                    <a:pt x="397406" y="437495"/>
                    <a:pt x="416552" y="422827"/>
                    <a:pt x="436268" y="400729"/>
                  </a:cubicBezTo>
                  <a:cubicBezTo>
                    <a:pt x="476559" y="355390"/>
                    <a:pt x="495038" y="306146"/>
                    <a:pt x="491609" y="253091"/>
                  </a:cubicBezTo>
                  <a:cubicBezTo>
                    <a:pt x="488180" y="200037"/>
                    <a:pt x="463034" y="152507"/>
                    <a:pt x="416266" y="110502"/>
                  </a:cubicBezTo>
                  <a:cubicBezTo>
                    <a:pt x="369498" y="68878"/>
                    <a:pt x="319016" y="49828"/>
                    <a:pt x="264914" y="53352"/>
                  </a:cubicBezTo>
                  <a:cubicBezTo>
                    <a:pt x="210907" y="56686"/>
                    <a:pt x="161948" y="83166"/>
                    <a:pt x="117848" y="132695"/>
                  </a:cubicBezTo>
                  <a:cubicBezTo>
                    <a:pt x="73747" y="182225"/>
                    <a:pt x="53363" y="235756"/>
                    <a:pt x="56888" y="293287"/>
                  </a:cubicBezTo>
                  <a:cubicBezTo>
                    <a:pt x="60317" y="350723"/>
                    <a:pt x="86891" y="401776"/>
                    <a:pt x="136612" y="446259"/>
                  </a:cubicBezTo>
                  <a:cubicBezTo>
                    <a:pt x="174331" y="480168"/>
                    <a:pt x="214241" y="504170"/>
                    <a:pt x="256341" y="518172"/>
                  </a:cubicBezTo>
                  <a:cubicBezTo>
                    <a:pt x="262151" y="520744"/>
                    <a:pt x="266723" y="523506"/>
                    <a:pt x="269962" y="526364"/>
                  </a:cubicBezTo>
                  <a:cubicBezTo>
                    <a:pt x="273200" y="529221"/>
                    <a:pt x="274629" y="533889"/>
                    <a:pt x="274153" y="540270"/>
                  </a:cubicBezTo>
                  <a:cubicBezTo>
                    <a:pt x="273677" y="546652"/>
                    <a:pt x="270343" y="553319"/>
                    <a:pt x="264247" y="560177"/>
                  </a:cubicBezTo>
                  <a:cubicBezTo>
                    <a:pt x="258151" y="567036"/>
                    <a:pt x="249578" y="569035"/>
                    <a:pt x="238529" y="566083"/>
                  </a:cubicBezTo>
                  <a:cubicBezTo>
                    <a:pt x="190523" y="551319"/>
                    <a:pt x="144613" y="524458"/>
                    <a:pt x="100798" y="485406"/>
                  </a:cubicBezTo>
                  <a:moveTo>
                    <a:pt x="332922" y="203752"/>
                  </a:moveTo>
                  <a:cubicBezTo>
                    <a:pt x="319682" y="191941"/>
                    <a:pt x="304442" y="186892"/>
                    <a:pt x="287107" y="188512"/>
                  </a:cubicBezTo>
                  <a:cubicBezTo>
                    <a:pt x="269962" y="189940"/>
                    <a:pt x="251007" y="202228"/>
                    <a:pt x="230433" y="225374"/>
                  </a:cubicBezTo>
                  <a:cubicBezTo>
                    <a:pt x="209764" y="248615"/>
                    <a:pt x="198524" y="268522"/>
                    <a:pt x="196715" y="285095"/>
                  </a:cubicBezTo>
                  <a:cubicBezTo>
                    <a:pt x="194905" y="301764"/>
                    <a:pt x="199286" y="314908"/>
                    <a:pt x="209859" y="324624"/>
                  </a:cubicBezTo>
                  <a:cubicBezTo>
                    <a:pt x="227766" y="340245"/>
                    <a:pt x="250626" y="345293"/>
                    <a:pt x="278249" y="339674"/>
                  </a:cubicBezTo>
                  <a:lnTo>
                    <a:pt x="362259" y="245281"/>
                  </a:lnTo>
                  <a:cubicBezTo>
                    <a:pt x="355973" y="229374"/>
                    <a:pt x="346257" y="215467"/>
                    <a:pt x="333017" y="20365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7B63FBC8-8BEC-208E-ADCD-2F8C02C1D37D}"/>
                </a:ext>
              </a:extLst>
            </p:cNvPr>
            <p:cNvSpPr/>
            <p:nvPr/>
          </p:nvSpPr>
          <p:spPr>
            <a:xfrm>
              <a:off x="4362046" y="5781044"/>
              <a:ext cx="399279" cy="467402"/>
            </a:xfrm>
            <a:custGeom>
              <a:avLst/>
              <a:gdLst>
                <a:gd name="connsiteX0" fmla="*/ 311680 w 399278"/>
                <a:gd name="connsiteY0" fmla="*/ 47967 h 467401"/>
                <a:gd name="connsiteX1" fmla="*/ 392166 w 399278"/>
                <a:gd name="connsiteY1" fmla="*/ 122548 h 467401"/>
                <a:gd name="connsiteX2" fmla="*/ 379879 w 399278"/>
                <a:gd name="connsiteY2" fmla="*/ 217227 h 467401"/>
                <a:gd name="connsiteX3" fmla="*/ 274342 w 399278"/>
                <a:gd name="connsiteY3" fmla="*/ 274186 h 467401"/>
                <a:gd name="connsiteX4" fmla="*/ 289011 w 399278"/>
                <a:gd name="connsiteY4" fmla="*/ 402773 h 467401"/>
                <a:gd name="connsiteX5" fmla="*/ 209953 w 399278"/>
                <a:gd name="connsiteY5" fmla="*/ 466401 h 467401"/>
                <a:gd name="connsiteX6" fmla="*/ 97177 w 399278"/>
                <a:gd name="connsiteY6" fmla="*/ 436397 h 467401"/>
                <a:gd name="connsiteX7" fmla="*/ 19453 w 399278"/>
                <a:gd name="connsiteY7" fmla="*/ 392963 h 467401"/>
                <a:gd name="connsiteX8" fmla="*/ 2117 w 399278"/>
                <a:gd name="connsiteY8" fmla="*/ 374770 h 467401"/>
                <a:gd name="connsiteX9" fmla="*/ 3546 w 399278"/>
                <a:gd name="connsiteY9" fmla="*/ 352196 h 467401"/>
                <a:gd name="connsiteX10" fmla="*/ 192617 w 399278"/>
                <a:gd name="connsiteY10" fmla="*/ 13677 h 467401"/>
                <a:gd name="connsiteX11" fmla="*/ 211286 w 399278"/>
                <a:gd name="connsiteY11" fmla="*/ 342 h 467401"/>
                <a:gd name="connsiteX12" fmla="*/ 235956 w 399278"/>
                <a:gd name="connsiteY12" fmla="*/ 5581 h 467401"/>
                <a:gd name="connsiteX13" fmla="*/ 311680 w 399278"/>
                <a:gd name="connsiteY13" fmla="*/ 47872 h 467401"/>
                <a:gd name="connsiteX14" fmla="*/ 143373 w 399278"/>
                <a:gd name="connsiteY14" fmla="*/ 242087 h 467401"/>
                <a:gd name="connsiteX15" fmla="*/ 80603 w 399278"/>
                <a:gd name="connsiteY15" fmla="*/ 354482 h 467401"/>
                <a:gd name="connsiteX16" fmla="*/ 130038 w 399278"/>
                <a:gd name="connsiteY16" fmla="*/ 382104 h 467401"/>
                <a:gd name="connsiteX17" fmla="*/ 190046 w 399278"/>
                <a:gd name="connsiteY17" fmla="*/ 398964 h 467401"/>
                <a:gd name="connsiteX18" fmla="*/ 231479 w 399278"/>
                <a:gd name="connsiteY18" fmla="*/ 365435 h 467401"/>
                <a:gd name="connsiteX19" fmla="*/ 239385 w 399278"/>
                <a:gd name="connsiteY19" fmla="*/ 313143 h 467401"/>
                <a:gd name="connsiteX20" fmla="*/ 192236 w 399278"/>
                <a:gd name="connsiteY20" fmla="*/ 269423 h 467401"/>
                <a:gd name="connsiteX21" fmla="*/ 143373 w 399278"/>
                <a:gd name="connsiteY21" fmla="*/ 242087 h 467401"/>
                <a:gd name="connsiteX22" fmla="*/ 235099 w 399278"/>
                <a:gd name="connsiteY22" fmla="*/ 77780 h 467401"/>
                <a:gd name="connsiteX23" fmla="*/ 174330 w 399278"/>
                <a:gd name="connsiteY23" fmla="*/ 186652 h 467401"/>
                <a:gd name="connsiteX24" fmla="*/ 222716 w 399278"/>
                <a:gd name="connsiteY24" fmla="*/ 213702 h 467401"/>
                <a:gd name="connsiteX25" fmla="*/ 276342 w 399278"/>
                <a:gd name="connsiteY25" fmla="*/ 224275 h 467401"/>
                <a:gd name="connsiteX26" fmla="*/ 316538 w 399278"/>
                <a:gd name="connsiteY26" fmla="*/ 190461 h 467401"/>
                <a:gd name="connsiteX27" fmla="*/ 323872 w 399278"/>
                <a:gd name="connsiteY27" fmla="*/ 142455 h 467401"/>
                <a:gd name="connsiteX28" fmla="*/ 281676 w 399278"/>
                <a:gd name="connsiteY28" fmla="*/ 103784 h 467401"/>
                <a:gd name="connsiteX29" fmla="*/ 235194 w 399278"/>
                <a:gd name="connsiteY29" fmla="*/ 77780 h 467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9278" h="467401">
                  <a:moveTo>
                    <a:pt x="311680" y="47967"/>
                  </a:moveTo>
                  <a:cubicBezTo>
                    <a:pt x="352733" y="70923"/>
                    <a:pt x="379593" y="95783"/>
                    <a:pt x="392166" y="122548"/>
                  </a:cubicBezTo>
                  <a:cubicBezTo>
                    <a:pt x="404739" y="149409"/>
                    <a:pt x="400644" y="180936"/>
                    <a:pt x="379879" y="217227"/>
                  </a:cubicBezTo>
                  <a:cubicBezTo>
                    <a:pt x="356733" y="258755"/>
                    <a:pt x="321491" y="277711"/>
                    <a:pt x="274342" y="274186"/>
                  </a:cubicBezTo>
                  <a:cubicBezTo>
                    <a:pt x="312918" y="308285"/>
                    <a:pt x="317871" y="351243"/>
                    <a:pt x="289011" y="402773"/>
                  </a:cubicBezTo>
                  <a:cubicBezTo>
                    <a:pt x="267770" y="440779"/>
                    <a:pt x="241481" y="461924"/>
                    <a:pt x="209953" y="466401"/>
                  </a:cubicBezTo>
                  <a:cubicBezTo>
                    <a:pt x="178520" y="470782"/>
                    <a:pt x="140897" y="460781"/>
                    <a:pt x="97177" y="436397"/>
                  </a:cubicBezTo>
                  <a:lnTo>
                    <a:pt x="19453" y="392963"/>
                  </a:lnTo>
                  <a:cubicBezTo>
                    <a:pt x="11166" y="388296"/>
                    <a:pt x="5356" y="382295"/>
                    <a:pt x="2117" y="374770"/>
                  </a:cubicBezTo>
                  <a:cubicBezTo>
                    <a:pt x="-1121" y="367245"/>
                    <a:pt x="-645" y="359816"/>
                    <a:pt x="3546" y="352196"/>
                  </a:cubicBezTo>
                  <a:lnTo>
                    <a:pt x="192617" y="13677"/>
                  </a:lnTo>
                  <a:cubicBezTo>
                    <a:pt x="196904" y="5962"/>
                    <a:pt x="203190" y="1486"/>
                    <a:pt x="211286" y="342"/>
                  </a:cubicBezTo>
                  <a:cubicBezTo>
                    <a:pt x="219383" y="-801"/>
                    <a:pt x="227574" y="914"/>
                    <a:pt x="235956" y="5581"/>
                  </a:cubicBezTo>
                  <a:lnTo>
                    <a:pt x="311680" y="47872"/>
                  </a:lnTo>
                  <a:close/>
                  <a:moveTo>
                    <a:pt x="143373" y="242087"/>
                  </a:moveTo>
                  <a:lnTo>
                    <a:pt x="80603" y="354482"/>
                  </a:lnTo>
                  <a:lnTo>
                    <a:pt x="130038" y="382104"/>
                  </a:lnTo>
                  <a:cubicBezTo>
                    <a:pt x="153946" y="395439"/>
                    <a:pt x="174044" y="401154"/>
                    <a:pt x="190046" y="398964"/>
                  </a:cubicBezTo>
                  <a:cubicBezTo>
                    <a:pt x="206333" y="396963"/>
                    <a:pt x="220145" y="385724"/>
                    <a:pt x="231479" y="365435"/>
                  </a:cubicBezTo>
                  <a:cubicBezTo>
                    <a:pt x="242719" y="345243"/>
                    <a:pt x="245386" y="327812"/>
                    <a:pt x="239385" y="313143"/>
                  </a:cubicBezTo>
                  <a:cubicBezTo>
                    <a:pt x="233385" y="298475"/>
                    <a:pt x="217668" y="283902"/>
                    <a:pt x="192236" y="269423"/>
                  </a:cubicBezTo>
                  <a:lnTo>
                    <a:pt x="143373" y="242087"/>
                  </a:lnTo>
                  <a:close/>
                  <a:moveTo>
                    <a:pt x="235099" y="77780"/>
                  </a:moveTo>
                  <a:lnTo>
                    <a:pt x="174330" y="186652"/>
                  </a:lnTo>
                  <a:lnTo>
                    <a:pt x="222716" y="213702"/>
                  </a:lnTo>
                  <a:cubicBezTo>
                    <a:pt x="242052" y="224752"/>
                    <a:pt x="259959" y="228276"/>
                    <a:pt x="276342" y="224275"/>
                  </a:cubicBezTo>
                  <a:cubicBezTo>
                    <a:pt x="292725" y="220275"/>
                    <a:pt x="306156" y="209035"/>
                    <a:pt x="316538" y="190461"/>
                  </a:cubicBezTo>
                  <a:cubicBezTo>
                    <a:pt x="326920" y="171887"/>
                    <a:pt x="329301" y="155885"/>
                    <a:pt x="323872" y="142455"/>
                  </a:cubicBezTo>
                  <a:cubicBezTo>
                    <a:pt x="318062" y="129120"/>
                    <a:pt x="303965" y="116262"/>
                    <a:pt x="281676" y="103784"/>
                  </a:cubicBezTo>
                  <a:lnTo>
                    <a:pt x="235194" y="777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5E708F34-49A4-30E3-0CFD-0A034D83C27A}"/>
                </a:ext>
              </a:extLst>
            </p:cNvPr>
            <p:cNvSpPr/>
            <p:nvPr/>
          </p:nvSpPr>
          <p:spPr>
            <a:xfrm>
              <a:off x="4761393" y="5957067"/>
              <a:ext cx="452210" cy="522721"/>
            </a:xfrm>
            <a:custGeom>
              <a:avLst/>
              <a:gdLst>
                <a:gd name="connsiteX0" fmla="*/ 2344 w 452211"/>
                <a:gd name="connsiteY0" fmla="*/ 389440 h 522723"/>
                <a:gd name="connsiteX1" fmla="*/ 140551 w 452211"/>
                <a:gd name="connsiteY1" fmla="*/ 17679 h 522723"/>
                <a:gd name="connsiteX2" fmla="*/ 183604 w 452211"/>
                <a:gd name="connsiteY2" fmla="*/ 3963 h 522723"/>
                <a:gd name="connsiteX3" fmla="*/ 212846 w 452211"/>
                <a:gd name="connsiteY3" fmla="*/ 28347 h 522723"/>
                <a:gd name="connsiteX4" fmla="*/ 216561 w 452211"/>
                <a:gd name="connsiteY4" fmla="*/ 45873 h 522723"/>
                <a:gd name="connsiteX5" fmla="*/ 283712 w 452211"/>
                <a:gd name="connsiteY5" fmla="*/ 384487 h 522723"/>
                <a:gd name="connsiteX6" fmla="*/ 386106 w 452211"/>
                <a:gd name="connsiteY6" fmla="*/ 109024 h 522723"/>
                <a:gd name="connsiteX7" fmla="*/ 402298 w 452211"/>
                <a:gd name="connsiteY7" fmla="*/ 92546 h 522723"/>
                <a:gd name="connsiteX8" fmla="*/ 427730 w 452211"/>
                <a:gd name="connsiteY8" fmla="*/ 94736 h 522723"/>
                <a:gd name="connsiteX9" fmla="*/ 448590 w 452211"/>
                <a:gd name="connsiteY9" fmla="*/ 110071 h 522723"/>
                <a:gd name="connsiteX10" fmla="*/ 450209 w 452211"/>
                <a:gd name="connsiteY10" fmla="*/ 132836 h 522723"/>
                <a:gd name="connsiteX11" fmla="*/ 312001 w 452211"/>
                <a:gd name="connsiteY11" fmla="*/ 504693 h 522723"/>
                <a:gd name="connsiteX12" fmla="*/ 271044 w 452211"/>
                <a:gd name="connsiteY12" fmla="*/ 519170 h 522723"/>
                <a:gd name="connsiteX13" fmla="*/ 249517 w 452211"/>
                <a:gd name="connsiteY13" fmla="*/ 505835 h 522723"/>
                <a:gd name="connsiteX14" fmla="*/ 239611 w 452211"/>
                <a:gd name="connsiteY14" fmla="*/ 491548 h 522723"/>
                <a:gd name="connsiteX15" fmla="*/ 235135 w 452211"/>
                <a:gd name="connsiteY15" fmla="*/ 473355 h 522723"/>
                <a:gd name="connsiteX16" fmla="*/ 168555 w 452211"/>
                <a:gd name="connsiteY16" fmla="*/ 138361 h 522723"/>
                <a:gd name="connsiteX17" fmla="*/ 66352 w 452211"/>
                <a:gd name="connsiteY17" fmla="*/ 413348 h 522723"/>
                <a:gd name="connsiteX18" fmla="*/ 50445 w 452211"/>
                <a:gd name="connsiteY18" fmla="*/ 429921 h 522723"/>
                <a:gd name="connsiteX19" fmla="*/ 24727 w 452211"/>
                <a:gd name="connsiteY19" fmla="*/ 427635 h 522723"/>
                <a:gd name="connsiteX20" fmla="*/ 2248 w 452211"/>
                <a:gd name="connsiteY20" fmla="*/ 389535 h 52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52211" h="522723">
                  <a:moveTo>
                    <a:pt x="2344" y="389440"/>
                  </a:moveTo>
                  <a:lnTo>
                    <a:pt x="140551" y="17679"/>
                  </a:lnTo>
                  <a:cubicBezTo>
                    <a:pt x="147028" y="248"/>
                    <a:pt x="161411" y="-4229"/>
                    <a:pt x="183604" y="3963"/>
                  </a:cubicBezTo>
                  <a:cubicBezTo>
                    <a:pt x="200273" y="10154"/>
                    <a:pt x="209989" y="18346"/>
                    <a:pt x="212846" y="28347"/>
                  </a:cubicBezTo>
                  <a:cubicBezTo>
                    <a:pt x="213989" y="31871"/>
                    <a:pt x="215227" y="37681"/>
                    <a:pt x="216561" y="45873"/>
                  </a:cubicBezTo>
                  <a:lnTo>
                    <a:pt x="283712" y="384487"/>
                  </a:lnTo>
                  <a:lnTo>
                    <a:pt x="386106" y="109024"/>
                  </a:lnTo>
                  <a:cubicBezTo>
                    <a:pt x="389440" y="100165"/>
                    <a:pt x="394774" y="94641"/>
                    <a:pt x="402298" y="92546"/>
                  </a:cubicBezTo>
                  <a:cubicBezTo>
                    <a:pt x="409823" y="90545"/>
                    <a:pt x="418205" y="91212"/>
                    <a:pt x="427730" y="94736"/>
                  </a:cubicBezTo>
                  <a:cubicBezTo>
                    <a:pt x="437160" y="98260"/>
                    <a:pt x="444113" y="103404"/>
                    <a:pt x="448590" y="110071"/>
                  </a:cubicBezTo>
                  <a:cubicBezTo>
                    <a:pt x="452781" y="116739"/>
                    <a:pt x="453352" y="124264"/>
                    <a:pt x="450209" y="132836"/>
                  </a:cubicBezTo>
                  <a:lnTo>
                    <a:pt x="312001" y="504693"/>
                  </a:lnTo>
                  <a:cubicBezTo>
                    <a:pt x="305524" y="522028"/>
                    <a:pt x="291904" y="526885"/>
                    <a:pt x="271044" y="519170"/>
                  </a:cubicBezTo>
                  <a:cubicBezTo>
                    <a:pt x="261900" y="515741"/>
                    <a:pt x="254756" y="511360"/>
                    <a:pt x="249517" y="505835"/>
                  </a:cubicBezTo>
                  <a:cubicBezTo>
                    <a:pt x="244279" y="500406"/>
                    <a:pt x="240945" y="495644"/>
                    <a:pt x="239611" y="491548"/>
                  </a:cubicBezTo>
                  <a:cubicBezTo>
                    <a:pt x="238278" y="487547"/>
                    <a:pt x="236754" y="481452"/>
                    <a:pt x="235135" y="473355"/>
                  </a:cubicBezTo>
                  <a:lnTo>
                    <a:pt x="168555" y="138361"/>
                  </a:lnTo>
                  <a:lnTo>
                    <a:pt x="66352" y="413348"/>
                  </a:lnTo>
                  <a:cubicBezTo>
                    <a:pt x="63304" y="422110"/>
                    <a:pt x="58065" y="427635"/>
                    <a:pt x="50445" y="429921"/>
                  </a:cubicBezTo>
                  <a:cubicBezTo>
                    <a:pt x="42920" y="432207"/>
                    <a:pt x="34348" y="431445"/>
                    <a:pt x="24727" y="427635"/>
                  </a:cubicBezTo>
                  <a:cubicBezTo>
                    <a:pt x="3296" y="419634"/>
                    <a:pt x="-4229" y="406966"/>
                    <a:pt x="2248" y="3895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D27B0C3B-9318-C736-86A5-32B6DDFDBA44}"/>
                </a:ext>
              </a:extLst>
            </p:cNvPr>
            <p:cNvSpPr/>
            <p:nvPr/>
          </p:nvSpPr>
          <p:spPr>
            <a:xfrm>
              <a:off x="5261998" y="6106779"/>
              <a:ext cx="330190" cy="441242"/>
            </a:xfrm>
            <a:custGeom>
              <a:avLst/>
              <a:gdLst>
                <a:gd name="connsiteX0" fmla="*/ 79905 w 330188"/>
                <a:gd name="connsiteY0" fmla="*/ 21794 h 441242"/>
                <a:gd name="connsiteX1" fmla="*/ 93525 w 330188"/>
                <a:gd name="connsiteY1" fmla="*/ 3126 h 441242"/>
                <a:gd name="connsiteX2" fmla="*/ 119148 w 330188"/>
                <a:gd name="connsiteY2" fmla="*/ 1125 h 441242"/>
                <a:gd name="connsiteX3" fmla="*/ 202015 w 330188"/>
                <a:gd name="connsiteY3" fmla="*/ 18270 h 441242"/>
                <a:gd name="connsiteX4" fmla="*/ 312029 w 330188"/>
                <a:gd name="connsiteY4" fmla="*/ 73134 h 441242"/>
                <a:gd name="connsiteX5" fmla="*/ 324411 w 330188"/>
                <a:gd name="connsiteY5" fmla="*/ 189149 h 441242"/>
                <a:gd name="connsiteX6" fmla="*/ 260022 w 330188"/>
                <a:gd name="connsiteY6" fmla="*/ 293733 h 441242"/>
                <a:gd name="connsiteX7" fmla="*/ 142198 w 330188"/>
                <a:gd name="connsiteY7" fmla="*/ 306401 h 441242"/>
                <a:gd name="connsiteX8" fmla="*/ 93144 w 330188"/>
                <a:gd name="connsiteY8" fmla="*/ 296305 h 441242"/>
                <a:gd name="connsiteX9" fmla="*/ 67522 w 330188"/>
                <a:gd name="connsiteY9" fmla="*/ 420416 h 441242"/>
                <a:gd name="connsiteX10" fmla="*/ 53997 w 330188"/>
                <a:gd name="connsiteY10" fmla="*/ 438513 h 441242"/>
                <a:gd name="connsiteX11" fmla="*/ 28755 w 330188"/>
                <a:gd name="connsiteY11" fmla="*/ 440037 h 441242"/>
                <a:gd name="connsiteX12" fmla="*/ 5895 w 330188"/>
                <a:gd name="connsiteY12" fmla="*/ 428417 h 441242"/>
                <a:gd name="connsiteX13" fmla="*/ 752 w 330188"/>
                <a:gd name="connsiteY13" fmla="*/ 405842 h 441242"/>
                <a:gd name="connsiteX14" fmla="*/ 79905 w 330188"/>
                <a:gd name="connsiteY14" fmla="*/ 21890 h 441242"/>
                <a:gd name="connsiteX15" fmla="*/ 139722 w 330188"/>
                <a:gd name="connsiteY15" fmla="*/ 70182 h 441242"/>
                <a:gd name="connsiteX16" fmla="*/ 106384 w 330188"/>
                <a:gd name="connsiteY16" fmla="*/ 231726 h 441242"/>
                <a:gd name="connsiteX17" fmla="*/ 149151 w 330188"/>
                <a:gd name="connsiteY17" fmla="*/ 244965 h 441242"/>
                <a:gd name="connsiteX18" fmla="*/ 219922 w 330188"/>
                <a:gd name="connsiteY18" fmla="*/ 240298 h 441242"/>
                <a:gd name="connsiteX19" fmla="*/ 256308 w 330188"/>
                <a:gd name="connsiteY19" fmla="*/ 180195 h 441242"/>
                <a:gd name="connsiteX20" fmla="*/ 250116 w 330188"/>
                <a:gd name="connsiteY20" fmla="*/ 111901 h 441242"/>
                <a:gd name="connsiteX21" fmla="*/ 189347 w 330188"/>
                <a:gd name="connsiteY21" fmla="*/ 80373 h 441242"/>
                <a:gd name="connsiteX22" fmla="*/ 139626 w 330188"/>
                <a:gd name="connsiteY22" fmla="*/ 70086 h 441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0188" h="441242">
                  <a:moveTo>
                    <a:pt x="79905" y="21794"/>
                  </a:moveTo>
                  <a:cubicBezTo>
                    <a:pt x="81810" y="12651"/>
                    <a:pt x="86286" y="6459"/>
                    <a:pt x="93525" y="3126"/>
                  </a:cubicBezTo>
                  <a:cubicBezTo>
                    <a:pt x="100764" y="-208"/>
                    <a:pt x="109242" y="-875"/>
                    <a:pt x="119148" y="1125"/>
                  </a:cubicBezTo>
                  <a:lnTo>
                    <a:pt x="202015" y="18270"/>
                  </a:lnTo>
                  <a:cubicBezTo>
                    <a:pt x="256403" y="29510"/>
                    <a:pt x="293074" y="47798"/>
                    <a:pt x="312029" y="73134"/>
                  </a:cubicBezTo>
                  <a:cubicBezTo>
                    <a:pt x="330984" y="98470"/>
                    <a:pt x="335079" y="137237"/>
                    <a:pt x="324411" y="189149"/>
                  </a:cubicBezTo>
                  <a:cubicBezTo>
                    <a:pt x="313743" y="240869"/>
                    <a:pt x="292312" y="275731"/>
                    <a:pt x="260022" y="293733"/>
                  </a:cubicBezTo>
                  <a:cubicBezTo>
                    <a:pt x="227733" y="311735"/>
                    <a:pt x="188585" y="315926"/>
                    <a:pt x="142198" y="306401"/>
                  </a:cubicBezTo>
                  <a:cubicBezTo>
                    <a:pt x="122767" y="302401"/>
                    <a:pt x="106384" y="299068"/>
                    <a:pt x="93144" y="296305"/>
                  </a:cubicBezTo>
                  <a:lnTo>
                    <a:pt x="67522" y="420416"/>
                  </a:lnTo>
                  <a:cubicBezTo>
                    <a:pt x="65522" y="429179"/>
                    <a:pt x="61045" y="435275"/>
                    <a:pt x="53997" y="438513"/>
                  </a:cubicBezTo>
                  <a:cubicBezTo>
                    <a:pt x="47043" y="441561"/>
                    <a:pt x="38661" y="442037"/>
                    <a:pt x="28755" y="440037"/>
                  </a:cubicBezTo>
                  <a:cubicBezTo>
                    <a:pt x="18849" y="437942"/>
                    <a:pt x="11229" y="434132"/>
                    <a:pt x="5895" y="428417"/>
                  </a:cubicBezTo>
                  <a:cubicBezTo>
                    <a:pt x="561" y="422607"/>
                    <a:pt x="-1153" y="415177"/>
                    <a:pt x="752" y="405842"/>
                  </a:cubicBezTo>
                  <a:lnTo>
                    <a:pt x="79905" y="21890"/>
                  </a:lnTo>
                  <a:close/>
                  <a:moveTo>
                    <a:pt x="139722" y="70182"/>
                  </a:moveTo>
                  <a:lnTo>
                    <a:pt x="106384" y="231726"/>
                  </a:lnTo>
                  <a:cubicBezTo>
                    <a:pt x="120386" y="237536"/>
                    <a:pt x="134578" y="242012"/>
                    <a:pt x="149151" y="244965"/>
                  </a:cubicBezTo>
                  <a:cubicBezTo>
                    <a:pt x="178393" y="250966"/>
                    <a:pt x="202015" y="249442"/>
                    <a:pt x="219922" y="240298"/>
                  </a:cubicBezTo>
                  <a:cubicBezTo>
                    <a:pt x="237829" y="231154"/>
                    <a:pt x="249926" y="211151"/>
                    <a:pt x="256308" y="180195"/>
                  </a:cubicBezTo>
                  <a:cubicBezTo>
                    <a:pt x="262689" y="149239"/>
                    <a:pt x="260594" y="126474"/>
                    <a:pt x="250116" y="111901"/>
                  </a:cubicBezTo>
                  <a:cubicBezTo>
                    <a:pt x="239639" y="97328"/>
                    <a:pt x="219351" y="86850"/>
                    <a:pt x="189347" y="80373"/>
                  </a:cubicBezTo>
                  <a:lnTo>
                    <a:pt x="139626" y="700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40CFF533-D8DF-D04D-A7CC-DA5B60432289}"/>
                </a:ext>
              </a:extLst>
            </p:cNvPr>
            <p:cNvSpPr/>
            <p:nvPr/>
          </p:nvSpPr>
          <p:spPr>
            <a:xfrm>
              <a:off x="5935501" y="6183331"/>
              <a:ext cx="274235" cy="448834"/>
            </a:xfrm>
            <a:custGeom>
              <a:avLst/>
              <a:gdLst>
                <a:gd name="connsiteX0" fmla="*/ 0 w 274236"/>
                <a:gd name="connsiteY0" fmla="*/ 29258 h 448833"/>
                <a:gd name="connsiteX1" fmla="*/ 9430 w 274236"/>
                <a:gd name="connsiteY1" fmla="*/ 8113 h 448833"/>
                <a:gd name="connsiteX2" fmla="*/ 34100 w 274236"/>
                <a:gd name="connsiteY2" fmla="*/ 778 h 448833"/>
                <a:gd name="connsiteX3" fmla="*/ 118681 w 274236"/>
                <a:gd name="connsiteY3" fmla="*/ 16 h 448833"/>
                <a:gd name="connsiteX4" fmla="*/ 237744 w 274236"/>
                <a:gd name="connsiteY4" fmla="*/ 30591 h 448833"/>
                <a:gd name="connsiteX5" fmla="*/ 274225 w 274236"/>
                <a:gd name="connsiteY5" fmla="*/ 141367 h 448833"/>
                <a:gd name="connsiteX6" fmla="*/ 233267 w 274236"/>
                <a:gd name="connsiteY6" fmla="*/ 257096 h 448833"/>
                <a:gd name="connsiteX7" fmla="*/ 120777 w 274236"/>
                <a:gd name="connsiteY7" fmla="*/ 294243 h 448833"/>
                <a:gd name="connsiteX8" fmla="*/ 70676 w 274236"/>
                <a:gd name="connsiteY8" fmla="*/ 294719 h 448833"/>
                <a:gd name="connsiteX9" fmla="*/ 71819 w 274236"/>
                <a:gd name="connsiteY9" fmla="*/ 421497 h 448833"/>
                <a:gd name="connsiteX10" fmla="*/ 62389 w 274236"/>
                <a:gd name="connsiteY10" fmla="*/ 441976 h 448833"/>
                <a:gd name="connsiteX11" fmla="*/ 38005 w 274236"/>
                <a:gd name="connsiteY11" fmla="*/ 448834 h 448833"/>
                <a:gd name="connsiteX12" fmla="*/ 13240 w 274236"/>
                <a:gd name="connsiteY12" fmla="*/ 442262 h 448833"/>
                <a:gd name="connsiteX13" fmla="*/ 3429 w 274236"/>
                <a:gd name="connsiteY13" fmla="*/ 421307 h 448833"/>
                <a:gd name="connsiteX14" fmla="*/ 95 w 274236"/>
                <a:gd name="connsiteY14" fmla="*/ 29258 h 448833"/>
                <a:gd name="connsiteX15" fmla="*/ 68675 w 274236"/>
                <a:gd name="connsiteY15" fmla="*/ 63929 h 448833"/>
                <a:gd name="connsiteX16" fmla="*/ 70104 w 274236"/>
                <a:gd name="connsiteY16" fmla="*/ 228902 h 448833"/>
                <a:gd name="connsiteX17" fmla="*/ 114681 w 274236"/>
                <a:gd name="connsiteY17" fmla="*/ 232902 h 448833"/>
                <a:gd name="connsiteX18" fmla="*/ 182880 w 274236"/>
                <a:gd name="connsiteY18" fmla="*/ 213472 h 448833"/>
                <a:gd name="connsiteX19" fmla="*/ 205835 w 274236"/>
                <a:gd name="connsiteY19" fmla="*/ 147082 h 448833"/>
                <a:gd name="connsiteX20" fmla="*/ 185452 w 274236"/>
                <a:gd name="connsiteY20" fmla="*/ 81645 h 448833"/>
                <a:gd name="connsiteX21" fmla="*/ 119444 w 274236"/>
                <a:gd name="connsiteY21" fmla="*/ 63643 h 448833"/>
                <a:gd name="connsiteX22" fmla="*/ 68675 w 274236"/>
                <a:gd name="connsiteY22" fmla="*/ 64024 h 448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74236" h="448833">
                  <a:moveTo>
                    <a:pt x="0" y="29258"/>
                  </a:moveTo>
                  <a:cubicBezTo>
                    <a:pt x="0" y="19923"/>
                    <a:pt x="3048" y="12970"/>
                    <a:pt x="9430" y="8113"/>
                  </a:cubicBezTo>
                  <a:cubicBezTo>
                    <a:pt x="15812" y="3255"/>
                    <a:pt x="24003" y="873"/>
                    <a:pt x="34100" y="778"/>
                  </a:cubicBezTo>
                  <a:lnTo>
                    <a:pt x="118681" y="16"/>
                  </a:lnTo>
                  <a:cubicBezTo>
                    <a:pt x="174212" y="-460"/>
                    <a:pt x="213931" y="9732"/>
                    <a:pt x="237744" y="30591"/>
                  </a:cubicBezTo>
                  <a:cubicBezTo>
                    <a:pt x="261556" y="51451"/>
                    <a:pt x="273749" y="88313"/>
                    <a:pt x="274225" y="141367"/>
                  </a:cubicBezTo>
                  <a:cubicBezTo>
                    <a:pt x="274701" y="194231"/>
                    <a:pt x="260985" y="232807"/>
                    <a:pt x="233267" y="257096"/>
                  </a:cubicBezTo>
                  <a:cubicBezTo>
                    <a:pt x="205550" y="281480"/>
                    <a:pt x="168021" y="293863"/>
                    <a:pt x="120777" y="294243"/>
                  </a:cubicBezTo>
                  <a:cubicBezTo>
                    <a:pt x="100965" y="294434"/>
                    <a:pt x="84296" y="294529"/>
                    <a:pt x="70676" y="294719"/>
                  </a:cubicBezTo>
                  <a:lnTo>
                    <a:pt x="71819" y="421497"/>
                  </a:lnTo>
                  <a:cubicBezTo>
                    <a:pt x="71628" y="430451"/>
                    <a:pt x="68580" y="437309"/>
                    <a:pt x="62389" y="441976"/>
                  </a:cubicBezTo>
                  <a:cubicBezTo>
                    <a:pt x="56197" y="446453"/>
                    <a:pt x="48101" y="448739"/>
                    <a:pt x="38005" y="448834"/>
                  </a:cubicBezTo>
                  <a:cubicBezTo>
                    <a:pt x="27908" y="448834"/>
                    <a:pt x="19621" y="446739"/>
                    <a:pt x="13240" y="442262"/>
                  </a:cubicBezTo>
                  <a:cubicBezTo>
                    <a:pt x="6858" y="437785"/>
                    <a:pt x="3524" y="430832"/>
                    <a:pt x="3429" y="421307"/>
                  </a:cubicBezTo>
                  <a:lnTo>
                    <a:pt x="95" y="29258"/>
                  </a:lnTo>
                  <a:close/>
                  <a:moveTo>
                    <a:pt x="68675" y="63929"/>
                  </a:moveTo>
                  <a:lnTo>
                    <a:pt x="70104" y="228902"/>
                  </a:lnTo>
                  <a:cubicBezTo>
                    <a:pt x="84963" y="231664"/>
                    <a:pt x="99822" y="232998"/>
                    <a:pt x="114681" y="232902"/>
                  </a:cubicBezTo>
                  <a:cubicBezTo>
                    <a:pt x="144589" y="232617"/>
                    <a:pt x="167354" y="226139"/>
                    <a:pt x="182880" y="213472"/>
                  </a:cubicBezTo>
                  <a:cubicBezTo>
                    <a:pt x="198406" y="200708"/>
                    <a:pt x="206121" y="178610"/>
                    <a:pt x="205835" y="147082"/>
                  </a:cubicBezTo>
                  <a:cubicBezTo>
                    <a:pt x="205550" y="115554"/>
                    <a:pt x="198787" y="93742"/>
                    <a:pt x="185452" y="81645"/>
                  </a:cubicBezTo>
                  <a:cubicBezTo>
                    <a:pt x="172117" y="69644"/>
                    <a:pt x="150114" y="63643"/>
                    <a:pt x="119444" y="63643"/>
                  </a:cubicBezTo>
                  <a:lnTo>
                    <a:pt x="68675" y="6402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D547FEC6-DD5B-3FF6-93AC-D059811240DB}"/>
                </a:ext>
              </a:extLst>
            </p:cNvPr>
            <p:cNvSpPr/>
            <p:nvPr/>
          </p:nvSpPr>
          <p:spPr>
            <a:xfrm>
              <a:off x="6296608" y="6156294"/>
              <a:ext cx="335473" cy="465514"/>
            </a:xfrm>
            <a:custGeom>
              <a:avLst/>
              <a:gdLst>
                <a:gd name="connsiteX0" fmla="*/ 653 w 335474"/>
                <a:gd name="connsiteY0" fmla="*/ 447488 h 465516"/>
                <a:gd name="connsiteX1" fmla="*/ 367 w 335474"/>
                <a:gd name="connsiteY1" fmla="*/ 435677 h 465516"/>
                <a:gd name="connsiteX2" fmla="*/ 66661 w 335474"/>
                <a:gd name="connsiteY2" fmla="*/ 34579 h 465516"/>
                <a:gd name="connsiteX3" fmla="*/ 97237 w 335474"/>
                <a:gd name="connsiteY3" fmla="*/ 4194 h 465516"/>
                <a:gd name="connsiteX4" fmla="*/ 125812 w 335474"/>
                <a:gd name="connsiteY4" fmla="*/ 384 h 465516"/>
                <a:gd name="connsiteX5" fmla="*/ 163150 w 335474"/>
                <a:gd name="connsiteY5" fmla="*/ 24292 h 465516"/>
                <a:gd name="connsiteX6" fmla="*/ 331837 w 335474"/>
                <a:gd name="connsiteY6" fmla="*/ 391767 h 465516"/>
                <a:gd name="connsiteX7" fmla="*/ 335362 w 335474"/>
                <a:gd name="connsiteY7" fmla="*/ 404149 h 465516"/>
                <a:gd name="connsiteX8" fmla="*/ 328599 w 335474"/>
                <a:gd name="connsiteY8" fmla="*/ 418627 h 465516"/>
                <a:gd name="connsiteX9" fmla="*/ 306120 w 335474"/>
                <a:gd name="connsiteY9" fmla="*/ 428247 h 465516"/>
                <a:gd name="connsiteX10" fmla="*/ 263353 w 335474"/>
                <a:gd name="connsiteY10" fmla="*/ 406054 h 465516"/>
                <a:gd name="connsiteX11" fmla="*/ 228872 w 335474"/>
                <a:gd name="connsiteY11" fmla="*/ 328711 h 465516"/>
                <a:gd name="connsiteX12" fmla="*/ 73996 w 335474"/>
                <a:gd name="connsiteY12" fmla="*/ 349571 h 465516"/>
                <a:gd name="connsiteX13" fmla="*/ 61899 w 335474"/>
                <a:gd name="connsiteY13" fmla="*/ 430057 h 465516"/>
                <a:gd name="connsiteX14" fmla="*/ 53612 w 335474"/>
                <a:gd name="connsiteY14" fmla="*/ 455298 h 465516"/>
                <a:gd name="connsiteX15" fmla="*/ 32657 w 335474"/>
                <a:gd name="connsiteY15" fmla="*/ 465014 h 465516"/>
                <a:gd name="connsiteX16" fmla="*/ 10083 w 335474"/>
                <a:gd name="connsiteY16" fmla="*/ 461204 h 465516"/>
                <a:gd name="connsiteX17" fmla="*/ 749 w 335474"/>
                <a:gd name="connsiteY17" fmla="*/ 447488 h 465516"/>
                <a:gd name="connsiteX18" fmla="*/ 115525 w 335474"/>
                <a:gd name="connsiteY18" fmla="*/ 74394 h 465516"/>
                <a:gd name="connsiteX19" fmla="*/ 83616 w 335474"/>
                <a:gd name="connsiteY19" fmla="*/ 286134 h 465516"/>
                <a:gd name="connsiteX20" fmla="*/ 202774 w 335474"/>
                <a:gd name="connsiteY20" fmla="*/ 270037 h 465516"/>
                <a:gd name="connsiteX21" fmla="*/ 115429 w 335474"/>
                <a:gd name="connsiteY21" fmla="*/ 74394 h 4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35474" h="465516">
                  <a:moveTo>
                    <a:pt x="653" y="447488"/>
                  </a:moveTo>
                  <a:cubicBezTo>
                    <a:pt x="-109" y="441963"/>
                    <a:pt x="-204" y="438058"/>
                    <a:pt x="367" y="435677"/>
                  </a:cubicBezTo>
                  <a:lnTo>
                    <a:pt x="66661" y="34579"/>
                  </a:lnTo>
                  <a:cubicBezTo>
                    <a:pt x="69233" y="16672"/>
                    <a:pt x="79425" y="6576"/>
                    <a:pt x="97237" y="4194"/>
                  </a:cubicBezTo>
                  <a:lnTo>
                    <a:pt x="125812" y="384"/>
                  </a:lnTo>
                  <a:cubicBezTo>
                    <a:pt x="142861" y="-1902"/>
                    <a:pt x="155339" y="6004"/>
                    <a:pt x="163150" y="24292"/>
                  </a:cubicBezTo>
                  <a:lnTo>
                    <a:pt x="331837" y="391767"/>
                  </a:lnTo>
                  <a:cubicBezTo>
                    <a:pt x="333552" y="395386"/>
                    <a:pt x="334790" y="399577"/>
                    <a:pt x="335362" y="404149"/>
                  </a:cubicBezTo>
                  <a:cubicBezTo>
                    <a:pt x="336028" y="408721"/>
                    <a:pt x="333742" y="413579"/>
                    <a:pt x="328599" y="418627"/>
                  </a:cubicBezTo>
                  <a:cubicBezTo>
                    <a:pt x="323455" y="423866"/>
                    <a:pt x="315931" y="427104"/>
                    <a:pt x="306120" y="428247"/>
                  </a:cubicBezTo>
                  <a:cubicBezTo>
                    <a:pt x="285641" y="431010"/>
                    <a:pt x="271449" y="423580"/>
                    <a:pt x="263353" y="406054"/>
                  </a:cubicBezTo>
                  <a:lnTo>
                    <a:pt x="228872" y="328711"/>
                  </a:lnTo>
                  <a:lnTo>
                    <a:pt x="73996" y="349571"/>
                  </a:lnTo>
                  <a:lnTo>
                    <a:pt x="61899" y="430057"/>
                  </a:lnTo>
                  <a:cubicBezTo>
                    <a:pt x="60756" y="441392"/>
                    <a:pt x="57994" y="449869"/>
                    <a:pt x="53612" y="455298"/>
                  </a:cubicBezTo>
                  <a:cubicBezTo>
                    <a:pt x="49135" y="460537"/>
                    <a:pt x="42182" y="463776"/>
                    <a:pt x="32657" y="465014"/>
                  </a:cubicBezTo>
                  <a:cubicBezTo>
                    <a:pt x="23132" y="466347"/>
                    <a:pt x="15607" y="465014"/>
                    <a:pt x="10083" y="461204"/>
                  </a:cubicBezTo>
                  <a:cubicBezTo>
                    <a:pt x="4558" y="457394"/>
                    <a:pt x="1510" y="452822"/>
                    <a:pt x="749" y="447488"/>
                  </a:cubicBezTo>
                  <a:moveTo>
                    <a:pt x="115525" y="74394"/>
                  </a:moveTo>
                  <a:lnTo>
                    <a:pt x="83616" y="286134"/>
                  </a:lnTo>
                  <a:lnTo>
                    <a:pt x="202774" y="270037"/>
                  </a:lnTo>
                  <a:lnTo>
                    <a:pt x="115429" y="74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31FE661A-972A-E870-E9EF-EBF3454741E9}"/>
                </a:ext>
              </a:extLst>
            </p:cNvPr>
            <p:cNvSpPr/>
            <p:nvPr/>
          </p:nvSpPr>
          <p:spPr>
            <a:xfrm>
              <a:off x="6670015" y="6070848"/>
              <a:ext cx="373971" cy="468438"/>
            </a:xfrm>
            <a:custGeom>
              <a:avLst/>
              <a:gdLst>
                <a:gd name="connsiteX0" fmla="*/ 172934 w 373970"/>
                <a:gd name="connsiteY0" fmla="*/ 430349 h 468437"/>
                <a:gd name="connsiteX1" fmla="*/ 169409 w 373970"/>
                <a:gd name="connsiteY1" fmla="*/ 453209 h 468437"/>
                <a:gd name="connsiteX2" fmla="*/ 147692 w 373970"/>
                <a:gd name="connsiteY2" fmla="*/ 466354 h 468437"/>
                <a:gd name="connsiteX3" fmla="*/ 122070 w 373970"/>
                <a:gd name="connsiteY3" fmla="*/ 466449 h 468437"/>
                <a:gd name="connsiteX4" fmla="*/ 107116 w 373970"/>
                <a:gd name="connsiteY4" fmla="*/ 448732 h 468437"/>
                <a:gd name="connsiteX5" fmla="*/ 1293 w 373970"/>
                <a:gd name="connsiteY5" fmla="*/ 71257 h 468437"/>
                <a:gd name="connsiteX6" fmla="*/ 4722 w 373970"/>
                <a:gd name="connsiteY6" fmla="*/ 48397 h 468437"/>
                <a:gd name="connsiteX7" fmla="*/ 26344 w 373970"/>
                <a:gd name="connsiteY7" fmla="*/ 34967 h 468437"/>
                <a:gd name="connsiteX8" fmla="*/ 112069 w 373970"/>
                <a:gd name="connsiteY8" fmla="*/ 10963 h 468437"/>
                <a:gd name="connsiteX9" fmla="*/ 230274 w 373970"/>
                <a:gd name="connsiteY9" fmla="*/ 8678 h 468437"/>
                <a:gd name="connsiteX10" fmla="*/ 295139 w 373970"/>
                <a:gd name="connsiteY10" fmla="*/ 100689 h 468437"/>
                <a:gd name="connsiteX11" fmla="*/ 261516 w 373970"/>
                <a:gd name="connsiteY11" fmla="*/ 236420 h 468437"/>
                <a:gd name="connsiteX12" fmla="*/ 364862 w 373970"/>
                <a:gd name="connsiteY12" fmla="*/ 362722 h 468437"/>
                <a:gd name="connsiteX13" fmla="*/ 373054 w 373970"/>
                <a:gd name="connsiteY13" fmla="*/ 378724 h 468437"/>
                <a:gd name="connsiteX14" fmla="*/ 370863 w 373970"/>
                <a:gd name="connsiteY14" fmla="*/ 396059 h 468437"/>
                <a:gd name="connsiteX15" fmla="*/ 352004 w 373970"/>
                <a:gd name="connsiteY15" fmla="*/ 409013 h 468437"/>
                <a:gd name="connsiteX16" fmla="*/ 303712 w 373970"/>
                <a:gd name="connsiteY16" fmla="*/ 393678 h 468437"/>
                <a:gd name="connsiteX17" fmla="*/ 204080 w 373970"/>
                <a:gd name="connsiteY17" fmla="*/ 270901 h 468437"/>
                <a:gd name="connsiteX18" fmla="*/ 174457 w 373970"/>
                <a:gd name="connsiteY18" fmla="*/ 281092 h 468437"/>
                <a:gd name="connsiteX19" fmla="*/ 133405 w 373970"/>
                <a:gd name="connsiteY19" fmla="*/ 289379 h 468437"/>
                <a:gd name="connsiteX20" fmla="*/ 172934 w 373970"/>
                <a:gd name="connsiteY20" fmla="*/ 430349 h 468437"/>
                <a:gd name="connsiteX21" fmla="*/ 76636 w 373970"/>
                <a:gd name="connsiteY21" fmla="*/ 86782 h 468437"/>
                <a:gd name="connsiteX22" fmla="*/ 116641 w 373970"/>
                <a:gd name="connsiteY22" fmla="*/ 229467 h 468437"/>
                <a:gd name="connsiteX23" fmla="*/ 175124 w 373970"/>
                <a:gd name="connsiteY23" fmla="*/ 216894 h 468437"/>
                <a:gd name="connsiteX24" fmla="*/ 230179 w 373970"/>
                <a:gd name="connsiteY24" fmla="*/ 122120 h 468437"/>
                <a:gd name="connsiteX25" fmla="*/ 195603 w 373970"/>
                <a:gd name="connsiteY25" fmla="*/ 69828 h 468437"/>
                <a:gd name="connsiteX26" fmla="*/ 129976 w 373970"/>
                <a:gd name="connsiteY26" fmla="*/ 71828 h 468437"/>
                <a:gd name="connsiteX27" fmla="*/ 76636 w 373970"/>
                <a:gd name="connsiteY27" fmla="*/ 86782 h 46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73970" h="468437">
                  <a:moveTo>
                    <a:pt x="172934" y="430349"/>
                  </a:moveTo>
                  <a:cubicBezTo>
                    <a:pt x="175220" y="439302"/>
                    <a:pt x="174077" y="446923"/>
                    <a:pt x="169409" y="453209"/>
                  </a:cubicBezTo>
                  <a:cubicBezTo>
                    <a:pt x="164647" y="459210"/>
                    <a:pt x="157408" y="463686"/>
                    <a:pt x="147692" y="466354"/>
                  </a:cubicBezTo>
                  <a:cubicBezTo>
                    <a:pt x="137977" y="469116"/>
                    <a:pt x="129404" y="469116"/>
                    <a:pt x="122070" y="466449"/>
                  </a:cubicBezTo>
                  <a:cubicBezTo>
                    <a:pt x="114640" y="463782"/>
                    <a:pt x="109687" y="457972"/>
                    <a:pt x="107116" y="448732"/>
                  </a:cubicBezTo>
                  <a:lnTo>
                    <a:pt x="1293" y="71257"/>
                  </a:lnTo>
                  <a:cubicBezTo>
                    <a:pt x="-1183" y="62303"/>
                    <a:pt x="-136" y="54683"/>
                    <a:pt x="4722" y="48397"/>
                  </a:cubicBezTo>
                  <a:cubicBezTo>
                    <a:pt x="9580" y="42110"/>
                    <a:pt x="16723" y="37633"/>
                    <a:pt x="26344" y="34967"/>
                  </a:cubicBezTo>
                  <a:lnTo>
                    <a:pt x="112069" y="10963"/>
                  </a:lnTo>
                  <a:cubicBezTo>
                    <a:pt x="161218" y="-2848"/>
                    <a:pt x="200556" y="-3610"/>
                    <a:pt x="230274" y="8678"/>
                  </a:cubicBezTo>
                  <a:cubicBezTo>
                    <a:pt x="259992" y="20869"/>
                    <a:pt x="281614" y="51540"/>
                    <a:pt x="295139" y="100689"/>
                  </a:cubicBezTo>
                  <a:cubicBezTo>
                    <a:pt x="311808" y="160125"/>
                    <a:pt x="300569" y="205368"/>
                    <a:pt x="261516" y="236420"/>
                  </a:cubicBezTo>
                  <a:lnTo>
                    <a:pt x="364862" y="362722"/>
                  </a:lnTo>
                  <a:cubicBezTo>
                    <a:pt x="368768" y="367865"/>
                    <a:pt x="371530" y="373199"/>
                    <a:pt x="373054" y="378724"/>
                  </a:cubicBezTo>
                  <a:cubicBezTo>
                    <a:pt x="374768" y="384248"/>
                    <a:pt x="374102" y="389963"/>
                    <a:pt x="370863" y="396059"/>
                  </a:cubicBezTo>
                  <a:cubicBezTo>
                    <a:pt x="367720" y="402345"/>
                    <a:pt x="361433" y="406632"/>
                    <a:pt x="352004" y="409013"/>
                  </a:cubicBezTo>
                  <a:cubicBezTo>
                    <a:pt x="332192" y="414538"/>
                    <a:pt x="316094" y="409394"/>
                    <a:pt x="303712" y="393678"/>
                  </a:cubicBezTo>
                  <a:lnTo>
                    <a:pt x="204080" y="270901"/>
                  </a:lnTo>
                  <a:cubicBezTo>
                    <a:pt x="196270" y="274425"/>
                    <a:pt x="186364" y="277759"/>
                    <a:pt x="174457" y="281092"/>
                  </a:cubicBezTo>
                  <a:cubicBezTo>
                    <a:pt x="162551" y="284426"/>
                    <a:pt x="148835" y="287188"/>
                    <a:pt x="133405" y="289379"/>
                  </a:cubicBezTo>
                  <a:lnTo>
                    <a:pt x="172934" y="430349"/>
                  </a:lnTo>
                  <a:close/>
                  <a:moveTo>
                    <a:pt x="76636" y="86782"/>
                  </a:moveTo>
                  <a:lnTo>
                    <a:pt x="116641" y="229467"/>
                  </a:lnTo>
                  <a:cubicBezTo>
                    <a:pt x="132167" y="227657"/>
                    <a:pt x="151693" y="223466"/>
                    <a:pt x="175124" y="216894"/>
                  </a:cubicBezTo>
                  <a:cubicBezTo>
                    <a:pt x="225607" y="202987"/>
                    <a:pt x="243990" y="171364"/>
                    <a:pt x="230179" y="122120"/>
                  </a:cubicBezTo>
                  <a:cubicBezTo>
                    <a:pt x="222178" y="93736"/>
                    <a:pt x="210653" y="76305"/>
                    <a:pt x="195603" y="69828"/>
                  </a:cubicBezTo>
                  <a:cubicBezTo>
                    <a:pt x="180458" y="63351"/>
                    <a:pt x="158646" y="64018"/>
                    <a:pt x="129976" y="71828"/>
                  </a:cubicBezTo>
                  <a:lnTo>
                    <a:pt x="76636" y="867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35DF55AD-3406-931A-312F-757664B74C0C}"/>
                </a:ext>
              </a:extLst>
            </p:cNvPr>
            <p:cNvSpPr/>
            <p:nvPr/>
          </p:nvSpPr>
          <p:spPr>
            <a:xfrm>
              <a:off x="7050453" y="5974182"/>
              <a:ext cx="216664" cy="426936"/>
            </a:xfrm>
            <a:custGeom>
              <a:avLst/>
              <a:gdLst>
                <a:gd name="connsiteX0" fmla="*/ 2426 w 216666"/>
                <a:gd name="connsiteY0" fmla="*/ 42480 h 426937"/>
                <a:gd name="connsiteX1" fmla="*/ 3474 w 216666"/>
                <a:gd name="connsiteY1" fmla="*/ 19334 h 426937"/>
                <a:gd name="connsiteX2" fmla="*/ 23858 w 216666"/>
                <a:gd name="connsiteY2" fmla="*/ 3713 h 426937"/>
                <a:gd name="connsiteX3" fmla="*/ 49480 w 216666"/>
                <a:gd name="connsiteY3" fmla="*/ 1046 h 426937"/>
                <a:gd name="connsiteX4" fmla="*/ 65863 w 216666"/>
                <a:gd name="connsiteY4" fmla="*/ 16762 h 426937"/>
                <a:gd name="connsiteX5" fmla="*/ 214453 w 216666"/>
                <a:gd name="connsiteY5" fmla="*/ 384523 h 426937"/>
                <a:gd name="connsiteX6" fmla="*/ 213405 w 216666"/>
                <a:gd name="connsiteY6" fmla="*/ 407668 h 426937"/>
                <a:gd name="connsiteX7" fmla="*/ 193307 w 216666"/>
                <a:gd name="connsiteY7" fmla="*/ 423099 h 426937"/>
                <a:gd name="connsiteX8" fmla="*/ 167781 w 216666"/>
                <a:gd name="connsiteY8" fmla="*/ 426052 h 426937"/>
                <a:gd name="connsiteX9" fmla="*/ 151016 w 216666"/>
                <a:gd name="connsiteY9" fmla="*/ 410145 h 426937"/>
                <a:gd name="connsiteX10" fmla="*/ 2426 w 216666"/>
                <a:gd name="connsiteY10" fmla="*/ 42384 h 4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66" h="426937">
                  <a:moveTo>
                    <a:pt x="2426" y="42480"/>
                  </a:moveTo>
                  <a:cubicBezTo>
                    <a:pt x="-1098" y="33622"/>
                    <a:pt x="-812" y="26002"/>
                    <a:pt x="3474" y="19334"/>
                  </a:cubicBezTo>
                  <a:cubicBezTo>
                    <a:pt x="7665" y="12762"/>
                    <a:pt x="14523" y="7523"/>
                    <a:pt x="23858" y="3713"/>
                  </a:cubicBezTo>
                  <a:cubicBezTo>
                    <a:pt x="33192" y="-97"/>
                    <a:pt x="41765" y="-954"/>
                    <a:pt x="49480" y="1046"/>
                  </a:cubicBezTo>
                  <a:cubicBezTo>
                    <a:pt x="57195" y="3047"/>
                    <a:pt x="62624" y="8285"/>
                    <a:pt x="65863" y="16762"/>
                  </a:cubicBezTo>
                  <a:lnTo>
                    <a:pt x="214453" y="384523"/>
                  </a:lnTo>
                  <a:cubicBezTo>
                    <a:pt x="217691" y="393190"/>
                    <a:pt x="217406" y="400906"/>
                    <a:pt x="213405" y="407668"/>
                  </a:cubicBezTo>
                  <a:cubicBezTo>
                    <a:pt x="209405" y="414145"/>
                    <a:pt x="202642" y="419384"/>
                    <a:pt x="193307" y="423099"/>
                  </a:cubicBezTo>
                  <a:cubicBezTo>
                    <a:pt x="183973" y="426909"/>
                    <a:pt x="175400" y="427861"/>
                    <a:pt x="167781" y="426052"/>
                  </a:cubicBezTo>
                  <a:cubicBezTo>
                    <a:pt x="160160" y="424242"/>
                    <a:pt x="154541" y="418908"/>
                    <a:pt x="151016" y="410145"/>
                  </a:cubicBezTo>
                  <a:lnTo>
                    <a:pt x="2426" y="4238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1AC46E18-CD13-48FA-4B1B-8B9F4FED0A71}"/>
                </a:ext>
              </a:extLst>
            </p:cNvPr>
            <p:cNvSpPr/>
            <p:nvPr/>
          </p:nvSpPr>
          <p:spPr>
            <a:xfrm>
              <a:off x="7249150" y="5827329"/>
              <a:ext cx="402091" cy="465770"/>
            </a:xfrm>
            <a:custGeom>
              <a:avLst/>
              <a:gdLst>
                <a:gd name="connsiteX0" fmla="*/ 96247 w 402092"/>
                <a:gd name="connsiteY0" fmla="*/ 28552 h 465771"/>
                <a:gd name="connsiteX1" fmla="*/ 202451 w 402092"/>
                <a:gd name="connsiteY1" fmla="*/ 834 h 465771"/>
                <a:gd name="connsiteX2" fmla="*/ 275603 w 402092"/>
                <a:gd name="connsiteY2" fmla="*/ 62080 h 465771"/>
                <a:gd name="connsiteX3" fmla="*/ 266935 w 402092"/>
                <a:gd name="connsiteY3" fmla="*/ 181714 h 465771"/>
                <a:gd name="connsiteX4" fmla="*/ 383235 w 402092"/>
                <a:gd name="connsiteY4" fmla="*/ 238483 h 465771"/>
                <a:gd name="connsiteX5" fmla="*/ 394380 w 402092"/>
                <a:gd name="connsiteY5" fmla="*/ 339353 h 465771"/>
                <a:gd name="connsiteX6" fmla="*/ 308464 w 402092"/>
                <a:gd name="connsiteY6" fmla="*/ 418315 h 465771"/>
                <a:gd name="connsiteX7" fmla="*/ 230073 w 402092"/>
                <a:gd name="connsiteY7" fmla="*/ 460511 h 465771"/>
                <a:gd name="connsiteX8" fmla="*/ 205404 w 402092"/>
                <a:gd name="connsiteY8" fmla="*/ 465369 h 465771"/>
                <a:gd name="connsiteX9" fmla="*/ 187116 w 402092"/>
                <a:gd name="connsiteY9" fmla="*/ 452034 h 465771"/>
                <a:gd name="connsiteX10" fmla="*/ 3474 w 402092"/>
                <a:gd name="connsiteY10" fmla="*/ 110563 h 465771"/>
                <a:gd name="connsiteX11" fmla="*/ 2235 w 402092"/>
                <a:gd name="connsiteY11" fmla="*/ 87702 h 465771"/>
                <a:gd name="connsiteX12" fmla="*/ 19952 w 402092"/>
                <a:gd name="connsiteY12" fmla="*/ 69700 h 465771"/>
                <a:gd name="connsiteX13" fmla="*/ 96342 w 402092"/>
                <a:gd name="connsiteY13" fmla="*/ 28647 h 465771"/>
                <a:gd name="connsiteX14" fmla="*/ 80245 w 402092"/>
                <a:gd name="connsiteY14" fmla="*/ 109134 h 465771"/>
                <a:gd name="connsiteX15" fmla="*/ 139300 w 402092"/>
                <a:gd name="connsiteY15" fmla="*/ 218957 h 465771"/>
                <a:gd name="connsiteX16" fmla="*/ 188068 w 402092"/>
                <a:gd name="connsiteY16" fmla="*/ 192763 h 465771"/>
                <a:gd name="connsiteX17" fmla="*/ 225882 w 402092"/>
                <a:gd name="connsiteY17" fmla="*/ 153234 h 465771"/>
                <a:gd name="connsiteX18" fmla="*/ 218929 w 402092"/>
                <a:gd name="connsiteY18" fmla="*/ 101132 h 465771"/>
                <a:gd name="connsiteX19" fmla="*/ 182448 w 402092"/>
                <a:gd name="connsiteY19" fmla="*/ 69128 h 465771"/>
                <a:gd name="connsiteX20" fmla="*/ 127108 w 402092"/>
                <a:gd name="connsiteY20" fmla="*/ 83892 h 465771"/>
                <a:gd name="connsiteX21" fmla="*/ 80245 w 402092"/>
                <a:gd name="connsiteY21" fmla="*/ 109134 h 465771"/>
                <a:gd name="connsiteX22" fmla="*/ 169399 w 402092"/>
                <a:gd name="connsiteY22" fmla="*/ 274773 h 465771"/>
                <a:gd name="connsiteX23" fmla="*/ 230359 w 402092"/>
                <a:gd name="connsiteY23" fmla="*/ 388121 h 465771"/>
                <a:gd name="connsiteX24" fmla="*/ 280175 w 402092"/>
                <a:gd name="connsiteY24" fmla="*/ 361260 h 465771"/>
                <a:gd name="connsiteX25" fmla="*/ 326657 w 402092"/>
                <a:gd name="connsiteY25" fmla="*/ 319731 h 465771"/>
                <a:gd name="connsiteX26" fmla="*/ 320656 w 402092"/>
                <a:gd name="connsiteY26" fmla="*/ 266772 h 465771"/>
                <a:gd name="connsiteX27" fmla="*/ 280841 w 402092"/>
                <a:gd name="connsiteY27" fmla="*/ 231911 h 465771"/>
                <a:gd name="connsiteX28" fmla="*/ 218643 w 402092"/>
                <a:gd name="connsiteY28" fmla="*/ 248198 h 465771"/>
                <a:gd name="connsiteX29" fmla="*/ 169304 w 402092"/>
                <a:gd name="connsiteY29" fmla="*/ 274773 h 46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2092" h="465771">
                  <a:moveTo>
                    <a:pt x="96247" y="28552"/>
                  </a:moveTo>
                  <a:cubicBezTo>
                    <a:pt x="137681" y="6264"/>
                    <a:pt x="173019" y="-2976"/>
                    <a:pt x="202451" y="834"/>
                  </a:cubicBezTo>
                  <a:cubicBezTo>
                    <a:pt x="231788" y="4645"/>
                    <a:pt x="256172" y="25123"/>
                    <a:pt x="275603" y="62080"/>
                  </a:cubicBezTo>
                  <a:cubicBezTo>
                    <a:pt x="298082" y="103895"/>
                    <a:pt x="295224" y="143805"/>
                    <a:pt x="266935" y="181714"/>
                  </a:cubicBezTo>
                  <a:cubicBezTo>
                    <a:pt x="316465" y="167522"/>
                    <a:pt x="355232" y="186477"/>
                    <a:pt x="383235" y="238483"/>
                  </a:cubicBezTo>
                  <a:cubicBezTo>
                    <a:pt x="403905" y="276773"/>
                    <a:pt x="407524" y="310397"/>
                    <a:pt x="394380" y="339353"/>
                  </a:cubicBezTo>
                  <a:cubicBezTo>
                    <a:pt x="381140" y="368214"/>
                    <a:pt x="352470" y="394503"/>
                    <a:pt x="308464" y="418315"/>
                  </a:cubicBezTo>
                  <a:lnTo>
                    <a:pt x="230073" y="460511"/>
                  </a:lnTo>
                  <a:cubicBezTo>
                    <a:pt x="221691" y="464987"/>
                    <a:pt x="213500" y="466607"/>
                    <a:pt x="205404" y="465369"/>
                  </a:cubicBezTo>
                  <a:cubicBezTo>
                    <a:pt x="197307" y="464035"/>
                    <a:pt x="191307" y="459653"/>
                    <a:pt x="187116" y="452034"/>
                  </a:cubicBezTo>
                  <a:lnTo>
                    <a:pt x="3474" y="110563"/>
                  </a:lnTo>
                  <a:cubicBezTo>
                    <a:pt x="-717" y="102752"/>
                    <a:pt x="-1098" y="95132"/>
                    <a:pt x="2235" y="87702"/>
                  </a:cubicBezTo>
                  <a:cubicBezTo>
                    <a:pt x="5664" y="80273"/>
                    <a:pt x="11570" y="74272"/>
                    <a:pt x="19952" y="69700"/>
                  </a:cubicBezTo>
                  <a:lnTo>
                    <a:pt x="96342" y="28647"/>
                  </a:lnTo>
                  <a:close/>
                  <a:moveTo>
                    <a:pt x="80245" y="109134"/>
                  </a:moveTo>
                  <a:lnTo>
                    <a:pt x="139300" y="218957"/>
                  </a:lnTo>
                  <a:lnTo>
                    <a:pt x="188068" y="192763"/>
                  </a:lnTo>
                  <a:cubicBezTo>
                    <a:pt x="207785" y="182381"/>
                    <a:pt x="220358" y="169236"/>
                    <a:pt x="225882" y="153234"/>
                  </a:cubicBezTo>
                  <a:cubicBezTo>
                    <a:pt x="231312" y="137232"/>
                    <a:pt x="229025" y="119897"/>
                    <a:pt x="218929" y="101132"/>
                  </a:cubicBezTo>
                  <a:cubicBezTo>
                    <a:pt x="208833" y="82368"/>
                    <a:pt x="196641" y="71700"/>
                    <a:pt x="182448" y="69128"/>
                  </a:cubicBezTo>
                  <a:cubicBezTo>
                    <a:pt x="168066" y="66843"/>
                    <a:pt x="149682" y="71796"/>
                    <a:pt x="127108" y="83892"/>
                  </a:cubicBezTo>
                  <a:lnTo>
                    <a:pt x="80245" y="109134"/>
                  </a:lnTo>
                  <a:close/>
                  <a:moveTo>
                    <a:pt x="169399" y="274773"/>
                  </a:moveTo>
                  <a:lnTo>
                    <a:pt x="230359" y="388121"/>
                  </a:lnTo>
                  <a:lnTo>
                    <a:pt x="280175" y="361260"/>
                  </a:lnTo>
                  <a:cubicBezTo>
                    <a:pt x="304368" y="348211"/>
                    <a:pt x="319894" y="334400"/>
                    <a:pt x="326657" y="319731"/>
                  </a:cubicBezTo>
                  <a:cubicBezTo>
                    <a:pt x="333705" y="304968"/>
                    <a:pt x="331705" y="287251"/>
                    <a:pt x="320656" y="266772"/>
                  </a:cubicBezTo>
                  <a:cubicBezTo>
                    <a:pt x="309702" y="246389"/>
                    <a:pt x="296463" y="234768"/>
                    <a:pt x="280841" y="231911"/>
                  </a:cubicBezTo>
                  <a:cubicBezTo>
                    <a:pt x="265221" y="229054"/>
                    <a:pt x="244551" y="234482"/>
                    <a:pt x="218643" y="248198"/>
                  </a:cubicBezTo>
                  <a:lnTo>
                    <a:pt x="169304" y="27477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" name="Forme libre : forme 21">
              <a:extLst>
                <a:ext uri="{FF2B5EF4-FFF2-40B4-BE49-F238E27FC236}">
                  <a16:creationId xmlns:a16="http://schemas.microsoft.com/office/drawing/2014/main" id="{247630CA-0839-0080-DB02-C2FDA038C404}"/>
                </a:ext>
              </a:extLst>
            </p:cNvPr>
            <p:cNvSpPr/>
            <p:nvPr/>
          </p:nvSpPr>
          <p:spPr>
            <a:xfrm>
              <a:off x="7642412" y="5637252"/>
              <a:ext cx="417192" cy="467370"/>
            </a:xfrm>
            <a:custGeom>
              <a:avLst/>
              <a:gdLst>
                <a:gd name="connsiteX0" fmla="*/ 141039 w 417193"/>
                <a:gd name="connsiteY0" fmla="*/ 459804 h 467371"/>
                <a:gd name="connsiteX1" fmla="*/ 135134 w 417193"/>
                <a:gd name="connsiteY1" fmla="*/ 449518 h 467371"/>
                <a:gd name="connsiteX2" fmla="*/ 2832 w 417193"/>
                <a:gd name="connsiteY2" fmla="*/ 65183 h 467371"/>
                <a:gd name="connsiteX3" fmla="*/ 15309 w 417193"/>
                <a:gd name="connsiteY3" fmla="*/ 23845 h 467371"/>
                <a:gd name="connsiteX4" fmla="*/ 38646 w 417193"/>
                <a:gd name="connsiteY4" fmla="*/ 6890 h 467371"/>
                <a:gd name="connsiteX5" fmla="*/ 82841 w 417193"/>
                <a:gd name="connsiteY5" fmla="*/ 10129 h 467371"/>
                <a:gd name="connsiteX6" fmla="*/ 405930 w 417193"/>
                <a:gd name="connsiteY6" fmla="*/ 253207 h 467371"/>
                <a:gd name="connsiteX7" fmla="*/ 414883 w 417193"/>
                <a:gd name="connsiteY7" fmla="*/ 262351 h 467371"/>
                <a:gd name="connsiteX8" fmla="*/ 415740 w 417193"/>
                <a:gd name="connsiteY8" fmla="*/ 278353 h 467371"/>
                <a:gd name="connsiteX9" fmla="*/ 400500 w 417193"/>
                <a:gd name="connsiteY9" fmla="*/ 297498 h 467371"/>
                <a:gd name="connsiteX10" fmla="*/ 352399 w 417193"/>
                <a:gd name="connsiteY10" fmla="*/ 298260 h 467371"/>
                <a:gd name="connsiteX11" fmla="*/ 285248 w 417193"/>
                <a:gd name="connsiteY11" fmla="*/ 246635 h 467371"/>
                <a:gd name="connsiteX12" fmla="*/ 158851 w 417193"/>
                <a:gd name="connsiteY12" fmla="*/ 338646 h 467371"/>
                <a:gd name="connsiteX13" fmla="*/ 186474 w 417193"/>
                <a:gd name="connsiteY13" fmla="*/ 415227 h 467371"/>
                <a:gd name="connsiteX14" fmla="*/ 191141 w 417193"/>
                <a:gd name="connsiteY14" fmla="*/ 441326 h 467371"/>
                <a:gd name="connsiteX15" fmla="*/ 177330 w 417193"/>
                <a:gd name="connsiteY15" fmla="*/ 459899 h 467371"/>
                <a:gd name="connsiteX16" fmla="*/ 155613 w 417193"/>
                <a:gd name="connsiteY16" fmla="*/ 467234 h 467371"/>
                <a:gd name="connsiteX17" fmla="*/ 140849 w 417193"/>
                <a:gd name="connsiteY17" fmla="*/ 459614 h 467371"/>
                <a:gd name="connsiteX18" fmla="*/ 64458 w 417193"/>
                <a:gd name="connsiteY18" fmla="*/ 76804 h 467371"/>
                <a:gd name="connsiteX19" fmla="*/ 137039 w 417193"/>
                <a:gd name="connsiteY19" fmla="*/ 278258 h 467371"/>
                <a:gd name="connsiteX20" fmla="*/ 234289 w 417193"/>
                <a:gd name="connsiteY20" fmla="*/ 207487 h 467371"/>
                <a:gd name="connsiteX21" fmla="*/ 64458 w 417193"/>
                <a:gd name="connsiteY21" fmla="*/ 76804 h 467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7193" h="467371">
                  <a:moveTo>
                    <a:pt x="141039" y="459804"/>
                  </a:moveTo>
                  <a:cubicBezTo>
                    <a:pt x="137801" y="455328"/>
                    <a:pt x="135800" y="451899"/>
                    <a:pt x="135134" y="449518"/>
                  </a:cubicBezTo>
                  <a:lnTo>
                    <a:pt x="2832" y="65183"/>
                  </a:lnTo>
                  <a:cubicBezTo>
                    <a:pt x="-3455" y="48229"/>
                    <a:pt x="736" y="34513"/>
                    <a:pt x="15309" y="23845"/>
                  </a:cubicBezTo>
                  <a:lnTo>
                    <a:pt x="38646" y="6890"/>
                  </a:lnTo>
                  <a:cubicBezTo>
                    <a:pt x="52552" y="-3301"/>
                    <a:pt x="67316" y="-2158"/>
                    <a:pt x="82841" y="10129"/>
                  </a:cubicBezTo>
                  <a:lnTo>
                    <a:pt x="405930" y="253207"/>
                  </a:lnTo>
                  <a:cubicBezTo>
                    <a:pt x="409168" y="255588"/>
                    <a:pt x="412216" y="258636"/>
                    <a:pt x="414883" y="262351"/>
                  </a:cubicBezTo>
                  <a:cubicBezTo>
                    <a:pt x="417645" y="266066"/>
                    <a:pt x="417931" y="271400"/>
                    <a:pt x="415740" y="278353"/>
                  </a:cubicBezTo>
                  <a:cubicBezTo>
                    <a:pt x="413740" y="285401"/>
                    <a:pt x="408597" y="291783"/>
                    <a:pt x="400500" y="297498"/>
                  </a:cubicBezTo>
                  <a:cubicBezTo>
                    <a:pt x="383832" y="309690"/>
                    <a:pt x="367734" y="309976"/>
                    <a:pt x="352399" y="298260"/>
                  </a:cubicBezTo>
                  <a:lnTo>
                    <a:pt x="285248" y="246635"/>
                  </a:lnTo>
                  <a:lnTo>
                    <a:pt x="158851" y="338646"/>
                  </a:lnTo>
                  <a:lnTo>
                    <a:pt x="186474" y="415227"/>
                  </a:lnTo>
                  <a:cubicBezTo>
                    <a:pt x="190855" y="425800"/>
                    <a:pt x="192474" y="434468"/>
                    <a:pt x="191141" y="441326"/>
                  </a:cubicBezTo>
                  <a:cubicBezTo>
                    <a:pt x="189712" y="447993"/>
                    <a:pt x="185140" y="454185"/>
                    <a:pt x="177330" y="459899"/>
                  </a:cubicBezTo>
                  <a:cubicBezTo>
                    <a:pt x="169519" y="465614"/>
                    <a:pt x="162280" y="467995"/>
                    <a:pt x="155613" y="467234"/>
                  </a:cubicBezTo>
                  <a:cubicBezTo>
                    <a:pt x="148945" y="466472"/>
                    <a:pt x="144087" y="463900"/>
                    <a:pt x="140849" y="459614"/>
                  </a:cubicBezTo>
                  <a:moveTo>
                    <a:pt x="64458" y="76804"/>
                  </a:moveTo>
                  <a:lnTo>
                    <a:pt x="137039" y="278258"/>
                  </a:lnTo>
                  <a:lnTo>
                    <a:pt x="234289" y="207487"/>
                  </a:lnTo>
                  <a:lnTo>
                    <a:pt x="64458" y="7680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C04EE1B9-4092-8456-71BA-9E5B8F71F157}"/>
                </a:ext>
              </a:extLst>
            </p:cNvPr>
            <p:cNvSpPr/>
            <p:nvPr/>
          </p:nvSpPr>
          <p:spPr>
            <a:xfrm>
              <a:off x="7901337" y="5362908"/>
              <a:ext cx="414995" cy="434935"/>
            </a:xfrm>
            <a:custGeom>
              <a:avLst/>
              <a:gdLst>
                <a:gd name="connsiteX0" fmla="*/ 48130 w 414994"/>
                <a:gd name="connsiteY0" fmla="*/ 45670 h 434933"/>
                <a:gd name="connsiteX1" fmla="*/ 138617 w 414994"/>
                <a:gd name="connsiteY1" fmla="*/ 712 h 434933"/>
                <a:gd name="connsiteX2" fmla="*/ 217579 w 414994"/>
                <a:gd name="connsiteY2" fmla="*/ 27573 h 434933"/>
                <a:gd name="connsiteX3" fmla="*/ 227295 w 414994"/>
                <a:gd name="connsiteY3" fmla="*/ 52528 h 434933"/>
                <a:gd name="connsiteX4" fmla="*/ 213484 w 414994"/>
                <a:gd name="connsiteY4" fmla="*/ 77770 h 434933"/>
                <a:gd name="connsiteX5" fmla="*/ 174336 w 414994"/>
                <a:gd name="connsiteY5" fmla="*/ 84342 h 434933"/>
                <a:gd name="connsiteX6" fmla="*/ 134045 w 414994"/>
                <a:gd name="connsiteY6" fmla="*/ 71483 h 434933"/>
                <a:gd name="connsiteX7" fmla="*/ 91469 w 414994"/>
                <a:gd name="connsiteY7" fmla="*/ 92057 h 434933"/>
                <a:gd name="connsiteX8" fmla="*/ 67465 w 414994"/>
                <a:gd name="connsiteY8" fmla="*/ 133872 h 434933"/>
                <a:gd name="connsiteX9" fmla="*/ 81848 w 414994"/>
                <a:gd name="connsiteY9" fmla="*/ 174925 h 434933"/>
                <a:gd name="connsiteX10" fmla="*/ 128521 w 414994"/>
                <a:gd name="connsiteY10" fmla="*/ 193213 h 434933"/>
                <a:gd name="connsiteX11" fmla="*/ 188814 w 414994"/>
                <a:gd name="connsiteY11" fmla="*/ 183592 h 434933"/>
                <a:gd name="connsiteX12" fmla="*/ 253203 w 414994"/>
                <a:gd name="connsiteY12" fmla="*/ 166543 h 434933"/>
                <a:gd name="connsiteX13" fmla="*/ 319878 w 414994"/>
                <a:gd name="connsiteY13" fmla="*/ 164066 h 434933"/>
                <a:gd name="connsiteX14" fmla="*/ 378171 w 414994"/>
                <a:gd name="connsiteY14" fmla="*/ 195594 h 434933"/>
                <a:gd name="connsiteX15" fmla="*/ 414366 w 414994"/>
                <a:gd name="connsiteY15" fmla="*/ 288082 h 434933"/>
                <a:gd name="connsiteX16" fmla="*/ 363503 w 414994"/>
                <a:gd name="connsiteY16" fmla="*/ 380760 h 434933"/>
                <a:gd name="connsiteX17" fmla="*/ 286826 w 414994"/>
                <a:gd name="connsiteY17" fmla="*/ 426194 h 434933"/>
                <a:gd name="connsiteX18" fmla="*/ 220151 w 414994"/>
                <a:gd name="connsiteY18" fmla="*/ 424861 h 434933"/>
                <a:gd name="connsiteX19" fmla="*/ 210340 w 414994"/>
                <a:gd name="connsiteY19" fmla="*/ 401620 h 434933"/>
                <a:gd name="connsiteX20" fmla="*/ 217008 w 414994"/>
                <a:gd name="connsiteY20" fmla="*/ 379331 h 434933"/>
                <a:gd name="connsiteX21" fmla="*/ 233867 w 414994"/>
                <a:gd name="connsiteY21" fmla="*/ 370949 h 434933"/>
                <a:gd name="connsiteX22" fmla="*/ 322068 w 414994"/>
                <a:gd name="connsiteY22" fmla="*/ 332468 h 434933"/>
                <a:gd name="connsiteX23" fmla="*/ 333880 w 414994"/>
                <a:gd name="connsiteY23" fmla="*/ 248362 h 434933"/>
                <a:gd name="connsiteX24" fmla="*/ 291303 w 414994"/>
                <a:gd name="connsiteY24" fmla="*/ 233885 h 434933"/>
                <a:gd name="connsiteX25" fmla="*/ 231391 w 414994"/>
                <a:gd name="connsiteY25" fmla="*/ 244362 h 434933"/>
                <a:gd name="connsiteX26" fmla="*/ 166049 w 414994"/>
                <a:gd name="connsiteY26" fmla="*/ 261126 h 434933"/>
                <a:gd name="connsiteX27" fmla="*/ 97564 w 414994"/>
                <a:gd name="connsiteY27" fmla="*/ 261126 h 434933"/>
                <a:gd name="connsiteX28" fmla="*/ 36604 w 414994"/>
                <a:gd name="connsiteY28" fmla="*/ 226455 h 434933"/>
                <a:gd name="connsiteX29" fmla="*/ 600 w 414994"/>
                <a:gd name="connsiteY29" fmla="*/ 134634 h 434933"/>
                <a:gd name="connsiteX30" fmla="*/ 48034 w 414994"/>
                <a:gd name="connsiteY30" fmla="*/ 45670 h 434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14994" h="434933">
                  <a:moveTo>
                    <a:pt x="48130" y="45670"/>
                  </a:moveTo>
                  <a:cubicBezTo>
                    <a:pt x="75943" y="19095"/>
                    <a:pt x="106137" y="4141"/>
                    <a:pt x="138617" y="712"/>
                  </a:cubicBezTo>
                  <a:cubicBezTo>
                    <a:pt x="171193" y="-2717"/>
                    <a:pt x="197482" y="6237"/>
                    <a:pt x="217579" y="27573"/>
                  </a:cubicBezTo>
                  <a:cubicBezTo>
                    <a:pt x="224819" y="35193"/>
                    <a:pt x="228057" y="43575"/>
                    <a:pt x="227295" y="52528"/>
                  </a:cubicBezTo>
                  <a:cubicBezTo>
                    <a:pt x="226438" y="61577"/>
                    <a:pt x="221866" y="69959"/>
                    <a:pt x="213484" y="77770"/>
                  </a:cubicBezTo>
                  <a:cubicBezTo>
                    <a:pt x="199577" y="91010"/>
                    <a:pt x="186528" y="93200"/>
                    <a:pt x="174336" y="84342"/>
                  </a:cubicBezTo>
                  <a:cubicBezTo>
                    <a:pt x="162049" y="75484"/>
                    <a:pt x="148714" y="71197"/>
                    <a:pt x="134045" y="71483"/>
                  </a:cubicBezTo>
                  <a:cubicBezTo>
                    <a:pt x="119472" y="71769"/>
                    <a:pt x="105280" y="78627"/>
                    <a:pt x="91469" y="92057"/>
                  </a:cubicBezTo>
                  <a:cubicBezTo>
                    <a:pt x="77848" y="105106"/>
                    <a:pt x="69847" y="119013"/>
                    <a:pt x="67465" y="133872"/>
                  </a:cubicBezTo>
                  <a:cubicBezTo>
                    <a:pt x="65084" y="148731"/>
                    <a:pt x="69847" y="162352"/>
                    <a:pt x="81848" y="174925"/>
                  </a:cubicBezTo>
                  <a:cubicBezTo>
                    <a:pt x="93850" y="187497"/>
                    <a:pt x="109375" y="193593"/>
                    <a:pt x="128521" y="193213"/>
                  </a:cubicBezTo>
                  <a:cubicBezTo>
                    <a:pt x="147571" y="192736"/>
                    <a:pt x="167669" y="189498"/>
                    <a:pt x="188814" y="183592"/>
                  </a:cubicBezTo>
                  <a:cubicBezTo>
                    <a:pt x="209959" y="177591"/>
                    <a:pt x="231486" y="171972"/>
                    <a:pt x="253203" y="166543"/>
                  </a:cubicBezTo>
                  <a:cubicBezTo>
                    <a:pt x="275015" y="161113"/>
                    <a:pt x="297208" y="160351"/>
                    <a:pt x="319878" y="164066"/>
                  </a:cubicBezTo>
                  <a:cubicBezTo>
                    <a:pt x="342547" y="167781"/>
                    <a:pt x="361978" y="178354"/>
                    <a:pt x="378171" y="195594"/>
                  </a:cubicBezTo>
                  <a:cubicBezTo>
                    <a:pt x="405984" y="224645"/>
                    <a:pt x="417985" y="255506"/>
                    <a:pt x="414366" y="288082"/>
                  </a:cubicBezTo>
                  <a:cubicBezTo>
                    <a:pt x="410746" y="320657"/>
                    <a:pt x="393792" y="351518"/>
                    <a:pt x="363503" y="380760"/>
                  </a:cubicBezTo>
                  <a:cubicBezTo>
                    <a:pt x="344453" y="398952"/>
                    <a:pt x="318926" y="414097"/>
                    <a:pt x="286826" y="426194"/>
                  </a:cubicBezTo>
                  <a:cubicBezTo>
                    <a:pt x="254727" y="438291"/>
                    <a:pt x="232534" y="437815"/>
                    <a:pt x="220151" y="424861"/>
                  </a:cubicBezTo>
                  <a:cubicBezTo>
                    <a:pt x="214531" y="419051"/>
                    <a:pt x="211293" y="411335"/>
                    <a:pt x="210340" y="401620"/>
                  </a:cubicBezTo>
                  <a:cubicBezTo>
                    <a:pt x="209388" y="391904"/>
                    <a:pt x="211674" y="384570"/>
                    <a:pt x="217008" y="379331"/>
                  </a:cubicBezTo>
                  <a:cubicBezTo>
                    <a:pt x="222437" y="374188"/>
                    <a:pt x="228057" y="371426"/>
                    <a:pt x="233867" y="370949"/>
                  </a:cubicBezTo>
                  <a:cubicBezTo>
                    <a:pt x="268348" y="368282"/>
                    <a:pt x="297684" y="355423"/>
                    <a:pt x="322068" y="332468"/>
                  </a:cubicBezTo>
                  <a:cubicBezTo>
                    <a:pt x="354168" y="301702"/>
                    <a:pt x="358169" y="273699"/>
                    <a:pt x="333880" y="248362"/>
                  </a:cubicBezTo>
                  <a:cubicBezTo>
                    <a:pt x="323878" y="237885"/>
                    <a:pt x="309686" y="233122"/>
                    <a:pt x="291303" y="233885"/>
                  </a:cubicBezTo>
                  <a:cubicBezTo>
                    <a:pt x="272920" y="234646"/>
                    <a:pt x="252917" y="238170"/>
                    <a:pt x="231391" y="244362"/>
                  </a:cubicBezTo>
                  <a:cubicBezTo>
                    <a:pt x="209959" y="250648"/>
                    <a:pt x="188147" y="256173"/>
                    <a:pt x="166049" y="261126"/>
                  </a:cubicBezTo>
                  <a:cubicBezTo>
                    <a:pt x="143665" y="265698"/>
                    <a:pt x="120805" y="265698"/>
                    <a:pt x="97564" y="261126"/>
                  </a:cubicBezTo>
                  <a:cubicBezTo>
                    <a:pt x="74323" y="256553"/>
                    <a:pt x="53940" y="244933"/>
                    <a:pt x="36604" y="226455"/>
                  </a:cubicBezTo>
                  <a:cubicBezTo>
                    <a:pt x="9077" y="197689"/>
                    <a:pt x="-2924" y="167114"/>
                    <a:pt x="600" y="134634"/>
                  </a:cubicBezTo>
                  <a:cubicBezTo>
                    <a:pt x="4410" y="101868"/>
                    <a:pt x="20221" y="72245"/>
                    <a:pt x="48034" y="456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8DCF80C4-AEC6-F9E5-EE3C-D1BC880BE2A7}"/>
              </a:ext>
            </a:extLst>
          </p:cNvPr>
          <p:cNvSpPr/>
          <p:nvPr userDrawn="1"/>
        </p:nvSpPr>
        <p:spPr>
          <a:xfrm>
            <a:off x="528320" y="284480"/>
            <a:ext cx="1254760" cy="5076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Espace réservé du texte 41">
            <a:extLst>
              <a:ext uri="{FF2B5EF4-FFF2-40B4-BE49-F238E27FC236}">
                <a16:creationId xmlns:a16="http://schemas.microsoft.com/office/drawing/2014/main" id="{1DF3F27F-9E2B-007E-6B17-152BE2AC25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6787484" y="2218046"/>
            <a:ext cx="5404516" cy="1615827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35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 de la partie </a:t>
            </a:r>
            <a:br>
              <a:rPr lang="fr-FR"/>
            </a:br>
            <a:r>
              <a:rPr lang="fr-FR"/>
              <a:t>sur deux lignes </a:t>
            </a:r>
            <a:br>
              <a:rPr lang="fr-FR"/>
            </a:br>
            <a:r>
              <a:rPr lang="fr-FR"/>
              <a:t>de texte ou plus</a:t>
            </a:r>
          </a:p>
        </p:txBody>
      </p: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795F96D1-E06A-BE9D-48E7-C7DDCC583D98}"/>
              </a:ext>
            </a:extLst>
          </p:cNvPr>
          <p:cNvGrpSpPr/>
          <p:nvPr userDrawn="1"/>
        </p:nvGrpSpPr>
        <p:grpSpPr>
          <a:xfrm flipH="1">
            <a:off x="4269050" y="2821884"/>
            <a:ext cx="811952" cy="514774"/>
            <a:chOff x="4589369" y="4849913"/>
            <a:chExt cx="3072989" cy="1948269"/>
          </a:xfrm>
        </p:grpSpPr>
        <p:sp>
          <p:nvSpPr>
            <p:cNvPr id="41" name="Forme libre : forme 40">
              <a:extLst>
                <a:ext uri="{FF2B5EF4-FFF2-40B4-BE49-F238E27FC236}">
                  <a16:creationId xmlns:a16="http://schemas.microsoft.com/office/drawing/2014/main" id="{E94B4222-A394-FC9C-2908-A291CAB75662}"/>
                </a:ext>
              </a:extLst>
            </p:cNvPr>
            <p:cNvSpPr/>
            <p:nvPr/>
          </p:nvSpPr>
          <p:spPr>
            <a:xfrm rot="18900000" flipV="1">
              <a:off x="4671817" y="5266547"/>
              <a:ext cx="618261" cy="618264"/>
            </a:xfrm>
            <a:custGeom>
              <a:avLst/>
              <a:gdLst>
                <a:gd name="connsiteX0" fmla="*/ 527517 w 618261"/>
                <a:gd name="connsiteY0" fmla="*/ 527520 h 618264"/>
                <a:gd name="connsiteX1" fmla="*/ 618261 w 618261"/>
                <a:gd name="connsiteY1" fmla="*/ 308445 h 618264"/>
                <a:gd name="connsiteX2" fmla="*/ 618261 w 618261"/>
                <a:gd name="connsiteY2" fmla="*/ 0 h 618264"/>
                <a:gd name="connsiteX3" fmla="*/ 309819 w 618261"/>
                <a:gd name="connsiteY3" fmla="*/ 0 h 618264"/>
                <a:gd name="connsiteX4" fmla="*/ 0 w 618261"/>
                <a:gd name="connsiteY4" fmla="*/ 309819 h 618264"/>
                <a:gd name="connsiteX5" fmla="*/ 52912 w 618261"/>
                <a:gd name="connsiteY5" fmla="*/ 483041 h 618264"/>
                <a:gd name="connsiteX6" fmla="*/ 90129 w 618261"/>
                <a:gd name="connsiteY6" fmla="*/ 528148 h 618264"/>
                <a:gd name="connsiteX7" fmla="*/ 135220 w 618261"/>
                <a:gd name="connsiteY7" fmla="*/ 565351 h 618264"/>
                <a:gd name="connsiteX8" fmla="*/ 308442 w 618261"/>
                <a:gd name="connsiteY8" fmla="*/ 618264 h 618264"/>
                <a:gd name="connsiteX9" fmla="*/ 527517 w 618261"/>
                <a:gd name="connsiteY9" fmla="*/ 527520 h 61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261" h="618264">
                  <a:moveTo>
                    <a:pt x="527517" y="527520"/>
                  </a:moveTo>
                  <a:cubicBezTo>
                    <a:pt x="583583" y="471454"/>
                    <a:pt x="618261" y="393999"/>
                    <a:pt x="618261" y="308445"/>
                  </a:cubicBezTo>
                  <a:lnTo>
                    <a:pt x="618261" y="0"/>
                  </a:lnTo>
                  <a:lnTo>
                    <a:pt x="309819" y="0"/>
                  </a:lnTo>
                  <a:cubicBezTo>
                    <a:pt x="138711" y="0"/>
                    <a:pt x="0" y="138711"/>
                    <a:pt x="0" y="309819"/>
                  </a:cubicBezTo>
                  <a:cubicBezTo>
                    <a:pt x="0" y="373984"/>
                    <a:pt x="19506" y="433594"/>
                    <a:pt x="52912" y="483041"/>
                  </a:cubicBezTo>
                  <a:lnTo>
                    <a:pt x="90129" y="528148"/>
                  </a:lnTo>
                  <a:lnTo>
                    <a:pt x="135220" y="565351"/>
                  </a:lnTo>
                  <a:cubicBezTo>
                    <a:pt x="184667" y="598757"/>
                    <a:pt x="244277" y="618264"/>
                    <a:pt x="308442" y="618264"/>
                  </a:cubicBezTo>
                  <a:cubicBezTo>
                    <a:pt x="393996" y="618264"/>
                    <a:pt x="471451" y="583586"/>
                    <a:pt x="527517" y="52752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42" name="Forme libre : forme 41">
              <a:extLst>
                <a:ext uri="{FF2B5EF4-FFF2-40B4-BE49-F238E27FC236}">
                  <a16:creationId xmlns:a16="http://schemas.microsoft.com/office/drawing/2014/main" id="{5457602A-1C72-89BA-8F65-B63CF5416CF3}"/>
                </a:ext>
              </a:extLst>
            </p:cNvPr>
            <p:cNvSpPr/>
            <p:nvPr/>
          </p:nvSpPr>
          <p:spPr>
            <a:xfrm rot="18900000" flipV="1">
              <a:off x="4589369" y="4849913"/>
              <a:ext cx="1613106" cy="619638"/>
            </a:xfrm>
            <a:custGeom>
              <a:avLst/>
              <a:gdLst>
                <a:gd name="connsiteX0" fmla="*/ 1522363 w 1613106"/>
                <a:gd name="connsiteY0" fmla="*/ 528894 h 619638"/>
                <a:gd name="connsiteX1" fmla="*/ 1613106 w 1613106"/>
                <a:gd name="connsiteY1" fmla="*/ 309819 h 619638"/>
                <a:gd name="connsiteX2" fmla="*/ 1303287 w 1613106"/>
                <a:gd name="connsiteY2" fmla="*/ 0 h 619638"/>
                <a:gd name="connsiteX3" fmla="*/ 528132 w 1613106"/>
                <a:gd name="connsiteY3" fmla="*/ 0 h 619638"/>
                <a:gd name="connsiteX4" fmla="*/ 528132 w 1613106"/>
                <a:gd name="connsiteY4" fmla="*/ 308445 h 619638"/>
                <a:gd name="connsiteX5" fmla="*/ 218313 w 1613106"/>
                <a:gd name="connsiteY5" fmla="*/ 618264 h 619638"/>
                <a:gd name="connsiteX6" fmla="*/ 45091 w 1613106"/>
                <a:gd name="connsiteY6" fmla="*/ 565351 h 619638"/>
                <a:gd name="connsiteX7" fmla="*/ 0 w 1613106"/>
                <a:gd name="connsiteY7" fmla="*/ 528148 h 619638"/>
                <a:gd name="connsiteX8" fmla="*/ 615 w 1613106"/>
                <a:gd name="connsiteY8" fmla="*/ 528894 h 619638"/>
                <a:gd name="connsiteX9" fmla="*/ 219690 w 1613106"/>
                <a:gd name="connsiteY9" fmla="*/ 619638 h 619638"/>
                <a:gd name="connsiteX10" fmla="*/ 1303287 w 1613106"/>
                <a:gd name="connsiteY10" fmla="*/ 619638 h 619638"/>
                <a:gd name="connsiteX11" fmla="*/ 1522363 w 1613106"/>
                <a:gd name="connsiteY11" fmla="*/ 528894 h 61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3106" h="619638">
                  <a:moveTo>
                    <a:pt x="1522363" y="528894"/>
                  </a:moveTo>
                  <a:cubicBezTo>
                    <a:pt x="1578428" y="472828"/>
                    <a:pt x="1613106" y="395373"/>
                    <a:pt x="1613106" y="309819"/>
                  </a:cubicBezTo>
                  <a:cubicBezTo>
                    <a:pt x="1613106" y="138711"/>
                    <a:pt x="1474395" y="0"/>
                    <a:pt x="1303287" y="0"/>
                  </a:cubicBezTo>
                  <a:lnTo>
                    <a:pt x="528132" y="0"/>
                  </a:lnTo>
                  <a:lnTo>
                    <a:pt x="528132" y="308445"/>
                  </a:lnTo>
                  <a:cubicBezTo>
                    <a:pt x="528132" y="479553"/>
                    <a:pt x="389421" y="618264"/>
                    <a:pt x="218313" y="618264"/>
                  </a:cubicBezTo>
                  <a:cubicBezTo>
                    <a:pt x="154148" y="618264"/>
                    <a:pt x="94538" y="598757"/>
                    <a:pt x="45091" y="565351"/>
                  </a:cubicBezTo>
                  <a:lnTo>
                    <a:pt x="0" y="528148"/>
                  </a:lnTo>
                  <a:lnTo>
                    <a:pt x="615" y="528894"/>
                  </a:lnTo>
                  <a:cubicBezTo>
                    <a:pt x="56681" y="584960"/>
                    <a:pt x="134136" y="619638"/>
                    <a:pt x="219690" y="619638"/>
                  </a:cubicBezTo>
                  <a:lnTo>
                    <a:pt x="1303287" y="619638"/>
                  </a:lnTo>
                  <a:cubicBezTo>
                    <a:pt x="1388841" y="619638"/>
                    <a:pt x="1466296" y="584960"/>
                    <a:pt x="1522363" y="528894"/>
                  </a:cubicBezTo>
                  <a:close/>
                </a:path>
              </a:pathLst>
            </a:custGeom>
            <a:solidFill>
              <a:srgbClr val="EED7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43" name="Forme libre : forme 42">
              <a:extLst>
                <a:ext uri="{FF2B5EF4-FFF2-40B4-BE49-F238E27FC236}">
                  <a16:creationId xmlns:a16="http://schemas.microsoft.com/office/drawing/2014/main" id="{833EDA31-A7C2-9B6E-76DD-EAF9B36DFD61}"/>
                </a:ext>
              </a:extLst>
            </p:cNvPr>
            <p:cNvSpPr/>
            <p:nvPr/>
          </p:nvSpPr>
          <p:spPr>
            <a:xfrm rot="18900000" flipV="1">
              <a:off x="5086096" y="5185063"/>
              <a:ext cx="619638" cy="1613119"/>
            </a:xfrm>
            <a:custGeom>
              <a:avLst/>
              <a:gdLst>
                <a:gd name="connsiteX0" fmla="*/ 91506 w 619638"/>
                <a:gd name="connsiteY0" fmla="*/ 1613119 h 1613119"/>
                <a:gd name="connsiteX1" fmla="*/ 54289 w 619638"/>
                <a:gd name="connsiteY1" fmla="*/ 1568012 h 1613119"/>
                <a:gd name="connsiteX2" fmla="*/ 1377 w 619638"/>
                <a:gd name="connsiteY2" fmla="*/ 1394790 h 1613119"/>
                <a:gd name="connsiteX3" fmla="*/ 311196 w 619638"/>
                <a:gd name="connsiteY3" fmla="*/ 1084971 h 1613119"/>
                <a:gd name="connsiteX4" fmla="*/ 619638 w 619638"/>
                <a:gd name="connsiteY4" fmla="*/ 1084971 h 1613119"/>
                <a:gd name="connsiteX5" fmla="*/ 619638 w 619638"/>
                <a:gd name="connsiteY5" fmla="*/ 309818 h 1613119"/>
                <a:gd name="connsiteX6" fmla="*/ 309819 w 619638"/>
                <a:gd name="connsiteY6" fmla="*/ 0 h 1613119"/>
                <a:gd name="connsiteX7" fmla="*/ 1 w 619638"/>
                <a:gd name="connsiteY7" fmla="*/ 309818 h 1613119"/>
                <a:gd name="connsiteX8" fmla="*/ 1 w 619638"/>
                <a:gd name="connsiteY8" fmla="*/ 1393416 h 1613119"/>
                <a:gd name="connsiteX9" fmla="*/ 90744 w 619638"/>
                <a:gd name="connsiteY9" fmla="*/ 1612491 h 1613119"/>
                <a:gd name="connsiteX10" fmla="*/ 91506 w 619638"/>
                <a:gd name="connsiteY10" fmla="*/ 1613119 h 1613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638" h="1613119">
                  <a:moveTo>
                    <a:pt x="91506" y="1613119"/>
                  </a:moveTo>
                  <a:lnTo>
                    <a:pt x="54289" y="1568012"/>
                  </a:lnTo>
                  <a:cubicBezTo>
                    <a:pt x="20883" y="1518565"/>
                    <a:pt x="1377" y="1458955"/>
                    <a:pt x="1377" y="1394790"/>
                  </a:cubicBezTo>
                  <a:cubicBezTo>
                    <a:pt x="1377" y="1223682"/>
                    <a:pt x="140088" y="1084971"/>
                    <a:pt x="311196" y="1084971"/>
                  </a:cubicBezTo>
                  <a:lnTo>
                    <a:pt x="619638" y="1084971"/>
                  </a:lnTo>
                  <a:lnTo>
                    <a:pt x="619638" y="309818"/>
                  </a:lnTo>
                  <a:cubicBezTo>
                    <a:pt x="619637" y="138711"/>
                    <a:pt x="480926" y="0"/>
                    <a:pt x="309819" y="0"/>
                  </a:cubicBezTo>
                  <a:cubicBezTo>
                    <a:pt x="138711" y="0"/>
                    <a:pt x="0" y="138711"/>
                    <a:pt x="1" y="309818"/>
                  </a:cubicBezTo>
                  <a:lnTo>
                    <a:pt x="1" y="1393416"/>
                  </a:lnTo>
                  <a:cubicBezTo>
                    <a:pt x="0" y="1478970"/>
                    <a:pt x="34678" y="1556424"/>
                    <a:pt x="90744" y="1612491"/>
                  </a:cubicBezTo>
                  <a:lnTo>
                    <a:pt x="91506" y="1613119"/>
                  </a:lnTo>
                  <a:close/>
                </a:path>
              </a:pathLst>
            </a:custGeom>
            <a:solidFill>
              <a:srgbClr val="EED7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44" name="Forme libre : forme 43">
              <a:extLst>
                <a:ext uri="{FF2B5EF4-FFF2-40B4-BE49-F238E27FC236}">
                  <a16:creationId xmlns:a16="http://schemas.microsoft.com/office/drawing/2014/main" id="{609B8C29-32F8-EB0F-8D4E-7BBC0476E4E4}"/>
                </a:ext>
              </a:extLst>
            </p:cNvPr>
            <p:cNvSpPr/>
            <p:nvPr/>
          </p:nvSpPr>
          <p:spPr>
            <a:xfrm rot="18900000" flipV="1">
              <a:off x="6131700" y="5266547"/>
              <a:ext cx="618261" cy="618264"/>
            </a:xfrm>
            <a:custGeom>
              <a:avLst/>
              <a:gdLst>
                <a:gd name="connsiteX0" fmla="*/ 527517 w 618261"/>
                <a:gd name="connsiteY0" fmla="*/ 527520 h 618264"/>
                <a:gd name="connsiteX1" fmla="*/ 618261 w 618261"/>
                <a:gd name="connsiteY1" fmla="*/ 308445 h 618264"/>
                <a:gd name="connsiteX2" fmla="*/ 618261 w 618261"/>
                <a:gd name="connsiteY2" fmla="*/ 0 h 618264"/>
                <a:gd name="connsiteX3" fmla="*/ 309819 w 618261"/>
                <a:gd name="connsiteY3" fmla="*/ 0 h 618264"/>
                <a:gd name="connsiteX4" fmla="*/ 0 w 618261"/>
                <a:gd name="connsiteY4" fmla="*/ 309819 h 618264"/>
                <a:gd name="connsiteX5" fmla="*/ 52912 w 618261"/>
                <a:gd name="connsiteY5" fmla="*/ 483041 h 618264"/>
                <a:gd name="connsiteX6" fmla="*/ 90129 w 618261"/>
                <a:gd name="connsiteY6" fmla="*/ 528148 h 618264"/>
                <a:gd name="connsiteX7" fmla="*/ 135220 w 618261"/>
                <a:gd name="connsiteY7" fmla="*/ 565351 h 618264"/>
                <a:gd name="connsiteX8" fmla="*/ 308442 w 618261"/>
                <a:gd name="connsiteY8" fmla="*/ 618264 h 618264"/>
                <a:gd name="connsiteX9" fmla="*/ 527517 w 618261"/>
                <a:gd name="connsiteY9" fmla="*/ 527520 h 61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261" h="618264">
                  <a:moveTo>
                    <a:pt x="527517" y="527520"/>
                  </a:moveTo>
                  <a:cubicBezTo>
                    <a:pt x="583583" y="471454"/>
                    <a:pt x="618261" y="393999"/>
                    <a:pt x="618261" y="308445"/>
                  </a:cubicBezTo>
                  <a:lnTo>
                    <a:pt x="618261" y="0"/>
                  </a:lnTo>
                  <a:lnTo>
                    <a:pt x="309819" y="0"/>
                  </a:lnTo>
                  <a:cubicBezTo>
                    <a:pt x="138711" y="0"/>
                    <a:pt x="0" y="138711"/>
                    <a:pt x="0" y="309819"/>
                  </a:cubicBezTo>
                  <a:cubicBezTo>
                    <a:pt x="0" y="373984"/>
                    <a:pt x="19506" y="433594"/>
                    <a:pt x="52912" y="483041"/>
                  </a:cubicBezTo>
                  <a:lnTo>
                    <a:pt x="90129" y="528148"/>
                  </a:lnTo>
                  <a:lnTo>
                    <a:pt x="135220" y="565351"/>
                  </a:lnTo>
                  <a:cubicBezTo>
                    <a:pt x="184667" y="598757"/>
                    <a:pt x="244277" y="618264"/>
                    <a:pt x="308442" y="618264"/>
                  </a:cubicBezTo>
                  <a:cubicBezTo>
                    <a:pt x="393996" y="618264"/>
                    <a:pt x="471451" y="583586"/>
                    <a:pt x="527517" y="52752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45" name="Forme libre : forme 44">
              <a:extLst>
                <a:ext uri="{FF2B5EF4-FFF2-40B4-BE49-F238E27FC236}">
                  <a16:creationId xmlns:a16="http://schemas.microsoft.com/office/drawing/2014/main" id="{5D18EF93-3661-A014-DE79-E7DBC73B81B4}"/>
                </a:ext>
              </a:extLst>
            </p:cNvPr>
            <p:cNvSpPr/>
            <p:nvPr/>
          </p:nvSpPr>
          <p:spPr>
            <a:xfrm rot="18900000" flipV="1">
              <a:off x="6049252" y="4849913"/>
              <a:ext cx="1613106" cy="619638"/>
            </a:xfrm>
            <a:custGeom>
              <a:avLst/>
              <a:gdLst>
                <a:gd name="connsiteX0" fmla="*/ 1522363 w 1613106"/>
                <a:gd name="connsiteY0" fmla="*/ 528894 h 619638"/>
                <a:gd name="connsiteX1" fmla="*/ 1613106 w 1613106"/>
                <a:gd name="connsiteY1" fmla="*/ 309819 h 619638"/>
                <a:gd name="connsiteX2" fmla="*/ 1303287 w 1613106"/>
                <a:gd name="connsiteY2" fmla="*/ 0 h 619638"/>
                <a:gd name="connsiteX3" fmla="*/ 528132 w 1613106"/>
                <a:gd name="connsiteY3" fmla="*/ 0 h 619638"/>
                <a:gd name="connsiteX4" fmla="*/ 528132 w 1613106"/>
                <a:gd name="connsiteY4" fmla="*/ 308445 h 619638"/>
                <a:gd name="connsiteX5" fmla="*/ 218313 w 1613106"/>
                <a:gd name="connsiteY5" fmla="*/ 618264 h 619638"/>
                <a:gd name="connsiteX6" fmla="*/ 45091 w 1613106"/>
                <a:gd name="connsiteY6" fmla="*/ 565351 h 619638"/>
                <a:gd name="connsiteX7" fmla="*/ 0 w 1613106"/>
                <a:gd name="connsiteY7" fmla="*/ 528148 h 619638"/>
                <a:gd name="connsiteX8" fmla="*/ 615 w 1613106"/>
                <a:gd name="connsiteY8" fmla="*/ 528894 h 619638"/>
                <a:gd name="connsiteX9" fmla="*/ 219690 w 1613106"/>
                <a:gd name="connsiteY9" fmla="*/ 619638 h 619638"/>
                <a:gd name="connsiteX10" fmla="*/ 1303287 w 1613106"/>
                <a:gd name="connsiteY10" fmla="*/ 619638 h 619638"/>
                <a:gd name="connsiteX11" fmla="*/ 1522363 w 1613106"/>
                <a:gd name="connsiteY11" fmla="*/ 528894 h 61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3106" h="619638">
                  <a:moveTo>
                    <a:pt x="1522363" y="528894"/>
                  </a:moveTo>
                  <a:cubicBezTo>
                    <a:pt x="1578428" y="472828"/>
                    <a:pt x="1613106" y="395373"/>
                    <a:pt x="1613106" y="309819"/>
                  </a:cubicBezTo>
                  <a:cubicBezTo>
                    <a:pt x="1613106" y="138711"/>
                    <a:pt x="1474395" y="0"/>
                    <a:pt x="1303287" y="0"/>
                  </a:cubicBezTo>
                  <a:lnTo>
                    <a:pt x="528132" y="0"/>
                  </a:lnTo>
                  <a:lnTo>
                    <a:pt x="528132" y="308445"/>
                  </a:lnTo>
                  <a:cubicBezTo>
                    <a:pt x="528132" y="479553"/>
                    <a:pt x="389421" y="618264"/>
                    <a:pt x="218313" y="618264"/>
                  </a:cubicBezTo>
                  <a:cubicBezTo>
                    <a:pt x="154148" y="618264"/>
                    <a:pt x="94538" y="598757"/>
                    <a:pt x="45091" y="565351"/>
                  </a:cubicBezTo>
                  <a:lnTo>
                    <a:pt x="0" y="528148"/>
                  </a:lnTo>
                  <a:lnTo>
                    <a:pt x="615" y="528894"/>
                  </a:lnTo>
                  <a:cubicBezTo>
                    <a:pt x="56681" y="584960"/>
                    <a:pt x="134136" y="619638"/>
                    <a:pt x="219690" y="619638"/>
                  </a:cubicBezTo>
                  <a:lnTo>
                    <a:pt x="1303287" y="619638"/>
                  </a:lnTo>
                  <a:cubicBezTo>
                    <a:pt x="1388841" y="619638"/>
                    <a:pt x="1466296" y="584960"/>
                    <a:pt x="1522363" y="528894"/>
                  </a:cubicBezTo>
                  <a:close/>
                </a:path>
              </a:pathLst>
            </a:custGeom>
            <a:solidFill>
              <a:srgbClr val="EED7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46" name="Forme libre : forme 45">
              <a:extLst>
                <a:ext uri="{FF2B5EF4-FFF2-40B4-BE49-F238E27FC236}">
                  <a16:creationId xmlns:a16="http://schemas.microsoft.com/office/drawing/2014/main" id="{D3216595-1A09-6AD5-022B-ADE5F5A743AE}"/>
                </a:ext>
              </a:extLst>
            </p:cNvPr>
            <p:cNvSpPr/>
            <p:nvPr/>
          </p:nvSpPr>
          <p:spPr>
            <a:xfrm rot="18900000" flipV="1">
              <a:off x="6545979" y="5185063"/>
              <a:ext cx="619638" cy="1613119"/>
            </a:xfrm>
            <a:custGeom>
              <a:avLst/>
              <a:gdLst>
                <a:gd name="connsiteX0" fmla="*/ 91506 w 619638"/>
                <a:gd name="connsiteY0" fmla="*/ 1613119 h 1613119"/>
                <a:gd name="connsiteX1" fmla="*/ 54289 w 619638"/>
                <a:gd name="connsiteY1" fmla="*/ 1568012 h 1613119"/>
                <a:gd name="connsiteX2" fmla="*/ 1377 w 619638"/>
                <a:gd name="connsiteY2" fmla="*/ 1394790 h 1613119"/>
                <a:gd name="connsiteX3" fmla="*/ 311196 w 619638"/>
                <a:gd name="connsiteY3" fmla="*/ 1084971 h 1613119"/>
                <a:gd name="connsiteX4" fmla="*/ 619638 w 619638"/>
                <a:gd name="connsiteY4" fmla="*/ 1084971 h 1613119"/>
                <a:gd name="connsiteX5" fmla="*/ 619638 w 619638"/>
                <a:gd name="connsiteY5" fmla="*/ 309818 h 1613119"/>
                <a:gd name="connsiteX6" fmla="*/ 309819 w 619638"/>
                <a:gd name="connsiteY6" fmla="*/ 0 h 1613119"/>
                <a:gd name="connsiteX7" fmla="*/ 1 w 619638"/>
                <a:gd name="connsiteY7" fmla="*/ 309818 h 1613119"/>
                <a:gd name="connsiteX8" fmla="*/ 1 w 619638"/>
                <a:gd name="connsiteY8" fmla="*/ 1393416 h 1613119"/>
                <a:gd name="connsiteX9" fmla="*/ 90744 w 619638"/>
                <a:gd name="connsiteY9" fmla="*/ 1612491 h 1613119"/>
                <a:gd name="connsiteX10" fmla="*/ 91506 w 619638"/>
                <a:gd name="connsiteY10" fmla="*/ 1613119 h 1613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638" h="1613119">
                  <a:moveTo>
                    <a:pt x="91506" y="1613119"/>
                  </a:moveTo>
                  <a:lnTo>
                    <a:pt x="54289" y="1568012"/>
                  </a:lnTo>
                  <a:cubicBezTo>
                    <a:pt x="20883" y="1518565"/>
                    <a:pt x="1377" y="1458955"/>
                    <a:pt x="1377" y="1394790"/>
                  </a:cubicBezTo>
                  <a:cubicBezTo>
                    <a:pt x="1377" y="1223682"/>
                    <a:pt x="140088" y="1084971"/>
                    <a:pt x="311196" y="1084971"/>
                  </a:cubicBezTo>
                  <a:lnTo>
                    <a:pt x="619638" y="1084971"/>
                  </a:lnTo>
                  <a:lnTo>
                    <a:pt x="619638" y="309818"/>
                  </a:lnTo>
                  <a:cubicBezTo>
                    <a:pt x="619637" y="138711"/>
                    <a:pt x="480926" y="0"/>
                    <a:pt x="309819" y="0"/>
                  </a:cubicBezTo>
                  <a:cubicBezTo>
                    <a:pt x="138711" y="0"/>
                    <a:pt x="0" y="138711"/>
                    <a:pt x="1" y="309818"/>
                  </a:cubicBezTo>
                  <a:lnTo>
                    <a:pt x="1" y="1393416"/>
                  </a:lnTo>
                  <a:cubicBezTo>
                    <a:pt x="0" y="1478970"/>
                    <a:pt x="34678" y="1556424"/>
                    <a:pt x="90744" y="1612491"/>
                  </a:cubicBezTo>
                  <a:lnTo>
                    <a:pt x="91506" y="1613119"/>
                  </a:lnTo>
                  <a:close/>
                </a:path>
              </a:pathLst>
            </a:custGeom>
            <a:solidFill>
              <a:srgbClr val="EED7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655510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1 Chapitre Violet">
    <p:bg bwMode="black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B752A592-C4FC-FF2F-B3DD-D59F0E731273}"/>
              </a:ext>
            </a:extLst>
          </p:cNvPr>
          <p:cNvSpPr/>
          <p:nvPr userDrawn="1"/>
        </p:nvSpPr>
        <p:spPr bwMode="ltGray">
          <a:xfrm>
            <a:off x="0" y="6035040"/>
            <a:ext cx="12191999" cy="822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6" name="Graphique 44">
            <a:extLst>
              <a:ext uri="{FF2B5EF4-FFF2-40B4-BE49-F238E27FC236}">
                <a16:creationId xmlns:a16="http://schemas.microsoft.com/office/drawing/2014/main" id="{CDF4FD71-FC1F-E03D-89AF-8EE8DAB3614E}"/>
              </a:ext>
            </a:extLst>
          </p:cNvPr>
          <p:cNvGrpSpPr/>
          <p:nvPr userDrawn="1"/>
        </p:nvGrpSpPr>
        <p:grpSpPr>
          <a:xfrm>
            <a:off x="11259577" y="6260485"/>
            <a:ext cx="300749" cy="346882"/>
            <a:chOff x="3319467" y="228600"/>
            <a:chExt cx="5551926" cy="6403562"/>
          </a:xfrm>
          <a:solidFill>
            <a:schemeClr val="accent1"/>
          </a:solidFill>
        </p:grpSpPr>
        <p:sp>
          <p:nvSpPr>
            <p:cNvPr id="27" name="Forme libre : forme 26">
              <a:extLst>
                <a:ext uri="{FF2B5EF4-FFF2-40B4-BE49-F238E27FC236}">
                  <a16:creationId xmlns:a16="http://schemas.microsoft.com/office/drawing/2014/main" id="{FC25A25F-1BAE-3553-129E-D626E634A3B1}"/>
                </a:ext>
              </a:extLst>
            </p:cNvPr>
            <p:cNvSpPr/>
            <p:nvPr/>
          </p:nvSpPr>
          <p:spPr>
            <a:xfrm>
              <a:off x="3319467" y="1781949"/>
              <a:ext cx="1254828" cy="3190491"/>
            </a:xfrm>
            <a:custGeom>
              <a:avLst/>
              <a:gdLst>
                <a:gd name="connsiteX0" fmla="*/ 185 w 1254828"/>
                <a:gd name="connsiteY0" fmla="*/ 186391 h 3190491"/>
                <a:gd name="connsiteX1" fmla="*/ 174017 w 1254828"/>
                <a:gd name="connsiteY1" fmla="*/ 178 h 3190491"/>
                <a:gd name="connsiteX2" fmla="*/ 360040 w 1254828"/>
                <a:gd name="connsiteY2" fmla="*/ 169913 h 3190491"/>
                <a:gd name="connsiteX3" fmla="*/ 481198 w 1254828"/>
                <a:gd name="connsiteY3" fmla="*/ 2822340 h 3190491"/>
                <a:gd name="connsiteX4" fmla="*/ 1064509 w 1254828"/>
                <a:gd name="connsiteY4" fmla="*/ 2795670 h 3190491"/>
                <a:gd name="connsiteX5" fmla="*/ 1254628 w 1254828"/>
                <a:gd name="connsiteY5" fmla="*/ 2965310 h 3190491"/>
                <a:gd name="connsiteX6" fmla="*/ 1080987 w 1254828"/>
                <a:gd name="connsiteY6" fmla="*/ 3155525 h 3190491"/>
                <a:gd name="connsiteX7" fmla="*/ 319749 w 1254828"/>
                <a:gd name="connsiteY7" fmla="*/ 3190291 h 3190491"/>
                <a:gd name="connsiteX8" fmla="*/ 129535 w 1254828"/>
                <a:gd name="connsiteY8" fmla="*/ 3016650 h 3190491"/>
                <a:gd name="connsiteX9" fmla="*/ 185 w 1254828"/>
                <a:gd name="connsiteY9" fmla="*/ 186391 h 319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54828" h="3190491">
                  <a:moveTo>
                    <a:pt x="185" y="186391"/>
                  </a:moveTo>
                  <a:cubicBezTo>
                    <a:pt x="-4291" y="89332"/>
                    <a:pt x="72861" y="4845"/>
                    <a:pt x="174017" y="178"/>
                  </a:cubicBezTo>
                  <a:cubicBezTo>
                    <a:pt x="271076" y="-4204"/>
                    <a:pt x="355563" y="72949"/>
                    <a:pt x="360040" y="169913"/>
                  </a:cubicBezTo>
                  <a:lnTo>
                    <a:pt x="481198" y="2822340"/>
                  </a:lnTo>
                  <a:lnTo>
                    <a:pt x="1064509" y="2795670"/>
                  </a:lnTo>
                  <a:cubicBezTo>
                    <a:pt x="1165569" y="2791003"/>
                    <a:pt x="1250151" y="2868251"/>
                    <a:pt x="1254628" y="2965310"/>
                  </a:cubicBezTo>
                  <a:cubicBezTo>
                    <a:pt x="1259295" y="3066371"/>
                    <a:pt x="1182047" y="3150953"/>
                    <a:pt x="1080987" y="3155525"/>
                  </a:cubicBezTo>
                  <a:lnTo>
                    <a:pt x="319749" y="3190291"/>
                  </a:lnTo>
                  <a:cubicBezTo>
                    <a:pt x="218689" y="3194958"/>
                    <a:pt x="134107" y="3117710"/>
                    <a:pt x="129535" y="3016650"/>
                  </a:cubicBezTo>
                  <a:lnTo>
                    <a:pt x="185" y="18639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" name="Forme libre : forme 27">
              <a:extLst>
                <a:ext uri="{FF2B5EF4-FFF2-40B4-BE49-F238E27FC236}">
                  <a16:creationId xmlns:a16="http://schemas.microsoft.com/office/drawing/2014/main" id="{4E7909D0-9491-B88A-6526-0B69A4A19893}"/>
                </a:ext>
              </a:extLst>
            </p:cNvPr>
            <p:cNvSpPr/>
            <p:nvPr/>
          </p:nvSpPr>
          <p:spPr>
            <a:xfrm>
              <a:off x="5104446" y="1808321"/>
              <a:ext cx="330708" cy="559212"/>
            </a:xfrm>
            <a:custGeom>
              <a:avLst/>
              <a:gdLst>
                <a:gd name="connsiteX0" fmla="*/ 330708 w 330708"/>
                <a:gd name="connsiteY0" fmla="*/ 391954 h 559212"/>
                <a:gd name="connsiteX1" fmla="*/ 167164 w 330708"/>
                <a:gd name="connsiteY1" fmla="*/ 559213 h 559212"/>
                <a:gd name="connsiteX2" fmla="*/ 0 w 330708"/>
                <a:gd name="connsiteY2" fmla="*/ 391954 h 559212"/>
                <a:gd name="connsiteX3" fmla="*/ 0 w 330708"/>
                <a:gd name="connsiteY3" fmla="*/ 163449 h 559212"/>
                <a:gd name="connsiteX4" fmla="*/ 167164 w 330708"/>
                <a:gd name="connsiteY4" fmla="*/ 0 h 559212"/>
                <a:gd name="connsiteX5" fmla="*/ 330708 w 330708"/>
                <a:gd name="connsiteY5" fmla="*/ 163449 h 559212"/>
                <a:gd name="connsiteX6" fmla="*/ 330708 w 330708"/>
                <a:gd name="connsiteY6" fmla="*/ 391954 h 559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559212">
                  <a:moveTo>
                    <a:pt x="330708" y="391954"/>
                  </a:moveTo>
                  <a:cubicBezTo>
                    <a:pt x="330708" y="484822"/>
                    <a:pt x="256413" y="559213"/>
                    <a:pt x="167164" y="559213"/>
                  </a:cubicBezTo>
                  <a:cubicBezTo>
                    <a:pt x="77915" y="559213"/>
                    <a:pt x="0" y="484918"/>
                    <a:pt x="0" y="391954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3919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9" name="Forme libre : forme 28">
              <a:extLst>
                <a:ext uri="{FF2B5EF4-FFF2-40B4-BE49-F238E27FC236}">
                  <a16:creationId xmlns:a16="http://schemas.microsoft.com/office/drawing/2014/main" id="{161EBA1F-D1CB-9E6C-488A-E3F4ADD0092A}"/>
                </a:ext>
              </a:extLst>
            </p:cNvPr>
            <p:cNvSpPr/>
            <p:nvPr/>
          </p:nvSpPr>
          <p:spPr>
            <a:xfrm>
              <a:off x="5104446" y="2882646"/>
              <a:ext cx="330708" cy="2068734"/>
            </a:xfrm>
            <a:custGeom>
              <a:avLst/>
              <a:gdLst>
                <a:gd name="connsiteX0" fmla="*/ 330708 w 330708"/>
                <a:gd name="connsiteY0" fmla="*/ 1901476 h 2068734"/>
                <a:gd name="connsiteX1" fmla="*/ 167164 w 330708"/>
                <a:gd name="connsiteY1" fmla="*/ 2068735 h 2068734"/>
                <a:gd name="connsiteX2" fmla="*/ 0 w 330708"/>
                <a:gd name="connsiteY2" fmla="*/ 1901476 h 2068734"/>
                <a:gd name="connsiteX3" fmla="*/ 0 w 330708"/>
                <a:gd name="connsiteY3" fmla="*/ 163449 h 2068734"/>
                <a:gd name="connsiteX4" fmla="*/ 167164 w 330708"/>
                <a:gd name="connsiteY4" fmla="*/ 0 h 2068734"/>
                <a:gd name="connsiteX5" fmla="*/ 330708 w 330708"/>
                <a:gd name="connsiteY5" fmla="*/ 163449 h 2068734"/>
                <a:gd name="connsiteX6" fmla="*/ 330708 w 330708"/>
                <a:gd name="connsiteY6" fmla="*/ 1901476 h 206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2068734">
                  <a:moveTo>
                    <a:pt x="330708" y="1901476"/>
                  </a:moveTo>
                  <a:cubicBezTo>
                    <a:pt x="330708" y="1994344"/>
                    <a:pt x="256413" y="2068735"/>
                    <a:pt x="167164" y="2068735"/>
                  </a:cubicBezTo>
                  <a:cubicBezTo>
                    <a:pt x="77915" y="2068735"/>
                    <a:pt x="0" y="1994440"/>
                    <a:pt x="0" y="1901476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190147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0" name="Forme libre : forme 29">
              <a:extLst>
                <a:ext uri="{FF2B5EF4-FFF2-40B4-BE49-F238E27FC236}">
                  <a16:creationId xmlns:a16="http://schemas.microsoft.com/office/drawing/2014/main" id="{0E022199-BEEC-684A-DB97-2355DACA6DF7}"/>
                </a:ext>
              </a:extLst>
            </p:cNvPr>
            <p:cNvSpPr/>
            <p:nvPr/>
          </p:nvSpPr>
          <p:spPr>
            <a:xfrm>
              <a:off x="6236683" y="2168270"/>
              <a:ext cx="1065561" cy="2788348"/>
            </a:xfrm>
            <a:custGeom>
              <a:avLst/>
              <a:gdLst>
                <a:gd name="connsiteX0" fmla="*/ 321374 w 1065561"/>
                <a:gd name="connsiteY0" fmla="*/ 2625852 h 2788348"/>
                <a:gd name="connsiteX1" fmla="*/ 162496 w 1065561"/>
                <a:gd name="connsiteY1" fmla="*/ 2788349 h 2788348"/>
                <a:gd name="connsiteX2" fmla="*/ 0 w 1065561"/>
                <a:gd name="connsiteY2" fmla="*/ 2625852 h 2788348"/>
                <a:gd name="connsiteX3" fmla="*/ 0 w 1065561"/>
                <a:gd name="connsiteY3" fmla="*/ 158877 h 2788348"/>
                <a:gd name="connsiteX4" fmla="*/ 162496 w 1065561"/>
                <a:gd name="connsiteY4" fmla="*/ 0 h 2788348"/>
                <a:gd name="connsiteX5" fmla="*/ 903065 w 1065561"/>
                <a:gd name="connsiteY5" fmla="*/ 0 h 2788348"/>
                <a:gd name="connsiteX6" fmla="*/ 1065562 w 1065561"/>
                <a:gd name="connsiteY6" fmla="*/ 158877 h 2788348"/>
                <a:gd name="connsiteX7" fmla="*/ 903065 w 1065561"/>
                <a:gd name="connsiteY7" fmla="*/ 321374 h 2788348"/>
                <a:gd name="connsiteX8" fmla="*/ 321374 w 1065561"/>
                <a:gd name="connsiteY8" fmla="*/ 321374 h 2788348"/>
                <a:gd name="connsiteX9" fmla="*/ 321374 w 1065561"/>
                <a:gd name="connsiteY9" fmla="*/ 1216914 h 2788348"/>
                <a:gd name="connsiteX10" fmla="*/ 740569 w 1065561"/>
                <a:gd name="connsiteY10" fmla="*/ 1216914 h 2788348"/>
                <a:gd name="connsiteX11" fmla="*/ 903065 w 1065561"/>
                <a:gd name="connsiteY11" fmla="*/ 1375791 h 2788348"/>
                <a:gd name="connsiteX12" fmla="*/ 740569 w 1065561"/>
                <a:gd name="connsiteY12" fmla="*/ 1538288 h 2788348"/>
                <a:gd name="connsiteX13" fmla="*/ 321374 w 1065561"/>
                <a:gd name="connsiteY13" fmla="*/ 1538288 h 2788348"/>
                <a:gd name="connsiteX14" fmla="*/ 321374 w 1065561"/>
                <a:gd name="connsiteY14" fmla="*/ 2625757 h 278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65561" h="2788348">
                  <a:moveTo>
                    <a:pt x="321374" y="2625852"/>
                  </a:moveTo>
                  <a:cubicBezTo>
                    <a:pt x="321374" y="2716149"/>
                    <a:pt x="249174" y="2788349"/>
                    <a:pt x="162496" y="2788349"/>
                  </a:cubicBezTo>
                  <a:cubicBezTo>
                    <a:pt x="75819" y="2788349"/>
                    <a:pt x="0" y="2716149"/>
                    <a:pt x="0" y="2625852"/>
                  </a:cubicBezTo>
                  <a:lnTo>
                    <a:pt x="0" y="158877"/>
                  </a:lnTo>
                  <a:cubicBezTo>
                    <a:pt x="0" y="72200"/>
                    <a:pt x="72200" y="0"/>
                    <a:pt x="162496" y="0"/>
                  </a:cubicBezTo>
                  <a:lnTo>
                    <a:pt x="903065" y="0"/>
                  </a:lnTo>
                  <a:cubicBezTo>
                    <a:pt x="993362" y="0"/>
                    <a:pt x="1065562" y="72200"/>
                    <a:pt x="1065562" y="158877"/>
                  </a:cubicBezTo>
                  <a:cubicBezTo>
                    <a:pt x="1065562" y="245554"/>
                    <a:pt x="993362" y="321374"/>
                    <a:pt x="903065" y="321374"/>
                  </a:cubicBezTo>
                  <a:lnTo>
                    <a:pt x="321374" y="321374"/>
                  </a:lnTo>
                  <a:lnTo>
                    <a:pt x="321374" y="1216914"/>
                  </a:lnTo>
                  <a:lnTo>
                    <a:pt x="740569" y="1216914"/>
                  </a:lnTo>
                  <a:cubicBezTo>
                    <a:pt x="830866" y="1216914"/>
                    <a:pt x="903065" y="1289114"/>
                    <a:pt x="903065" y="1375791"/>
                  </a:cubicBezTo>
                  <a:cubicBezTo>
                    <a:pt x="903065" y="1462468"/>
                    <a:pt x="830866" y="1538288"/>
                    <a:pt x="740569" y="1538288"/>
                  </a:cubicBezTo>
                  <a:lnTo>
                    <a:pt x="321374" y="1538288"/>
                  </a:lnTo>
                  <a:lnTo>
                    <a:pt x="321374" y="262575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0" name="Forme libre : forme 39">
              <a:extLst>
                <a:ext uri="{FF2B5EF4-FFF2-40B4-BE49-F238E27FC236}">
                  <a16:creationId xmlns:a16="http://schemas.microsoft.com/office/drawing/2014/main" id="{DC27025E-3ADB-3034-C29C-88AA4445C188}"/>
                </a:ext>
              </a:extLst>
            </p:cNvPr>
            <p:cNvSpPr/>
            <p:nvPr/>
          </p:nvSpPr>
          <p:spPr>
            <a:xfrm>
              <a:off x="7800593" y="2168366"/>
              <a:ext cx="1070800" cy="2751391"/>
            </a:xfrm>
            <a:custGeom>
              <a:avLst/>
              <a:gdLst>
                <a:gd name="connsiteX0" fmla="*/ 908400 w 1070800"/>
                <a:gd name="connsiteY0" fmla="*/ 2429923 h 2751391"/>
                <a:gd name="connsiteX1" fmla="*/ 321469 w 1070800"/>
                <a:gd name="connsiteY1" fmla="*/ 2429923 h 2751391"/>
                <a:gd name="connsiteX2" fmla="*/ 321469 w 1070800"/>
                <a:gd name="connsiteY2" fmla="*/ 1522476 h 2751391"/>
                <a:gd name="connsiteX3" fmla="*/ 740664 w 1070800"/>
                <a:gd name="connsiteY3" fmla="*/ 1522476 h 2751391"/>
                <a:gd name="connsiteX4" fmla="*/ 903161 w 1070800"/>
                <a:gd name="connsiteY4" fmla="*/ 1359980 h 2751391"/>
                <a:gd name="connsiteX5" fmla="*/ 740664 w 1070800"/>
                <a:gd name="connsiteY5" fmla="*/ 1201103 h 2751391"/>
                <a:gd name="connsiteX6" fmla="*/ 321469 w 1070800"/>
                <a:gd name="connsiteY6" fmla="*/ 1201103 h 2751391"/>
                <a:gd name="connsiteX7" fmla="*/ 321469 w 1070800"/>
                <a:gd name="connsiteY7" fmla="*/ 321374 h 2751391"/>
                <a:gd name="connsiteX8" fmla="*/ 903161 w 1070800"/>
                <a:gd name="connsiteY8" fmla="*/ 321374 h 2751391"/>
                <a:gd name="connsiteX9" fmla="*/ 1065657 w 1070800"/>
                <a:gd name="connsiteY9" fmla="*/ 158877 h 2751391"/>
                <a:gd name="connsiteX10" fmla="*/ 903161 w 1070800"/>
                <a:gd name="connsiteY10" fmla="*/ 0 h 2751391"/>
                <a:gd name="connsiteX11" fmla="*/ 162496 w 1070800"/>
                <a:gd name="connsiteY11" fmla="*/ 0 h 2751391"/>
                <a:gd name="connsiteX12" fmla="*/ 0 w 1070800"/>
                <a:gd name="connsiteY12" fmla="*/ 158877 h 2751391"/>
                <a:gd name="connsiteX13" fmla="*/ 0 w 1070800"/>
                <a:gd name="connsiteY13" fmla="*/ 2588895 h 2751391"/>
                <a:gd name="connsiteX14" fmla="*/ 162496 w 1070800"/>
                <a:gd name="connsiteY14" fmla="*/ 2751392 h 2751391"/>
                <a:gd name="connsiteX15" fmla="*/ 165068 w 1070800"/>
                <a:gd name="connsiteY15" fmla="*/ 2751296 h 2751391"/>
                <a:gd name="connsiteX16" fmla="*/ 167735 w 1070800"/>
                <a:gd name="connsiteY16" fmla="*/ 2751392 h 2751391"/>
                <a:gd name="connsiteX17" fmla="*/ 908304 w 1070800"/>
                <a:gd name="connsiteY17" fmla="*/ 2751392 h 2751391"/>
                <a:gd name="connsiteX18" fmla="*/ 1070801 w 1070800"/>
                <a:gd name="connsiteY18" fmla="*/ 2592515 h 2751391"/>
                <a:gd name="connsiteX19" fmla="*/ 908304 w 1070800"/>
                <a:gd name="connsiteY19" fmla="*/ 2430018 h 275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70800" h="2751391">
                  <a:moveTo>
                    <a:pt x="908400" y="2429923"/>
                  </a:moveTo>
                  <a:lnTo>
                    <a:pt x="321469" y="2429923"/>
                  </a:lnTo>
                  <a:lnTo>
                    <a:pt x="321469" y="1522476"/>
                  </a:lnTo>
                  <a:lnTo>
                    <a:pt x="740664" y="1522476"/>
                  </a:lnTo>
                  <a:cubicBezTo>
                    <a:pt x="830961" y="1522476"/>
                    <a:pt x="903161" y="1450277"/>
                    <a:pt x="903161" y="1359980"/>
                  </a:cubicBezTo>
                  <a:cubicBezTo>
                    <a:pt x="903161" y="1269683"/>
                    <a:pt x="830961" y="1201103"/>
                    <a:pt x="740664" y="1201103"/>
                  </a:cubicBezTo>
                  <a:lnTo>
                    <a:pt x="321469" y="1201103"/>
                  </a:lnTo>
                  <a:lnTo>
                    <a:pt x="321469" y="321374"/>
                  </a:lnTo>
                  <a:lnTo>
                    <a:pt x="903161" y="321374"/>
                  </a:lnTo>
                  <a:cubicBezTo>
                    <a:pt x="993458" y="321374"/>
                    <a:pt x="1065657" y="249174"/>
                    <a:pt x="1065657" y="158877"/>
                  </a:cubicBezTo>
                  <a:cubicBezTo>
                    <a:pt x="1065657" y="68580"/>
                    <a:pt x="993458" y="0"/>
                    <a:pt x="903161" y="0"/>
                  </a:cubicBezTo>
                  <a:lnTo>
                    <a:pt x="162496" y="0"/>
                  </a:lnTo>
                  <a:cubicBezTo>
                    <a:pt x="72200" y="0"/>
                    <a:pt x="0" y="72200"/>
                    <a:pt x="0" y="158877"/>
                  </a:cubicBezTo>
                  <a:lnTo>
                    <a:pt x="0" y="2588895"/>
                  </a:lnTo>
                  <a:cubicBezTo>
                    <a:pt x="0" y="2679192"/>
                    <a:pt x="72200" y="2751392"/>
                    <a:pt x="162496" y="2751392"/>
                  </a:cubicBezTo>
                  <a:cubicBezTo>
                    <a:pt x="163354" y="2751392"/>
                    <a:pt x="164211" y="2751296"/>
                    <a:pt x="165068" y="2751296"/>
                  </a:cubicBezTo>
                  <a:cubicBezTo>
                    <a:pt x="166021" y="2751296"/>
                    <a:pt x="166878" y="2751392"/>
                    <a:pt x="167735" y="2751392"/>
                  </a:cubicBezTo>
                  <a:lnTo>
                    <a:pt x="908304" y="2751392"/>
                  </a:lnTo>
                  <a:cubicBezTo>
                    <a:pt x="998601" y="2751392"/>
                    <a:pt x="1070801" y="2679192"/>
                    <a:pt x="1070801" y="2592515"/>
                  </a:cubicBezTo>
                  <a:cubicBezTo>
                    <a:pt x="1070801" y="2505837"/>
                    <a:pt x="998601" y="2430018"/>
                    <a:pt x="908304" y="24300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1" name="Forme libre : forme 40">
              <a:extLst>
                <a:ext uri="{FF2B5EF4-FFF2-40B4-BE49-F238E27FC236}">
                  <a16:creationId xmlns:a16="http://schemas.microsoft.com/office/drawing/2014/main" id="{4E550624-1828-E2BC-C79C-B684BA9F02F9}"/>
                </a:ext>
              </a:extLst>
            </p:cNvPr>
            <p:cNvSpPr/>
            <p:nvPr/>
          </p:nvSpPr>
          <p:spPr>
            <a:xfrm>
              <a:off x="3605502" y="228600"/>
              <a:ext cx="4960413" cy="1495996"/>
            </a:xfrm>
            <a:custGeom>
              <a:avLst/>
              <a:gdLst>
                <a:gd name="connsiteX0" fmla="*/ 4782117 w 4960413"/>
                <a:gd name="connsiteY0" fmla="*/ 1495997 h 1495996"/>
                <a:gd name="connsiteX1" fmla="*/ 4642195 w 4960413"/>
                <a:gd name="connsiteY1" fmla="*/ 1428464 h 1495996"/>
                <a:gd name="connsiteX2" fmla="*/ 2426965 w 4960413"/>
                <a:gd name="connsiteY2" fmla="*/ 356807 h 1495996"/>
                <a:gd name="connsiteX3" fmla="*/ 311844 w 4960413"/>
                <a:gd name="connsiteY3" fmla="*/ 1309211 h 1495996"/>
                <a:gd name="connsiteX4" fmla="*/ 60098 w 4960413"/>
                <a:gd name="connsiteY4" fmla="*/ 1324451 h 1495996"/>
                <a:gd name="connsiteX5" fmla="*/ 44858 w 4960413"/>
                <a:gd name="connsiteY5" fmla="*/ 1072706 h 1495996"/>
                <a:gd name="connsiteX6" fmla="*/ 2427061 w 4960413"/>
                <a:gd name="connsiteY6" fmla="*/ 0 h 1495996"/>
                <a:gd name="connsiteX7" fmla="*/ 4921849 w 4960413"/>
                <a:gd name="connsiteY7" fmla="*/ 1206818 h 1495996"/>
                <a:gd name="connsiteX8" fmla="*/ 4892798 w 4960413"/>
                <a:gd name="connsiteY8" fmla="*/ 1457420 h 1495996"/>
                <a:gd name="connsiteX9" fmla="*/ 4782117 w 4960413"/>
                <a:gd name="connsiteY9" fmla="*/ 1495997 h 1495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60413" h="1495996">
                  <a:moveTo>
                    <a:pt x="4782117" y="1495997"/>
                  </a:moveTo>
                  <a:cubicBezTo>
                    <a:pt x="4729539" y="1495997"/>
                    <a:pt x="4677437" y="1472851"/>
                    <a:pt x="4642195" y="1428464"/>
                  </a:cubicBezTo>
                  <a:cubicBezTo>
                    <a:pt x="4102413" y="747427"/>
                    <a:pt x="3294979" y="356807"/>
                    <a:pt x="2426965" y="356807"/>
                  </a:cubicBezTo>
                  <a:cubicBezTo>
                    <a:pt x="1618960" y="356807"/>
                    <a:pt x="848006" y="703898"/>
                    <a:pt x="311844" y="1309211"/>
                  </a:cubicBezTo>
                  <a:cubicBezTo>
                    <a:pt x="246502" y="1382935"/>
                    <a:pt x="133822" y="1389698"/>
                    <a:pt x="60098" y="1324451"/>
                  </a:cubicBezTo>
                  <a:cubicBezTo>
                    <a:pt x="-13625" y="1259110"/>
                    <a:pt x="-20483" y="1146429"/>
                    <a:pt x="44858" y="1072706"/>
                  </a:cubicBezTo>
                  <a:cubicBezTo>
                    <a:pt x="648743" y="390906"/>
                    <a:pt x="1517042" y="0"/>
                    <a:pt x="2427061" y="0"/>
                  </a:cubicBezTo>
                  <a:cubicBezTo>
                    <a:pt x="3404612" y="0"/>
                    <a:pt x="4313868" y="439865"/>
                    <a:pt x="4921849" y="1206818"/>
                  </a:cubicBezTo>
                  <a:cubicBezTo>
                    <a:pt x="4982999" y="1283970"/>
                    <a:pt x="4970046" y="1396175"/>
                    <a:pt x="4892798" y="1457420"/>
                  </a:cubicBezTo>
                  <a:cubicBezTo>
                    <a:pt x="4860032" y="1483424"/>
                    <a:pt x="4820979" y="1495997"/>
                    <a:pt x="4782117" y="14959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2" name="Forme libre : forme 41">
              <a:extLst>
                <a:ext uri="{FF2B5EF4-FFF2-40B4-BE49-F238E27FC236}">
                  <a16:creationId xmlns:a16="http://schemas.microsoft.com/office/drawing/2014/main" id="{A4BE9471-99AD-529A-CE35-189657396ACD}"/>
                </a:ext>
              </a:extLst>
            </p:cNvPr>
            <p:cNvSpPr/>
            <p:nvPr/>
          </p:nvSpPr>
          <p:spPr>
            <a:xfrm>
              <a:off x="3749206" y="5390947"/>
              <a:ext cx="546290" cy="567405"/>
            </a:xfrm>
            <a:custGeom>
              <a:avLst/>
              <a:gdLst>
                <a:gd name="connsiteX0" fmla="*/ 100703 w 546290"/>
                <a:gd name="connsiteY0" fmla="*/ 485502 h 567405"/>
                <a:gd name="connsiteX1" fmla="*/ 881 w 546290"/>
                <a:gd name="connsiteY1" fmla="*/ 299193 h 567405"/>
                <a:gd name="connsiteX2" fmla="*/ 74890 w 546290"/>
                <a:gd name="connsiteY2" fmla="*/ 100501 h 567405"/>
                <a:gd name="connsiteX3" fmla="*/ 260342 w 546290"/>
                <a:gd name="connsiteY3" fmla="*/ 489 h 567405"/>
                <a:gd name="connsiteX4" fmla="*/ 450651 w 546290"/>
                <a:gd name="connsiteY4" fmla="*/ 72402 h 567405"/>
                <a:gd name="connsiteX5" fmla="*/ 545711 w 546290"/>
                <a:gd name="connsiteY5" fmla="*/ 252520 h 567405"/>
                <a:gd name="connsiteX6" fmla="*/ 478083 w 546290"/>
                <a:gd name="connsiteY6" fmla="*/ 437972 h 567405"/>
                <a:gd name="connsiteX7" fmla="*/ 373784 w 546290"/>
                <a:gd name="connsiteY7" fmla="*/ 505408 h 567405"/>
                <a:gd name="connsiteX8" fmla="*/ 278725 w 546290"/>
                <a:gd name="connsiteY8" fmla="*/ 476929 h 567405"/>
                <a:gd name="connsiteX9" fmla="*/ 250721 w 546290"/>
                <a:gd name="connsiteY9" fmla="*/ 393966 h 567405"/>
                <a:gd name="connsiteX10" fmla="*/ 159091 w 546290"/>
                <a:gd name="connsiteY10" fmla="*/ 370439 h 567405"/>
                <a:gd name="connsiteX11" fmla="*/ 122229 w 546290"/>
                <a:gd name="connsiteY11" fmla="*/ 290810 h 567405"/>
                <a:gd name="connsiteX12" fmla="*/ 175188 w 546290"/>
                <a:gd name="connsiteY12" fmla="*/ 181464 h 567405"/>
                <a:gd name="connsiteX13" fmla="*/ 338542 w 546290"/>
                <a:gd name="connsiteY13" fmla="*/ 128219 h 567405"/>
                <a:gd name="connsiteX14" fmla="*/ 375308 w 546290"/>
                <a:gd name="connsiteY14" fmla="*/ 150888 h 567405"/>
                <a:gd name="connsiteX15" fmla="*/ 432268 w 546290"/>
                <a:gd name="connsiteY15" fmla="*/ 236994 h 567405"/>
                <a:gd name="connsiteX16" fmla="*/ 436078 w 546290"/>
                <a:gd name="connsiteY16" fmla="*/ 250805 h 567405"/>
                <a:gd name="connsiteX17" fmla="*/ 423981 w 546290"/>
                <a:gd name="connsiteY17" fmla="*/ 278618 h 567405"/>
                <a:gd name="connsiteX18" fmla="*/ 327683 w 546290"/>
                <a:gd name="connsiteY18" fmla="*/ 386823 h 567405"/>
                <a:gd name="connsiteX19" fmla="*/ 331970 w 546290"/>
                <a:gd name="connsiteY19" fmla="*/ 438448 h 567405"/>
                <a:gd name="connsiteX20" fmla="*/ 378737 w 546290"/>
                <a:gd name="connsiteY20" fmla="*/ 444544 h 567405"/>
                <a:gd name="connsiteX21" fmla="*/ 436268 w 546290"/>
                <a:gd name="connsiteY21" fmla="*/ 400729 h 567405"/>
                <a:gd name="connsiteX22" fmla="*/ 491609 w 546290"/>
                <a:gd name="connsiteY22" fmla="*/ 253091 h 567405"/>
                <a:gd name="connsiteX23" fmla="*/ 416266 w 546290"/>
                <a:gd name="connsiteY23" fmla="*/ 110502 h 567405"/>
                <a:gd name="connsiteX24" fmla="*/ 264914 w 546290"/>
                <a:gd name="connsiteY24" fmla="*/ 53352 h 567405"/>
                <a:gd name="connsiteX25" fmla="*/ 117848 w 546290"/>
                <a:gd name="connsiteY25" fmla="*/ 132695 h 567405"/>
                <a:gd name="connsiteX26" fmla="*/ 56888 w 546290"/>
                <a:gd name="connsiteY26" fmla="*/ 293287 h 567405"/>
                <a:gd name="connsiteX27" fmla="*/ 136612 w 546290"/>
                <a:gd name="connsiteY27" fmla="*/ 446259 h 567405"/>
                <a:gd name="connsiteX28" fmla="*/ 256341 w 546290"/>
                <a:gd name="connsiteY28" fmla="*/ 518172 h 567405"/>
                <a:gd name="connsiteX29" fmla="*/ 269962 w 546290"/>
                <a:gd name="connsiteY29" fmla="*/ 526364 h 567405"/>
                <a:gd name="connsiteX30" fmla="*/ 274153 w 546290"/>
                <a:gd name="connsiteY30" fmla="*/ 540270 h 567405"/>
                <a:gd name="connsiteX31" fmla="*/ 264247 w 546290"/>
                <a:gd name="connsiteY31" fmla="*/ 560177 h 567405"/>
                <a:gd name="connsiteX32" fmla="*/ 238529 w 546290"/>
                <a:gd name="connsiteY32" fmla="*/ 566083 h 567405"/>
                <a:gd name="connsiteX33" fmla="*/ 100798 w 546290"/>
                <a:gd name="connsiteY33" fmla="*/ 485406 h 567405"/>
                <a:gd name="connsiteX34" fmla="*/ 332922 w 546290"/>
                <a:gd name="connsiteY34" fmla="*/ 203752 h 567405"/>
                <a:gd name="connsiteX35" fmla="*/ 287107 w 546290"/>
                <a:gd name="connsiteY35" fmla="*/ 188512 h 567405"/>
                <a:gd name="connsiteX36" fmla="*/ 230433 w 546290"/>
                <a:gd name="connsiteY36" fmla="*/ 225374 h 567405"/>
                <a:gd name="connsiteX37" fmla="*/ 196715 w 546290"/>
                <a:gd name="connsiteY37" fmla="*/ 285095 h 567405"/>
                <a:gd name="connsiteX38" fmla="*/ 209859 w 546290"/>
                <a:gd name="connsiteY38" fmla="*/ 324624 h 567405"/>
                <a:gd name="connsiteX39" fmla="*/ 278249 w 546290"/>
                <a:gd name="connsiteY39" fmla="*/ 339674 h 567405"/>
                <a:gd name="connsiteX40" fmla="*/ 362259 w 546290"/>
                <a:gd name="connsiteY40" fmla="*/ 245281 h 567405"/>
                <a:gd name="connsiteX41" fmla="*/ 333017 w 546290"/>
                <a:gd name="connsiteY41" fmla="*/ 203656 h 567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46290" h="567405">
                  <a:moveTo>
                    <a:pt x="100703" y="485502"/>
                  </a:moveTo>
                  <a:cubicBezTo>
                    <a:pt x="40124" y="431590"/>
                    <a:pt x="6881" y="369582"/>
                    <a:pt x="881" y="299193"/>
                  </a:cubicBezTo>
                  <a:cubicBezTo>
                    <a:pt x="-5120" y="228898"/>
                    <a:pt x="19550" y="162699"/>
                    <a:pt x="74890" y="100501"/>
                  </a:cubicBezTo>
                  <a:cubicBezTo>
                    <a:pt x="130421" y="38112"/>
                    <a:pt x="192238" y="4774"/>
                    <a:pt x="260342" y="489"/>
                  </a:cubicBezTo>
                  <a:cubicBezTo>
                    <a:pt x="328541" y="-3798"/>
                    <a:pt x="391977" y="20110"/>
                    <a:pt x="450651" y="72402"/>
                  </a:cubicBezTo>
                  <a:cubicBezTo>
                    <a:pt x="509420" y="124694"/>
                    <a:pt x="541043" y="184702"/>
                    <a:pt x="545711" y="252520"/>
                  </a:cubicBezTo>
                  <a:cubicBezTo>
                    <a:pt x="550283" y="320338"/>
                    <a:pt x="527804" y="382155"/>
                    <a:pt x="478083" y="437972"/>
                  </a:cubicBezTo>
                  <a:cubicBezTo>
                    <a:pt x="443603" y="476739"/>
                    <a:pt x="408836" y="499218"/>
                    <a:pt x="373784" y="505408"/>
                  </a:cubicBezTo>
                  <a:cubicBezTo>
                    <a:pt x="338732" y="511600"/>
                    <a:pt x="307014" y="502075"/>
                    <a:pt x="278725" y="476929"/>
                  </a:cubicBezTo>
                  <a:cubicBezTo>
                    <a:pt x="250436" y="451783"/>
                    <a:pt x="241101" y="424160"/>
                    <a:pt x="250721" y="393966"/>
                  </a:cubicBezTo>
                  <a:cubicBezTo>
                    <a:pt x="213193" y="399205"/>
                    <a:pt x="182618" y="391394"/>
                    <a:pt x="159091" y="370439"/>
                  </a:cubicBezTo>
                  <a:cubicBezTo>
                    <a:pt x="135564" y="349484"/>
                    <a:pt x="123182" y="322910"/>
                    <a:pt x="122229" y="290810"/>
                  </a:cubicBezTo>
                  <a:cubicBezTo>
                    <a:pt x="121562" y="258330"/>
                    <a:pt x="139184" y="221945"/>
                    <a:pt x="175188" y="181464"/>
                  </a:cubicBezTo>
                  <a:cubicBezTo>
                    <a:pt x="227957" y="122123"/>
                    <a:pt x="282344" y="104406"/>
                    <a:pt x="338542" y="128219"/>
                  </a:cubicBezTo>
                  <a:cubicBezTo>
                    <a:pt x="351972" y="133839"/>
                    <a:pt x="364259" y="141459"/>
                    <a:pt x="375308" y="150888"/>
                  </a:cubicBezTo>
                  <a:cubicBezTo>
                    <a:pt x="401597" y="174225"/>
                    <a:pt x="420552" y="202990"/>
                    <a:pt x="432268" y="236994"/>
                  </a:cubicBezTo>
                  <a:cubicBezTo>
                    <a:pt x="434363" y="242995"/>
                    <a:pt x="435602" y="247662"/>
                    <a:pt x="436078" y="250805"/>
                  </a:cubicBezTo>
                  <a:cubicBezTo>
                    <a:pt x="437126" y="259092"/>
                    <a:pt x="433125" y="268332"/>
                    <a:pt x="423981" y="278618"/>
                  </a:cubicBezTo>
                  <a:lnTo>
                    <a:pt x="327683" y="386823"/>
                  </a:lnTo>
                  <a:cubicBezTo>
                    <a:pt x="311872" y="404634"/>
                    <a:pt x="313301" y="421779"/>
                    <a:pt x="331970" y="438448"/>
                  </a:cubicBezTo>
                  <a:cubicBezTo>
                    <a:pt x="344447" y="449592"/>
                    <a:pt x="360068" y="451593"/>
                    <a:pt x="378737" y="444544"/>
                  </a:cubicBezTo>
                  <a:cubicBezTo>
                    <a:pt x="397406" y="437495"/>
                    <a:pt x="416552" y="422827"/>
                    <a:pt x="436268" y="400729"/>
                  </a:cubicBezTo>
                  <a:cubicBezTo>
                    <a:pt x="476559" y="355390"/>
                    <a:pt x="495038" y="306146"/>
                    <a:pt x="491609" y="253091"/>
                  </a:cubicBezTo>
                  <a:cubicBezTo>
                    <a:pt x="488180" y="200037"/>
                    <a:pt x="463034" y="152507"/>
                    <a:pt x="416266" y="110502"/>
                  </a:cubicBezTo>
                  <a:cubicBezTo>
                    <a:pt x="369498" y="68878"/>
                    <a:pt x="319016" y="49828"/>
                    <a:pt x="264914" y="53352"/>
                  </a:cubicBezTo>
                  <a:cubicBezTo>
                    <a:pt x="210907" y="56686"/>
                    <a:pt x="161948" y="83166"/>
                    <a:pt x="117848" y="132695"/>
                  </a:cubicBezTo>
                  <a:cubicBezTo>
                    <a:pt x="73747" y="182225"/>
                    <a:pt x="53363" y="235756"/>
                    <a:pt x="56888" y="293287"/>
                  </a:cubicBezTo>
                  <a:cubicBezTo>
                    <a:pt x="60317" y="350723"/>
                    <a:pt x="86891" y="401776"/>
                    <a:pt x="136612" y="446259"/>
                  </a:cubicBezTo>
                  <a:cubicBezTo>
                    <a:pt x="174331" y="480168"/>
                    <a:pt x="214241" y="504170"/>
                    <a:pt x="256341" y="518172"/>
                  </a:cubicBezTo>
                  <a:cubicBezTo>
                    <a:pt x="262151" y="520744"/>
                    <a:pt x="266723" y="523506"/>
                    <a:pt x="269962" y="526364"/>
                  </a:cubicBezTo>
                  <a:cubicBezTo>
                    <a:pt x="273200" y="529221"/>
                    <a:pt x="274629" y="533889"/>
                    <a:pt x="274153" y="540270"/>
                  </a:cubicBezTo>
                  <a:cubicBezTo>
                    <a:pt x="273677" y="546652"/>
                    <a:pt x="270343" y="553319"/>
                    <a:pt x="264247" y="560177"/>
                  </a:cubicBezTo>
                  <a:cubicBezTo>
                    <a:pt x="258151" y="567036"/>
                    <a:pt x="249578" y="569035"/>
                    <a:pt x="238529" y="566083"/>
                  </a:cubicBezTo>
                  <a:cubicBezTo>
                    <a:pt x="190523" y="551319"/>
                    <a:pt x="144613" y="524458"/>
                    <a:pt x="100798" y="485406"/>
                  </a:cubicBezTo>
                  <a:moveTo>
                    <a:pt x="332922" y="203752"/>
                  </a:moveTo>
                  <a:cubicBezTo>
                    <a:pt x="319682" y="191941"/>
                    <a:pt x="304442" y="186892"/>
                    <a:pt x="287107" y="188512"/>
                  </a:cubicBezTo>
                  <a:cubicBezTo>
                    <a:pt x="269962" y="189940"/>
                    <a:pt x="251007" y="202228"/>
                    <a:pt x="230433" y="225374"/>
                  </a:cubicBezTo>
                  <a:cubicBezTo>
                    <a:pt x="209764" y="248615"/>
                    <a:pt x="198524" y="268522"/>
                    <a:pt x="196715" y="285095"/>
                  </a:cubicBezTo>
                  <a:cubicBezTo>
                    <a:pt x="194905" y="301764"/>
                    <a:pt x="199286" y="314908"/>
                    <a:pt x="209859" y="324624"/>
                  </a:cubicBezTo>
                  <a:cubicBezTo>
                    <a:pt x="227766" y="340245"/>
                    <a:pt x="250626" y="345293"/>
                    <a:pt x="278249" y="339674"/>
                  </a:cubicBezTo>
                  <a:lnTo>
                    <a:pt x="362259" y="245281"/>
                  </a:lnTo>
                  <a:cubicBezTo>
                    <a:pt x="355973" y="229374"/>
                    <a:pt x="346257" y="215467"/>
                    <a:pt x="333017" y="20365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3" name="Forme libre : forme 42">
              <a:extLst>
                <a:ext uri="{FF2B5EF4-FFF2-40B4-BE49-F238E27FC236}">
                  <a16:creationId xmlns:a16="http://schemas.microsoft.com/office/drawing/2014/main" id="{2AB69E65-B532-EF81-3246-8AF8088EEB15}"/>
                </a:ext>
              </a:extLst>
            </p:cNvPr>
            <p:cNvSpPr/>
            <p:nvPr/>
          </p:nvSpPr>
          <p:spPr>
            <a:xfrm>
              <a:off x="4362046" y="5781046"/>
              <a:ext cx="399278" cy="467401"/>
            </a:xfrm>
            <a:custGeom>
              <a:avLst/>
              <a:gdLst>
                <a:gd name="connsiteX0" fmla="*/ 311680 w 399278"/>
                <a:gd name="connsiteY0" fmla="*/ 47967 h 467401"/>
                <a:gd name="connsiteX1" fmla="*/ 392166 w 399278"/>
                <a:gd name="connsiteY1" fmla="*/ 122548 h 467401"/>
                <a:gd name="connsiteX2" fmla="*/ 379879 w 399278"/>
                <a:gd name="connsiteY2" fmla="*/ 217227 h 467401"/>
                <a:gd name="connsiteX3" fmla="*/ 274342 w 399278"/>
                <a:gd name="connsiteY3" fmla="*/ 274186 h 467401"/>
                <a:gd name="connsiteX4" fmla="*/ 289011 w 399278"/>
                <a:gd name="connsiteY4" fmla="*/ 402773 h 467401"/>
                <a:gd name="connsiteX5" fmla="*/ 209953 w 399278"/>
                <a:gd name="connsiteY5" fmla="*/ 466401 h 467401"/>
                <a:gd name="connsiteX6" fmla="*/ 97177 w 399278"/>
                <a:gd name="connsiteY6" fmla="*/ 436397 h 467401"/>
                <a:gd name="connsiteX7" fmla="*/ 19453 w 399278"/>
                <a:gd name="connsiteY7" fmla="*/ 392963 h 467401"/>
                <a:gd name="connsiteX8" fmla="*/ 2117 w 399278"/>
                <a:gd name="connsiteY8" fmla="*/ 374770 h 467401"/>
                <a:gd name="connsiteX9" fmla="*/ 3546 w 399278"/>
                <a:gd name="connsiteY9" fmla="*/ 352196 h 467401"/>
                <a:gd name="connsiteX10" fmla="*/ 192617 w 399278"/>
                <a:gd name="connsiteY10" fmla="*/ 13677 h 467401"/>
                <a:gd name="connsiteX11" fmla="*/ 211286 w 399278"/>
                <a:gd name="connsiteY11" fmla="*/ 342 h 467401"/>
                <a:gd name="connsiteX12" fmla="*/ 235956 w 399278"/>
                <a:gd name="connsiteY12" fmla="*/ 5581 h 467401"/>
                <a:gd name="connsiteX13" fmla="*/ 311680 w 399278"/>
                <a:gd name="connsiteY13" fmla="*/ 47872 h 467401"/>
                <a:gd name="connsiteX14" fmla="*/ 143373 w 399278"/>
                <a:gd name="connsiteY14" fmla="*/ 242087 h 467401"/>
                <a:gd name="connsiteX15" fmla="*/ 80603 w 399278"/>
                <a:gd name="connsiteY15" fmla="*/ 354482 h 467401"/>
                <a:gd name="connsiteX16" fmla="*/ 130038 w 399278"/>
                <a:gd name="connsiteY16" fmla="*/ 382104 h 467401"/>
                <a:gd name="connsiteX17" fmla="*/ 190046 w 399278"/>
                <a:gd name="connsiteY17" fmla="*/ 398964 h 467401"/>
                <a:gd name="connsiteX18" fmla="*/ 231479 w 399278"/>
                <a:gd name="connsiteY18" fmla="*/ 365435 h 467401"/>
                <a:gd name="connsiteX19" fmla="*/ 239385 w 399278"/>
                <a:gd name="connsiteY19" fmla="*/ 313143 h 467401"/>
                <a:gd name="connsiteX20" fmla="*/ 192236 w 399278"/>
                <a:gd name="connsiteY20" fmla="*/ 269423 h 467401"/>
                <a:gd name="connsiteX21" fmla="*/ 143373 w 399278"/>
                <a:gd name="connsiteY21" fmla="*/ 242087 h 467401"/>
                <a:gd name="connsiteX22" fmla="*/ 235099 w 399278"/>
                <a:gd name="connsiteY22" fmla="*/ 77780 h 467401"/>
                <a:gd name="connsiteX23" fmla="*/ 174330 w 399278"/>
                <a:gd name="connsiteY23" fmla="*/ 186652 h 467401"/>
                <a:gd name="connsiteX24" fmla="*/ 222716 w 399278"/>
                <a:gd name="connsiteY24" fmla="*/ 213702 h 467401"/>
                <a:gd name="connsiteX25" fmla="*/ 276342 w 399278"/>
                <a:gd name="connsiteY25" fmla="*/ 224275 h 467401"/>
                <a:gd name="connsiteX26" fmla="*/ 316538 w 399278"/>
                <a:gd name="connsiteY26" fmla="*/ 190461 h 467401"/>
                <a:gd name="connsiteX27" fmla="*/ 323872 w 399278"/>
                <a:gd name="connsiteY27" fmla="*/ 142455 h 467401"/>
                <a:gd name="connsiteX28" fmla="*/ 281676 w 399278"/>
                <a:gd name="connsiteY28" fmla="*/ 103784 h 467401"/>
                <a:gd name="connsiteX29" fmla="*/ 235194 w 399278"/>
                <a:gd name="connsiteY29" fmla="*/ 77780 h 467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9278" h="467401">
                  <a:moveTo>
                    <a:pt x="311680" y="47967"/>
                  </a:moveTo>
                  <a:cubicBezTo>
                    <a:pt x="352733" y="70923"/>
                    <a:pt x="379593" y="95783"/>
                    <a:pt x="392166" y="122548"/>
                  </a:cubicBezTo>
                  <a:cubicBezTo>
                    <a:pt x="404739" y="149409"/>
                    <a:pt x="400644" y="180936"/>
                    <a:pt x="379879" y="217227"/>
                  </a:cubicBezTo>
                  <a:cubicBezTo>
                    <a:pt x="356733" y="258755"/>
                    <a:pt x="321491" y="277711"/>
                    <a:pt x="274342" y="274186"/>
                  </a:cubicBezTo>
                  <a:cubicBezTo>
                    <a:pt x="312918" y="308285"/>
                    <a:pt x="317871" y="351243"/>
                    <a:pt x="289011" y="402773"/>
                  </a:cubicBezTo>
                  <a:cubicBezTo>
                    <a:pt x="267770" y="440779"/>
                    <a:pt x="241481" y="461924"/>
                    <a:pt x="209953" y="466401"/>
                  </a:cubicBezTo>
                  <a:cubicBezTo>
                    <a:pt x="178520" y="470782"/>
                    <a:pt x="140897" y="460781"/>
                    <a:pt x="97177" y="436397"/>
                  </a:cubicBezTo>
                  <a:lnTo>
                    <a:pt x="19453" y="392963"/>
                  </a:lnTo>
                  <a:cubicBezTo>
                    <a:pt x="11166" y="388296"/>
                    <a:pt x="5356" y="382295"/>
                    <a:pt x="2117" y="374770"/>
                  </a:cubicBezTo>
                  <a:cubicBezTo>
                    <a:pt x="-1121" y="367245"/>
                    <a:pt x="-645" y="359816"/>
                    <a:pt x="3546" y="352196"/>
                  </a:cubicBezTo>
                  <a:lnTo>
                    <a:pt x="192617" y="13677"/>
                  </a:lnTo>
                  <a:cubicBezTo>
                    <a:pt x="196904" y="5962"/>
                    <a:pt x="203190" y="1486"/>
                    <a:pt x="211286" y="342"/>
                  </a:cubicBezTo>
                  <a:cubicBezTo>
                    <a:pt x="219383" y="-801"/>
                    <a:pt x="227574" y="914"/>
                    <a:pt x="235956" y="5581"/>
                  </a:cubicBezTo>
                  <a:lnTo>
                    <a:pt x="311680" y="47872"/>
                  </a:lnTo>
                  <a:close/>
                  <a:moveTo>
                    <a:pt x="143373" y="242087"/>
                  </a:moveTo>
                  <a:lnTo>
                    <a:pt x="80603" y="354482"/>
                  </a:lnTo>
                  <a:lnTo>
                    <a:pt x="130038" y="382104"/>
                  </a:lnTo>
                  <a:cubicBezTo>
                    <a:pt x="153946" y="395439"/>
                    <a:pt x="174044" y="401154"/>
                    <a:pt x="190046" y="398964"/>
                  </a:cubicBezTo>
                  <a:cubicBezTo>
                    <a:pt x="206333" y="396963"/>
                    <a:pt x="220145" y="385724"/>
                    <a:pt x="231479" y="365435"/>
                  </a:cubicBezTo>
                  <a:cubicBezTo>
                    <a:pt x="242719" y="345243"/>
                    <a:pt x="245386" y="327812"/>
                    <a:pt x="239385" y="313143"/>
                  </a:cubicBezTo>
                  <a:cubicBezTo>
                    <a:pt x="233385" y="298475"/>
                    <a:pt x="217668" y="283902"/>
                    <a:pt x="192236" y="269423"/>
                  </a:cubicBezTo>
                  <a:lnTo>
                    <a:pt x="143373" y="242087"/>
                  </a:lnTo>
                  <a:close/>
                  <a:moveTo>
                    <a:pt x="235099" y="77780"/>
                  </a:moveTo>
                  <a:lnTo>
                    <a:pt x="174330" y="186652"/>
                  </a:lnTo>
                  <a:lnTo>
                    <a:pt x="222716" y="213702"/>
                  </a:lnTo>
                  <a:cubicBezTo>
                    <a:pt x="242052" y="224752"/>
                    <a:pt x="259959" y="228276"/>
                    <a:pt x="276342" y="224275"/>
                  </a:cubicBezTo>
                  <a:cubicBezTo>
                    <a:pt x="292725" y="220275"/>
                    <a:pt x="306156" y="209035"/>
                    <a:pt x="316538" y="190461"/>
                  </a:cubicBezTo>
                  <a:cubicBezTo>
                    <a:pt x="326920" y="171887"/>
                    <a:pt x="329301" y="155885"/>
                    <a:pt x="323872" y="142455"/>
                  </a:cubicBezTo>
                  <a:cubicBezTo>
                    <a:pt x="318062" y="129120"/>
                    <a:pt x="303965" y="116262"/>
                    <a:pt x="281676" y="103784"/>
                  </a:cubicBezTo>
                  <a:lnTo>
                    <a:pt x="235194" y="777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4" name="Forme libre : forme 43">
              <a:extLst>
                <a:ext uri="{FF2B5EF4-FFF2-40B4-BE49-F238E27FC236}">
                  <a16:creationId xmlns:a16="http://schemas.microsoft.com/office/drawing/2014/main" id="{A623439B-48AD-1AB1-2E97-D0B68DF98A77}"/>
                </a:ext>
              </a:extLst>
            </p:cNvPr>
            <p:cNvSpPr/>
            <p:nvPr/>
          </p:nvSpPr>
          <p:spPr>
            <a:xfrm>
              <a:off x="4761394" y="5957067"/>
              <a:ext cx="452211" cy="522723"/>
            </a:xfrm>
            <a:custGeom>
              <a:avLst/>
              <a:gdLst>
                <a:gd name="connsiteX0" fmla="*/ 2344 w 452211"/>
                <a:gd name="connsiteY0" fmla="*/ 389440 h 522723"/>
                <a:gd name="connsiteX1" fmla="*/ 140551 w 452211"/>
                <a:gd name="connsiteY1" fmla="*/ 17679 h 522723"/>
                <a:gd name="connsiteX2" fmla="*/ 183604 w 452211"/>
                <a:gd name="connsiteY2" fmla="*/ 3963 h 522723"/>
                <a:gd name="connsiteX3" fmla="*/ 212846 w 452211"/>
                <a:gd name="connsiteY3" fmla="*/ 28347 h 522723"/>
                <a:gd name="connsiteX4" fmla="*/ 216561 w 452211"/>
                <a:gd name="connsiteY4" fmla="*/ 45873 h 522723"/>
                <a:gd name="connsiteX5" fmla="*/ 283712 w 452211"/>
                <a:gd name="connsiteY5" fmla="*/ 384487 h 522723"/>
                <a:gd name="connsiteX6" fmla="*/ 386106 w 452211"/>
                <a:gd name="connsiteY6" fmla="*/ 109024 h 522723"/>
                <a:gd name="connsiteX7" fmla="*/ 402298 w 452211"/>
                <a:gd name="connsiteY7" fmla="*/ 92546 h 522723"/>
                <a:gd name="connsiteX8" fmla="*/ 427730 w 452211"/>
                <a:gd name="connsiteY8" fmla="*/ 94736 h 522723"/>
                <a:gd name="connsiteX9" fmla="*/ 448590 w 452211"/>
                <a:gd name="connsiteY9" fmla="*/ 110071 h 522723"/>
                <a:gd name="connsiteX10" fmla="*/ 450209 w 452211"/>
                <a:gd name="connsiteY10" fmla="*/ 132836 h 522723"/>
                <a:gd name="connsiteX11" fmla="*/ 312001 w 452211"/>
                <a:gd name="connsiteY11" fmla="*/ 504693 h 522723"/>
                <a:gd name="connsiteX12" fmla="*/ 271044 w 452211"/>
                <a:gd name="connsiteY12" fmla="*/ 519170 h 522723"/>
                <a:gd name="connsiteX13" fmla="*/ 249517 w 452211"/>
                <a:gd name="connsiteY13" fmla="*/ 505835 h 522723"/>
                <a:gd name="connsiteX14" fmla="*/ 239611 w 452211"/>
                <a:gd name="connsiteY14" fmla="*/ 491548 h 522723"/>
                <a:gd name="connsiteX15" fmla="*/ 235135 w 452211"/>
                <a:gd name="connsiteY15" fmla="*/ 473355 h 522723"/>
                <a:gd name="connsiteX16" fmla="*/ 168555 w 452211"/>
                <a:gd name="connsiteY16" fmla="*/ 138361 h 522723"/>
                <a:gd name="connsiteX17" fmla="*/ 66352 w 452211"/>
                <a:gd name="connsiteY17" fmla="*/ 413348 h 522723"/>
                <a:gd name="connsiteX18" fmla="*/ 50445 w 452211"/>
                <a:gd name="connsiteY18" fmla="*/ 429921 h 522723"/>
                <a:gd name="connsiteX19" fmla="*/ 24727 w 452211"/>
                <a:gd name="connsiteY19" fmla="*/ 427635 h 522723"/>
                <a:gd name="connsiteX20" fmla="*/ 2248 w 452211"/>
                <a:gd name="connsiteY20" fmla="*/ 389535 h 52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52211" h="522723">
                  <a:moveTo>
                    <a:pt x="2344" y="389440"/>
                  </a:moveTo>
                  <a:lnTo>
                    <a:pt x="140551" y="17679"/>
                  </a:lnTo>
                  <a:cubicBezTo>
                    <a:pt x="147028" y="248"/>
                    <a:pt x="161411" y="-4229"/>
                    <a:pt x="183604" y="3963"/>
                  </a:cubicBezTo>
                  <a:cubicBezTo>
                    <a:pt x="200273" y="10154"/>
                    <a:pt x="209989" y="18346"/>
                    <a:pt x="212846" y="28347"/>
                  </a:cubicBezTo>
                  <a:cubicBezTo>
                    <a:pt x="213989" y="31871"/>
                    <a:pt x="215227" y="37681"/>
                    <a:pt x="216561" y="45873"/>
                  </a:cubicBezTo>
                  <a:lnTo>
                    <a:pt x="283712" y="384487"/>
                  </a:lnTo>
                  <a:lnTo>
                    <a:pt x="386106" y="109024"/>
                  </a:lnTo>
                  <a:cubicBezTo>
                    <a:pt x="389440" y="100165"/>
                    <a:pt x="394774" y="94641"/>
                    <a:pt x="402298" y="92546"/>
                  </a:cubicBezTo>
                  <a:cubicBezTo>
                    <a:pt x="409823" y="90545"/>
                    <a:pt x="418205" y="91212"/>
                    <a:pt x="427730" y="94736"/>
                  </a:cubicBezTo>
                  <a:cubicBezTo>
                    <a:pt x="437160" y="98260"/>
                    <a:pt x="444113" y="103404"/>
                    <a:pt x="448590" y="110071"/>
                  </a:cubicBezTo>
                  <a:cubicBezTo>
                    <a:pt x="452781" y="116739"/>
                    <a:pt x="453352" y="124264"/>
                    <a:pt x="450209" y="132836"/>
                  </a:cubicBezTo>
                  <a:lnTo>
                    <a:pt x="312001" y="504693"/>
                  </a:lnTo>
                  <a:cubicBezTo>
                    <a:pt x="305524" y="522028"/>
                    <a:pt x="291904" y="526885"/>
                    <a:pt x="271044" y="519170"/>
                  </a:cubicBezTo>
                  <a:cubicBezTo>
                    <a:pt x="261900" y="515741"/>
                    <a:pt x="254756" y="511360"/>
                    <a:pt x="249517" y="505835"/>
                  </a:cubicBezTo>
                  <a:cubicBezTo>
                    <a:pt x="244279" y="500406"/>
                    <a:pt x="240945" y="495644"/>
                    <a:pt x="239611" y="491548"/>
                  </a:cubicBezTo>
                  <a:cubicBezTo>
                    <a:pt x="238278" y="487547"/>
                    <a:pt x="236754" y="481452"/>
                    <a:pt x="235135" y="473355"/>
                  </a:cubicBezTo>
                  <a:lnTo>
                    <a:pt x="168555" y="138361"/>
                  </a:lnTo>
                  <a:lnTo>
                    <a:pt x="66352" y="413348"/>
                  </a:lnTo>
                  <a:cubicBezTo>
                    <a:pt x="63304" y="422110"/>
                    <a:pt x="58065" y="427635"/>
                    <a:pt x="50445" y="429921"/>
                  </a:cubicBezTo>
                  <a:cubicBezTo>
                    <a:pt x="42920" y="432207"/>
                    <a:pt x="34348" y="431445"/>
                    <a:pt x="24727" y="427635"/>
                  </a:cubicBezTo>
                  <a:cubicBezTo>
                    <a:pt x="3296" y="419634"/>
                    <a:pt x="-4229" y="406966"/>
                    <a:pt x="2248" y="3895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5" name="Forme libre : forme 44">
              <a:extLst>
                <a:ext uri="{FF2B5EF4-FFF2-40B4-BE49-F238E27FC236}">
                  <a16:creationId xmlns:a16="http://schemas.microsoft.com/office/drawing/2014/main" id="{A28BE268-0310-2ECB-F009-FDF91369437E}"/>
                </a:ext>
              </a:extLst>
            </p:cNvPr>
            <p:cNvSpPr/>
            <p:nvPr/>
          </p:nvSpPr>
          <p:spPr>
            <a:xfrm>
              <a:off x="5262000" y="6106780"/>
              <a:ext cx="330188" cy="441242"/>
            </a:xfrm>
            <a:custGeom>
              <a:avLst/>
              <a:gdLst>
                <a:gd name="connsiteX0" fmla="*/ 79905 w 330188"/>
                <a:gd name="connsiteY0" fmla="*/ 21794 h 441242"/>
                <a:gd name="connsiteX1" fmla="*/ 93525 w 330188"/>
                <a:gd name="connsiteY1" fmla="*/ 3126 h 441242"/>
                <a:gd name="connsiteX2" fmla="*/ 119148 w 330188"/>
                <a:gd name="connsiteY2" fmla="*/ 1125 h 441242"/>
                <a:gd name="connsiteX3" fmla="*/ 202015 w 330188"/>
                <a:gd name="connsiteY3" fmla="*/ 18270 h 441242"/>
                <a:gd name="connsiteX4" fmla="*/ 312029 w 330188"/>
                <a:gd name="connsiteY4" fmla="*/ 73134 h 441242"/>
                <a:gd name="connsiteX5" fmla="*/ 324411 w 330188"/>
                <a:gd name="connsiteY5" fmla="*/ 189149 h 441242"/>
                <a:gd name="connsiteX6" fmla="*/ 260022 w 330188"/>
                <a:gd name="connsiteY6" fmla="*/ 293733 h 441242"/>
                <a:gd name="connsiteX7" fmla="*/ 142198 w 330188"/>
                <a:gd name="connsiteY7" fmla="*/ 306401 h 441242"/>
                <a:gd name="connsiteX8" fmla="*/ 93144 w 330188"/>
                <a:gd name="connsiteY8" fmla="*/ 296305 h 441242"/>
                <a:gd name="connsiteX9" fmla="*/ 67522 w 330188"/>
                <a:gd name="connsiteY9" fmla="*/ 420416 h 441242"/>
                <a:gd name="connsiteX10" fmla="*/ 53997 w 330188"/>
                <a:gd name="connsiteY10" fmla="*/ 438513 h 441242"/>
                <a:gd name="connsiteX11" fmla="*/ 28755 w 330188"/>
                <a:gd name="connsiteY11" fmla="*/ 440037 h 441242"/>
                <a:gd name="connsiteX12" fmla="*/ 5895 w 330188"/>
                <a:gd name="connsiteY12" fmla="*/ 428417 h 441242"/>
                <a:gd name="connsiteX13" fmla="*/ 752 w 330188"/>
                <a:gd name="connsiteY13" fmla="*/ 405842 h 441242"/>
                <a:gd name="connsiteX14" fmla="*/ 79905 w 330188"/>
                <a:gd name="connsiteY14" fmla="*/ 21890 h 441242"/>
                <a:gd name="connsiteX15" fmla="*/ 139722 w 330188"/>
                <a:gd name="connsiteY15" fmla="*/ 70182 h 441242"/>
                <a:gd name="connsiteX16" fmla="*/ 106384 w 330188"/>
                <a:gd name="connsiteY16" fmla="*/ 231726 h 441242"/>
                <a:gd name="connsiteX17" fmla="*/ 149151 w 330188"/>
                <a:gd name="connsiteY17" fmla="*/ 244965 h 441242"/>
                <a:gd name="connsiteX18" fmla="*/ 219922 w 330188"/>
                <a:gd name="connsiteY18" fmla="*/ 240298 h 441242"/>
                <a:gd name="connsiteX19" fmla="*/ 256308 w 330188"/>
                <a:gd name="connsiteY19" fmla="*/ 180195 h 441242"/>
                <a:gd name="connsiteX20" fmla="*/ 250116 w 330188"/>
                <a:gd name="connsiteY20" fmla="*/ 111901 h 441242"/>
                <a:gd name="connsiteX21" fmla="*/ 189347 w 330188"/>
                <a:gd name="connsiteY21" fmla="*/ 80373 h 441242"/>
                <a:gd name="connsiteX22" fmla="*/ 139626 w 330188"/>
                <a:gd name="connsiteY22" fmla="*/ 70086 h 441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0188" h="441242">
                  <a:moveTo>
                    <a:pt x="79905" y="21794"/>
                  </a:moveTo>
                  <a:cubicBezTo>
                    <a:pt x="81810" y="12651"/>
                    <a:pt x="86286" y="6459"/>
                    <a:pt x="93525" y="3126"/>
                  </a:cubicBezTo>
                  <a:cubicBezTo>
                    <a:pt x="100764" y="-208"/>
                    <a:pt x="109242" y="-875"/>
                    <a:pt x="119148" y="1125"/>
                  </a:cubicBezTo>
                  <a:lnTo>
                    <a:pt x="202015" y="18270"/>
                  </a:lnTo>
                  <a:cubicBezTo>
                    <a:pt x="256403" y="29510"/>
                    <a:pt x="293074" y="47798"/>
                    <a:pt x="312029" y="73134"/>
                  </a:cubicBezTo>
                  <a:cubicBezTo>
                    <a:pt x="330984" y="98470"/>
                    <a:pt x="335079" y="137237"/>
                    <a:pt x="324411" y="189149"/>
                  </a:cubicBezTo>
                  <a:cubicBezTo>
                    <a:pt x="313743" y="240869"/>
                    <a:pt x="292312" y="275731"/>
                    <a:pt x="260022" y="293733"/>
                  </a:cubicBezTo>
                  <a:cubicBezTo>
                    <a:pt x="227733" y="311735"/>
                    <a:pt x="188585" y="315926"/>
                    <a:pt x="142198" y="306401"/>
                  </a:cubicBezTo>
                  <a:cubicBezTo>
                    <a:pt x="122767" y="302401"/>
                    <a:pt x="106384" y="299068"/>
                    <a:pt x="93144" y="296305"/>
                  </a:cubicBezTo>
                  <a:lnTo>
                    <a:pt x="67522" y="420416"/>
                  </a:lnTo>
                  <a:cubicBezTo>
                    <a:pt x="65522" y="429179"/>
                    <a:pt x="61045" y="435275"/>
                    <a:pt x="53997" y="438513"/>
                  </a:cubicBezTo>
                  <a:cubicBezTo>
                    <a:pt x="47043" y="441561"/>
                    <a:pt x="38661" y="442037"/>
                    <a:pt x="28755" y="440037"/>
                  </a:cubicBezTo>
                  <a:cubicBezTo>
                    <a:pt x="18849" y="437942"/>
                    <a:pt x="11229" y="434132"/>
                    <a:pt x="5895" y="428417"/>
                  </a:cubicBezTo>
                  <a:cubicBezTo>
                    <a:pt x="561" y="422607"/>
                    <a:pt x="-1153" y="415177"/>
                    <a:pt x="752" y="405842"/>
                  </a:cubicBezTo>
                  <a:lnTo>
                    <a:pt x="79905" y="21890"/>
                  </a:lnTo>
                  <a:close/>
                  <a:moveTo>
                    <a:pt x="139722" y="70182"/>
                  </a:moveTo>
                  <a:lnTo>
                    <a:pt x="106384" y="231726"/>
                  </a:lnTo>
                  <a:cubicBezTo>
                    <a:pt x="120386" y="237536"/>
                    <a:pt x="134578" y="242012"/>
                    <a:pt x="149151" y="244965"/>
                  </a:cubicBezTo>
                  <a:cubicBezTo>
                    <a:pt x="178393" y="250966"/>
                    <a:pt x="202015" y="249442"/>
                    <a:pt x="219922" y="240298"/>
                  </a:cubicBezTo>
                  <a:cubicBezTo>
                    <a:pt x="237829" y="231154"/>
                    <a:pt x="249926" y="211151"/>
                    <a:pt x="256308" y="180195"/>
                  </a:cubicBezTo>
                  <a:cubicBezTo>
                    <a:pt x="262689" y="149239"/>
                    <a:pt x="260594" y="126474"/>
                    <a:pt x="250116" y="111901"/>
                  </a:cubicBezTo>
                  <a:cubicBezTo>
                    <a:pt x="239639" y="97328"/>
                    <a:pt x="219351" y="86850"/>
                    <a:pt x="189347" y="80373"/>
                  </a:cubicBezTo>
                  <a:lnTo>
                    <a:pt x="139626" y="700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6" name="Forme libre : forme 45">
              <a:extLst>
                <a:ext uri="{FF2B5EF4-FFF2-40B4-BE49-F238E27FC236}">
                  <a16:creationId xmlns:a16="http://schemas.microsoft.com/office/drawing/2014/main" id="{DFA20FE5-E9CD-9029-4F36-688B1F056BCC}"/>
                </a:ext>
              </a:extLst>
            </p:cNvPr>
            <p:cNvSpPr/>
            <p:nvPr/>
          </p:nvSpPr>
          <p:spPr>
            <a:xfrm>
              <a:off x="5935503" y="6183328"/>
              <a:ext cx="274236" cy="448833"/>
            </a:xfrm>
            <a:custGeom>
              <a:avLst/>
              <a:gdLst>
                <a:gd name="connsiteX0" fmla="*/ 0 w 274236"/>
                <a:gd name="connsiteY0" fmla="*/ 29258 h 448833"/>
                <a:gd name="connsiteX1" fmla="*/ 9430 w 274236"/>
                <a:gd name="connsiteY1" fmla="*/ 8113 h 448833"/>
                <a:gd name="connsiteX2" fmla="*/ 34100 w 274236"/>
                <a:gd name="connsiteY2" fmla="*/ 778 h 448833"/>
                <a:gd name="connsiteX3" fmla="*/ 118681 w 274236"/>
                <a:gd name="connsiteY3" fmla="*/ 16 h 448833"/>
                <a:gd name="connsiteX4" fmla="*/ 237744 w 274236"/>
                <a:gd name="connsiteY4" fmla="*/ 30591 h 448833"/>
                <a:gd name="connsiteX5" fmla="*/ 274225 w 274236"/>
                <a:gd name="connsiteY5" fmla="*/ 141367 h 448833"/>
                <a:gd name="connsiteX6" fmla="*/ 233267 w 274236"/>
                <a:gd name="connsiteY6" fmla="*/ 257096 h 448833"/>
                <a:gd name="connsiteX7" fmla="*/ 120777 w 274236"/>
                <a:gd name="connsiteY7" fmla="*/ 294243 h 448833"/>
                <a:gd name="connsiteX8" fmla="*/ 70676 w 274236"/>
                <a:gd name="connsiteY8" fmla="*/ 294719 h 448833"/>
                <a:gd name="connsiteX9" fmla="*/ 71819 w 274236"/>
                <a:gd name="connsiteY9" fmla="*/ 421497 h 448833"/>
                <a:gd name="connsiteX10" fmla="*/ 62389 w 274236"/>
                <a:gd name="connsiteY10" fmla="*/ 441976 h 448833"/>
                <a:gd name="connsiteX11" fmla="*/ 38005 w 274236"/>
                <a:gd name="connsiteY11" fmla="*/ 448834 h 448833"/>
                <a:gd name="connsiteX12" fmla="*/ 13240 w 274236"/>
                <a:gd name="connsiteY12" fmla="*/ 442262 h 448833"/>
                <a:gd name="connsiteX13" fmla="*/ 3429 w 274236"/>
                <a:gd name="connsiteY13" fmla="*/ 421307 h 448833"/>
                <a:gd name="connsiteX14" fmla="*/ 95 w 274236"/>
                <a:gd name="connsiteY14" fmla="*/ 29258 h 448833"/>
                <a:gd name="connsiteX15" fmla="*/ 68675 w 274236"/>
                <a:gd name="connsiteY15" fmla="*/ 63929 h 448833"/>
                <a:gd name="connsiteX16" fmla="*/ 70104 w 274236"/>
                <a:gd name="connsiteY16" fmla="*/ 228902 h 448833"/>
                <a:gd name="connsiteX17" fmla="*/ 114681 w 274236"/>
                <a:gd name="connsiteY17" fmla="*/ 232902 h 448833"/>
                <a:gd name="connsiteX18" fmla="*/ 182880 w 274236"/>
                <a:gd name="connsiteY18" fmla="*/ 213472 h 448833"/>
                <a:gd name="connsiteX19" fmla="*/ 205835 w 274236"/>
                <a:gd name="connsiteY19" fmla="*/ 147082 h 448833"/>
                <a:gd name="connsiteX20" fmla="*/ 185452 w 274236"/>
                <a:gd name="connsiteY20" fmla="*/ 81645 h 448833"/>
                <a:gd name="connsiteX21" fmla="*/ 119444 w 274236"/>
                <a:gd name="connsiteY21" fmla="*/ 63643 h 448833"/>
                <a:gd name="connsiteX22" fmla="*/ 68675 w 274236"/>
                <a:gd name="connsiteY22" fmla="*/ 64024 h 448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74236" h="448833">
                  <a:moveTo>
                    <a:pt x="0" y="29258"/>
                  </a:moveTo>
                  <a:cubicBezTo>
                    <a:pt x="0" y="19923"/>
                    <a:pt x="3048" y="12970"/>
                    <a:pt x="9430" y="8113"/>
                  </a:cubicBezTo>
                  <a:cubicBezTo>
                    <a:pt x="15812" y="3255"/>
                    <a:pt x="24003" y="873"/>
                    <a:pt x="34100" y="778"/>
                  </a:cubicBezTo>
                  <a:lnTo>
                    <a:pt x="118681" y="16"/>
                  </a:lnTo>
                  <a:cubicBezTo>
                    <a:pt x="174212" y="-460"/>
                    <a:pt x="213931" y="9732"/>
                    <a:pt x="237744" y="30591"/>
                  </a:cubicBezTo>
                  <a:cubicBezTo>
                    <a:pt x="261556" y="51451"/>
                    <a:pt x="273749" y="88313"/>
                    <a:pt x="274225" y="141367"/>
                  </a:cubicBezTo>
                  <a:cubicBezTo>
                    <a:pt x="274701" y="194231"/>
                    <a:pt x="260985" y="232807"/>
                    <a:pt x="233267" y="257096"/>
                  </a:cubicBezTo>
                  <a:cubicBezTo>
                    <a:pt x="205550" y="281480"/>
                    <a:pt x="168021" y="293863"/>
                    <a:pt x="120777" y="294243"/>
                  </a:cubicBezTo>
                  <a:cubicBezTo>
                    <a:pt x="100965" y="294434"/>
                    <a:pt x="84296" y="294529"/>
                    <a:pt x="70676" y="294719"/>
                  </a:cubicBezTo>
                  <a:lnTo>
                    <a:pt x="71819" y="421497"/>
                  </a:lnTo>
                  <a:cubicBezTo>
                    <a:pt x="71628" y="430451"/>
                    <a:pt x="68580" y="437309"/>
                    <a:pt x="62389" y="441976"/>
                  </a:cubicBezTo>
                  <a:cubicBezTo>
                    <a:pt x="56197" y="446453"/>
                    <a:pt x="48101" y="448739"/>
                    <a:pt x="38005" y="448834"/>
                  </a:cubicBezTo>
                  <a:cubicBezTo>
                    <a:pt x="27908" y="448834"/>
                    <a:pt x="19621" y="446739"/>
                    <a:pt x="13240" y="442262"/>
                  </a:cubicBezTo>
                  <a:cubicBezTo>
                    <a:pt x="6858" y="437785"/>
                    <a:pt x="3524" y="430832"/>
                    <a:pt x="3429" y="421307"/>
                  </a:cubicBezTo>
                  <a:lnTo>
                    <a:pt x="95" y="29258"/>
                  </a:lnTo>
                  <a:close/>
                  <a:moveTo>
                    <a:pt x="68675" y="63929"/>
                  </a:moveTo>
                  <a:lnTo>
                    <a:pt x="70104" y="228902"/>
                  </a:lnTo>
                  <a:cubicBezTo>
                    <a:pt x="84963" y="231664"/>
                    <a:pt x="99822" y="232998"/>
                    <a:pt x="114681" y="232902"/>
                  </a:cubicBezTo>
                  <a:cubicBezTo>
                    <a:pt x="144589" y="232617"/>
                    <a:pt x="167354" y="226139"/>
                    <a:pt x="182880" y="213472"/>
                  </a:cubicBezTo>
                  <a:cubicBezTo>
                    <a:pt x="198406" y="200708"/>
                    <a:pt x="206121" y="178610"/>
                    <a:pt x="205835" y="147082"/>
                  </a:cubicBezTo>
                  <a:cubicBezTo>
                    <a:pt x="205550" y="115554"/>
                    <a:pt x="198787" y="93742"/>
                    <a:pt x="185452" y="81645"/>
                  </a:cubicBezTo>
                  <a:cubicBezTo>
                    <a:pt x="172117" y="69644"/>
                    <a:pt x="150114" y="63643"/>
                    <a:pt x="119444" y="63643"/>
                  </a:cubicBezTo>
                  <a:lnTo>
                    <a:pt x="68675" y="6402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7" name="Forme libre : forme 46">
              <a:extLst>
                <a:ext uri="{FF2B5EF4-FFF2-40B4-BE49-F238E27FC236}">
                  <a16:creationId xmlns:a16="http://schemas.microsoft.com/office/drawing/2014/main" id="{7A38D825-AAA4-6EAB-48D4-F0F8360CC06E}"/>
                </a:ext>
              </a:extLst>
            </p:cNvPr>
            <p:cNvSpPr/>
            <p:nvPr/>
          </p:nvSpPr>
          <p:spPr>
            <a:xfrm>
              <a:off x="6296609" y="6156289"/>
              <a:ext cx="335474" cy="465516"/>
            </a:xfrm>
            <a:custGeom>
              <a:avLst/>
              <a:gdLst>
                <a:gd name="connsiteX0" fmla="*/ 653 w 335474"/>
                <a:gd name="connsiteY0" fmla="*/ 447488 h 465516"/>
                <a:gd name="connsiteX1" fmla="*/ 367 w 335474"/>
                <a:gd name="connsiteY1" fmla="*/ 435677 h 465516"/>
                <a:gd name="connsiteX2" fmla="*/ 66661 w 335474"/>
                <a:gd name="connsiteY2" fmla="*/ 34579 h 465516"/>
                <a:gd name="connsiteX3" fmla="*/ 97237 w 335474"/>
                <a:gd name="connsiteY3" fmla="*/ 4194 h 465516"/>
                <a:gd name="connsiteX4" fmla="*/ 125812 w 335474"/>
                <a:gd name="connsiteY4" fmla="*/ 384 h 465516"/>
                <a:gd name="connsiteX5" fmla="*/ 163150 w 335474"/>
                <a:gd name="connsiteY5" fmla="*/ 24292 h 465516"/>
                <a:gd name="connsiteX6" fmla="*/ 331837 w 335474"/>
                <a:gd name="connsiteY6" fmla="*/ 391767 h 465516"/>
                <a:gd name="connsiteX7" fmla="*/ 335362 w 335474"/>
                <a:gd name="connsiteY7" fmla="*/ 404149 h 465516"/>
                <a:gd name="connsiteX8" fmla="*/ 328599 w 335474"/>
                <a:gd name="connsiteY8" fmla="*/ 418627 h 465516"/>
                <a:gd name="connsiteX9" fmla="*/ 306120 w 335474"/>
                <a:gd name="connsiteY9" fmla="*/ 428247 h 465516"/>
                <a:gd name="connsiteX10" fmla="*/ 263353 w 335474"/>
                <a:gd name="connsiteY10" fmla="*/ 406054 h 465516"/>
                <a:gd name="connsiteX11" fmla="*/ 228872 w 335474"/>
                <a:gd name="connsiteY11" fmla="*/ 328711 h 465516"/>
                <a:gd name="connsiteX12" fmla="*/ 73996 w 335474"/>
                <a:gd name="connsiteY12" fmla="*/ 349571 h 465516"/>
                <a:gd name="connsiteX13" fmla="*/ 61899 w 335474"/>
                <a:gd name="connsiteY13" fmla="*/ 430057 h 465516"/>
                <a:gd name="connsiteX14" fmla="*/ 53612 w 335474"/>
                <a:gd name="connsiteY14" fmla="*/ 455298 h 465516"/>
                <a:gd name="connsiteX15" fmla="*/ 32657 w 335474"/>
                <a:gd name="connsiteY15" fmla="*/ 465014 h 465516"/>
                <a:gd name="connsiteX16" fmla="*/ 10083 w 335474"/>
                <a:gd name="connsiteY16" fmla="*/ 461204 h 465516"/>
                <a:gd name="connsiteX17" fmla="*/ 749 w 335474"/>
                <a:gd name="connsiteY17" fmla="*/ 447488 h 465516"/>
                <a:gd name="connsiteX18" fmla="*/ 115525 w 335474"/>
                <a:gd name="connsiteY18" fmla="*/ 74394 h 465516"/>
                <a:gd name="connsiteX19" fmla="*/ 83616 w 335474"/>
                <a:gd name="connsiteY19" fmla="*/ 286134 h 465516"/>
                <a:gd name="connsiteX20" fmla="*/ 202774 w 335474"/>
                <a:gd name="connsiteY20" fmla="*/ 270037 h 465516"/>
                <a:gd name="connsiteX21" fmla="*/ 115429 w 335474"/>
                <a:gd name="connsiteY21" fmla="*/ 74394 h 4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35474" h="465516">
                  <a:moveTo>
                    <a:pt x="653" y="447488"/>
                  </a:moveTo>
                  <a:cubicBezTo>
                    <a:pt x="-109" y="441963"/>
                    <a:pt x="-204" y="438058"/>
                    <a:pt x="367" y="435677"/>
                  </a:cubicBezTo>
                  <a:lnTo>
                    <a:pt x="66661" y="34579"/>
                  </a:lnTo>
                  <a:cubicBezTo>
                    <a:pt x="69233" y="16672"/>
                    <a:pt x="79425" y="6576"/>
                    <a:pt x="97237" y="4194"/>
                  </a:cubicBezTo>
                  <a:lnTo>
                    <a:pt x="125812" y="384"/>
                  </a:lnTo>
                  <a:cubicBezTo>
                    <a:pt x="142861" y="-1902"/>
                    <a:pt x="155339" y="6004"/>
                    <a:pt x="163150" y="24292"/>
                  </a:cubicBezTo>
                  <a:lnTo>
                    <a:pt x="331837" y="391767"/>
                  </a:lnTo>
                  <a:cubicBezTo>
                    <a:pt x="333552" y="395386"/>
                    <a:pt x="334790" y="399577"/>
                    <a:pt x="335362" y="404149"/>
                  </a:cubicBezTo>
                  <a:cubicBezTo>
                    <a:pt x="336028" y="408721"/>
                    <a:pt x="333742" y="413579"/>
                    <a:pt x="328599" y="418627"/>
                  </a:cubicBezTo>
                  <a:cubicBezTo>
                    <a:pt x="323455" y="423866"/>
                    <a:pt x="315931" y="427104"/>
                    <a:pt x="306120" y="428247"/>
                  </a:cubicBezTo>
                  <a:cubicBezTo>
                    <a:pt x="285641" y="431010"/>
                    <a:pt x="271449" y="423580"/>
                    <a:pt x="263353" y="406054"/>
                  </a:cubicBezTo>
                  <a:lnTo>
                    <a:pt x="228872" y="328711"/>
                  </a:lnTo>
                  <a:lnTo>
                    <a:pt x="73996" y="349571"/>
                  </a:lnTo>
                  <a:lnTo>
                    <a:pt x="61899" y="430057"/>
                  </a:lnTo>
                  <a:cubicBezTo>
                    <a:pt x="60756" y="441392"/>
                    <a:pt x="57994" y="449869"/>
                    <a:pt x="53612" y="455298"/>
                  </a:cubicBezTo>
                  <a:cubicBezTo>
                    <a:pt x="49135" y="460537"/>
                    <a:pt x="42182" y="463776"/>
                    <a:pt x="32657" y="465014"/>
                  </a:cubicBezTo>
                  <a:cubicBezTo>
                    <a:pt x="23132" y="466347"/>
                    <a:pt x="15607" y="465014"/>
                    <a:pt x="10083" y="461204"/>
                  </a:cubicBezTo>
                  <a:cubicBezTo>
                    <a:pt x="4558" y="457394"/>
                    <a:pt x="1510" y="452822"/>
                    <a:pt x="749" y="447488"/>
                  </a:cubicBezTo>
                  <a:moveTo>
                    <a:pt x="115525" y="74394"/>
                  </a:moveTo>
                  <a:lnTo>
                    <a:pt x="83616" y="286134"/>
                  </a:lnTo>
                  <a:lnTo>
                    <a:pt x="202774" y="270037"/>
                  </a:lnTo>
                  <a:lnTo>
                    <a:pt x="115429" y="74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8" name="Forme libre : forme 47">
              <a:extLst>
                <a:ext uri="{FF2B5EF4-FFF2-40B4-BE49-F238E27FC236}">
                  <a16:creationId xmlns:a16="http://schemas.microsoft.com/office/drawing/2014/main" id="{4FDF43FA-B191-EB71-37A8-1F07231E2EAA}"/>
                </a:ext>
              </a:extLst>
            </p:cNvPr>
            <p:cNvSpPr/>
            <p:nvPr/>
          </p:nvSpPr>
          <p:spPr>
            <a:xfrm>
              <a:off x="6670016" y="6070844"/>
              <a:ext cx="373970" cy="468437"/>
            </a:xfrm>
            <a:custGeom>
              <a:avLst/>
              <a:gdLst>
                <a:gd name="connsiteX0" fmla="*/ 172934 w 373970"/>
                <a:gd name="connsiteY0" fmla="*/ 430349 h 468437"/>
                <a:gd name="connsiteX1" fmla="*/ 169409 w 373970"/>
                <a:gd name="connsiteY1" fmla="*/ 453209 h 468437"/>
                <a:gd name="connsiteX2" fmla="*/ 147692 w 373970"/>
                <a:gd name="connsiteY2" fmla="*/ 466354 h 468437"/>
                <a:gd name="connsiteX3" fmla="*/ 122070 w 373970"/>
                <a:gd name="connsiteY3" fmla="*/ 466449 h 468437"/>
                <a:gd name="connsiteX4" fmla="*/ 107116 w 373970"/>
                <a:gd name="connsiteY4" fmla="*/ 448732 h 468437"/>
                <a:gd name="connsiteX5" fmla="*/ 1293 w 373970"/>
                <a:gd name="connsiteY5" fmla="*/ 71257 h 468437"/>
                <a:gd name="connsiteX6" fmla="*/ 4722 w 373970"/>
                <a:gd name="connsiteY6" fmla="*/ 48397 h 468437"/>
                <a:gd name="connsiteX7" fmla="*/ 26344 w 373970"/>
                <a:gd name="connsiteY7" fmla="*/ 34967 h 468437"/>
                <a:gd name="connsiteX8" fmla="*/ 112069 w 373970"/>
                <a:gd name="connsiteY8" fmla="*/ 10963 h 468437"/>
                <a:gd name="connsiteX9" fmla="*/ 230274 w 373970"/>
                <a:gd name="connsiteY9" fmla="*/ 8678 h 468437"/>
                <a:gd name="connsiteX10" fmla="*/ 295139 w 373970"/>
                <a:gd name="connsiteY10" fmla="*/ 100689 h 468437"/>
                <a:gd name="connsiteX11" fmla="*/ 261516 w 373970"/>
                <a:gd name="connsiteY11" fmla="*/ 236420 h 468437"/>
                <a:gd name="connsiteX12" fmla="*/ 364862 w 373970"/>
                <a:gd name="connsiteY12" fmla="*/ 362722 h 468437"/>
                <a:gd name="connsiteX13" fmla="*/ 373054 w 373970"/>
                <a:gd name="connsiteY13" fmla="*/ 378724 h 468437"/>
                <a:gd name="connsiteX14" fmla="*/ 370863 w 373970"/>
                <a:gd name="connsiteY14" fmla="*/ 396059 h 468437"/>
                <a:gd name="connsiteX15" fmla="*/ 352004 w 373970"/>
                <a:gd name="connsiteY15" fmla="*/ 409013 h 468437"/>
                <a:gd name="connsiteX16" fmla="*/ 303712 w 373970"/>
                <a:gd name="connsiteY16" fmla="*/ 393678 h 468437"/>
                <a:gd name="connsiteX17" fmla="*/ 204080 w 373970"/>
                <a:gd name="connsiteY17" fmla="*/ 270901 h 468437"/>
                <a:gd name="connsiteX18" fmla="*/ 174457 w 373970"/>
                <a:gd name="connsiteY18" fmla="*/ 281092 h 468437"/>
                <a:gd name="connsiteX19" fmla="*/ 133405 w 373970"/>
                <a:gd name="connsiteY19" fmla="*/ 289379 h 468437"/>
                <a:gd name="connsiteX20" fmla="*/ 172934 w 373970"/>
                <a:gd name="connsiteY20" fmla="*/ 430349 h 468437"/>
                <a:gd name="connsiteX21" fmla="*/ 76636 w 373970"/>
                <a:gd name="connsiteY21" fmla="*/ 86782 h 468437"/>
                <a:gd name="connsiteX22" fmla="*/ 116641 w 373970"/>
                <a:gd name="connsiteY22" fmla="*/ 229467 h 468437"/>
                <a:gd name="connsiteX23" fmla="*/ 175124 w 373970"/>
                <a:gd name="connsiteY23" fmla="*/ 216894 h 468437"/>
                <a:gd name="connsiteX24" fmla="*/ 230179 w 373970"/>
                <a:gd name="connsiteY24" fmla="*/ 122120 h 468437"/>
                <a:gd name="connsiteX25" fmla="*/ 195603 w 373970"/>
                <a:gd name="connsiteY25" fmla="*/ 69828 h 468437"/>
                <a:gd name="connsiteX26" fmla="*/ 129976 w 373970"/>
                <a:gd name="connsiteY26" fmla="*/ 71828 h 468437"/>
                <a:gd name="connsiteX27" fmla="*/ 76636 w 373970"/>
                <a:gd name="connsiteY27" fmla="*/ 86782 h 46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73970" h="468437">
                  <a:moveTo>
                    <a:pt x="172934" y="430349"/>
                  </a:moveTo>
                  <a:cubicBezTo>
                    <a:pt x="175220" y="439302"/>
                    <a:pt x="174077" y="446923"/>
                    <a:pt x="169409" y="453209"/>
                  </a:cubicBezTo>
                  <a:cubicBezTo>
                    <a:pt x="164647" y="459210"/>
                    <a:pt x="157408" y="463686"/>
                    <a:pt x="147692" y="466354"/>
                  </a:cubicBezTo>
                  <a:cubicBezTo>
                    <a:pt x="137977" y="469116"/>
                    <a:pt x="129404" y="469116"/>
                    <a:pt x="122070" y="466449"/>
                  </a:cubicBezTo>
                  <a:cubicBezTo>
                    <a:pt x="114640" y="463782"/>
                    <a:pt x="109687" y="457972"/>
                    <a:pt x="107116" y="448732"/>
                  </a:cubicBezTo>
                  <a:lnTo>
                    <a:pt x="1293" y="71257"/>
                  </a:lnTo>
                  <a:cubicBezTo>
                    <a:pt x="-1183" y="62303"/>
                    <a:pt x="-136" y="54683"/>
                    <a:pt x="4722" y="48397"/>
                  </a:cubicBezTo>
                  <a:cubicBezTo>
                    <a:pt x="9580" y="42110"/>
                    <a:pt x="16723" y="37633"/>
                    <a:pt x="26344" y="34967"/>
                  </a:cubicBezTo>
                  <a:lnTo>
                    <a:pt x="112069" y="10963"/>
                  </a:lnTo>
                  <a:cubicBezTo>
                    <a:pt x="161218" y="-2848"/>
                    <a:pt x="200556" y="-3610"/>
                    <a:pt x="230274" y="8678"/>
                  </a:cubicBezTo>
                  <a:cubicBezTo>
                    <a:pt x="259992" y="20869"/>
                    <a:pt x="281614" y="51540"/>
                    <a:pt x="295139" y="100689"/>
                  </a:cubicBezTo>
                  <a:cubicBezTo>
                    <a:pt x="311808" y="160125"/>
                    <a:pt x="300569" y="205368"/>
                    <a:pt x="261516" y="236420"/>
                  </a:cubicBezTo>
                  <a:lnTo>
                    <a:pt x="364862" y="362722"/>
                  </a:lnTo>
                  <a:cubicBezTo>
                    <a:pt x="368768" y="367865"/>
                    <a:pt x="371530" y="373199"/>
                    <a:pt x="373054" y="378724"/>
                  </a:cubicBezTo>
                  <a:cubicBezTo>
                    <a:pt x="374768" y="384248"/>
                    <a:pt x="374102" y="389963"/>
                    <a:pt x="370863" y="396059"/>
                  </a:cubicBezTo>
                  <a:cubicBezTo>
                    <a:pt x="367720" y="402345"/>
                    <a:pt x="361433" y="406632"/>
                    <a:pt x="352004" y="409013"/>
                  </a:cubicBezTo>
                  <a:cubicBezTo>
                    <a:pt x="332192" y="414538"/>
                    <a:pt x="316094" y="409394"/>
                    <a:pt x="303712" y="393678"/>
                  </a:cubicBezTo>
                  <a:lnTo>
                    <a:pt x="204080" y="270901"/>
                  </a:lnTo>
                  <a:cubicBezTo>
                    <a:pt x="196270" y="274425"/>
                    <a:pt x="186364" y="277759"/>
                    <a:pt x="174457" y="281092"/>
                  </a:cubicBezTo>
                  <a:cubicBezTo>
                    <a:pt x="162551" y="284426"/>
                    <a:pt x="148835" y="287188"/>
                    <a:pt x="133405" y="289379"/>
                  </a:cubicBezTo>
                  <a:lnTo>
                    <a:pt x="172934" y="430349"/>
                  </a:lnTo>
                  <a:close/>
                  <a:moveTo>
                    <a:pt x="76636" y="86782"/>
                  </a:moveTo>
                  <a:lnTo>
                    <a:pt x="116641" y="229467"/>
                  </a:lnTo>
                  <a:cubicBezTo>
                    <a:pt x="132167" y="227657"/>
                    <a:pt x="151693" y="223466"/>
                    <a:pt x="175124" y="216894"/>
                  </a:cubicBezTo>
                  <a:cubicBezTo>
                    <a:pt x="225607" y="202987"/>
                    <a:pt x="243990" y="171364"/>
                    <a:pt x="230179" y="122120"/>
                  </a:cubicBezTo>
                  <a:cubicBezTo>
                    <a:pt x="222178" y="93736"/>
                    <a:pt x="210653" y="76305"/>
                    <a:pt x="195603" y="69828"/>
                  </a:cubicBezTo>
                  <a:cubicBezTo>
                    <a:pt x="180458" y="63351"/>
                    <a:pt x="158646" y="64018"/>
                    <a:pt x="129976" y="71828"/>
                  </a:cubicBezTo>
                  <a:lnTo>
                    <a:pt x="76636" y="867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9" name="Forme libre : forme 48">
              <a:extLst>
                <a:ext uri="{FF2B5EF4-FFF2-40B4-BE49-F238E27FC236}">
                  <a16:creationId xmlns:a16="http://schemas.microsoft.com/office/drawing/2014/main" id="{143EA833-0D2F-3FDB-5006-12494DD153FA}"/>
                </a:ext>
              </a:extLst>
            </p:cNvPr>
            <p:cNvSpPr/>
            <p:nvPr/>
          </p:nvSpPr>
          <p:spPr>
            <a:xfrm>
              <a:off x="7050454" y="5974176"/>
              <a:ext cx="216666" cy="426937"/>
            </a:xfrm>
            <a:custGeom>
              <a:avLst/>
              <a:gdLst>
                <a:gd name="connsiteX0" fmla="*/ 2426 w 216666"/>
                <a:gd name="connsiteY0" fmla="*/ 42480 h 426937"/>
                <a:gd name="connsiteX1" fmla="*/ 3474 w 216666"/>
                <a:gd name="connsiteY1" fmla="*/ 19334 h 426937"/>
                <a:gd name="connsiteX2" fmla="*/ 23858 w 216666"/>
                <a:gd name="connsiteY2" fmla="*/ 3713 h 426937"/>
                <a:gd name="connsiteX3" fmla="*/ 49480 w 216666"/>
                <a:gd name="connsiteY3" fmla="*/ 1046 h 426937"/>
                <a:gd name="connsiteX4" fmla="*/ 65863 w 216666"/>
                <a:gd name="connsiteY4" fmla="*/ 16762 h 426937"/>
                <a:gd name="connsiteX5" fmla="*/ 214453 w 216666"/>
                <a:gd name="connsiteY5" fmla="*/ 384523 h 426937"/>
                <a:gd name="connsiteX6" fmla="*/ 213405 w 216666"/>
                <a:gd name="connsiteY6" fmla="*/ 407668 h 426937"/>
                <a:gd name="connsiteX7" fmla="*/ 193307 w 216666"/>
                <a:gd name="connsiteY7" fmla="*/ 423099 h 426937"/>
                <a:gd name="connsiteX8" fmla="*/ 167781 w 216666"/>
                <a:gd name="connsiteY8" fmla="*/ 426052 h 426937"/>
                <a:gd name="connsiteX9" fmla="*/ 151016 w 216666"/>
                <a:gd name="connsiteY9" fmla="*/ 410145 h 426937"/>
                <a:gd name="connsiteX10" fmla="*/ 2426 w 216666"/>
                <a:gd name="connsiteY10" fmla="*/ 42384 h 4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66" h="426937">
                  <a:moveTo>
                    <a:pt x="2426" y="42480"/>
                  </a:moveTo>
                  <a:cubicBezTo>
                    <a:pt x="-1098" y="33622"/>
                    <a:pt x="-812" y="26002"/>
                    <a:pt x="3474" y="19334"/>
                  </a:cubicBezTo>
                  <a:cubicBezTo>
                    <a:pt x="7665" y="12762"/>
                    <a:pt x="14523" y="7523"/>
                    <a:pt x="23858" y="3713"/>
                  </a:cubicBezTo>
                  <a:cubicBezTo>
                    <a:pt x="33192" y="-97"/>
                    <a:pt x="41765" y="-954"/>
                    <a:pt x="49480" y="1046"/>
                  </a:cubicBezTo>
                  <a:cubicBezTo>
                    <a:pt x="57195" y="3047"/>
                    <a:pt x="62624" y="8285"/>
                    <a:pt x="65863" y="16762"/>
                  </a:cubicBezTo>
                  <a:lnTo>
                    <a:pt x="214453" y="384523"/>
                  </a:lnTo>
                  <a:cubicBezTo>
                    <a:pt x="217691" y="393190"/>
                    <a:pt x="217406" y="400906"/>
                    <a:pt x="213405" y="407668"/>
                  </a:cubicBezTo>
                  <a:cubicBezTo>
                    <a:pt x="209405" y="414145"/>
                    <a:pt x="202642" y="419384"/>
                    <a:pt x="193307" y="423099"/>
                  </a:cubicBezTo>
                  <a:cubicBezTo>
                    <a:pt x="183973" y="426909"/>
                    <a:pt x="175400" y="427861"/>
                    <a:pt x="167781" y="426052"/>
                  </a:cubicBezTo>
                  <a:cubicBezTo>
                    <a:pt x="160160" y="424242"/>
                    <a:pt x="154541" y="418908"/>
                    <a:pt x="151016" y="410145"/>
                  </a:cubicBezTo>
                  <a:lnTo>
                    <a:pt x="2426" y="4238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0" name="Forme libre : forme 49">
              <a:extLst>
                <a:ext uri="{FF2B5EF4-FFF2-40B4-BE49-F238E27FC236}">
                  <a16:creationId xmlns:a16="http://schemas.microsoft.com/office/drawing/2014/main" id="{FDB0B51B-D995-E897-7C2D-CDDAAE73D215}"/>
                </a:ext>
              </a:extLst>
            </p:cNvPr>
            <p:cNvSpPr/>
            <p:nvPr/>
          </p:nvSpPr>
          <p:spPr>
            <a:xfrm>
              <a:off x="7249146" y="5827322"/>
              <a:ext cx="402092" cy="465771"/>
            </a:xfrm>
            <a:custGeom>
              <a:avLst/>
              <a:gdLst>
                <a:gd name="connsiteX0" fmla="*/ 96247 w 402092"/>
                <a:gd name="connsiteY0" fmla="*/ 28552 h 465771"/>
                <a:gd name="connsiteX1" fmla="*/ 202451 w 402092"/>
                <a:gd name="connsiteY1" fmla="*/ 834 h 465771"/>
                <a:gd name="connsiteX2" fmla="*/ 275603 w 402092"/>
                <a:gd name="connsiteY2" fmla="*/ 62080 h 465771"/>
                <a:gd name="connsiteX3" fmla="*/ 266935 w 402092"/>
                <a:gd name="connsiteY3" fmla="*/ 181714 h 465771"/>
                <a:gd name="connsiteX4" fmla="*/ 383235 w 402092"/>
                <a:gd name="connsiteY4" fmla="*/ 238483 h 465771"/>
                <a:gd name="connsiteX5" fmla="*/ 394380 w 402092"/>
                <a:gd name="connsiteY5" fmla="*/ 339353 h 465771"/>
                <a:gd name="connsiteX6" fmla="*/ 308464 w 402092"/>
                <a:gd name="connsiteY6" fmla="*/ 418315 h 465771"/>
                <a:gd name="connsiteX7" fmla="*/ 230073 w 402092"/>
                <a:gd name="connsiteY7" fmla="*/ 460511 h 465771"/>
                <a:gd name="connsiteX8" fmla="*/ 205404 w 402092"/>
                <a:gd name="connsiteY8" fmla="*/ 465369 h 465771"/>
                <a:gd name="connsiteX9" fmla="*/ 187116 w 402092"/>
                <a:gd name="connsiteY9" fmla="*/ 452034 h 465771"/>
                <a:gd name="connsiteX10" fmla="*/ 3474 w 402092"/>
                <a:gd name="connsiteY10" fmla="*/ 110563 h 465771"/>
                <a:gd name="connsiteX11" fmla="*/ 2235 w 402092"/>
                <a:gd name="connsiteY11" fmla="*/ 87702 h 465771"/>
                <a:gd name="connsiteX12" fmla="*/ 19952 w 402092"/>
                <a:gd name="connsiteY12" fmla="*/ 69700 h 465771"/>
                <a:gd name="connsiteX13" fmla="*/ 96342 w 402092"/>
                <a:gd name="connsiteY13" fmla="*/ 28647 h 465771"/>
                <a:gd name="connsiteX14" fmla="*/ 80245 w 402092"/>
                <a:gd name="connsiteY14" fmla="*/ 109134 h 465771"/>
                <a:gd name="connsiteX15" fmla="*/ 139300 w 402092"/>
                <a:gd name="connsiteY15" fmla="*/ 218957 h 465771"/>
                <a:gd name="connsiteX16" fmla="*/ 188068 w 402092"/>
                <a:gd name="connsiteY16" fmla="*/ 192763 h 465771"/>
                <a:gd name="connsiteX17" fmla="*/ 225882 w 402092"/>
                <a:gd name="connsiteY17" fmla="*/ 153234 h 465771"/>
                <a:gd name="connsiteX18" fmla="*/ 218929 w 402092"/>
                <a:gd name="connsiteY18" fmla="*/ 101132 h 465771"/>
                <a:gd name="connsiteX19" fmla="*/ 182448 w 402092"/>
                <a:gd name="connsiteY19" fmla="*/ 69128 h 465771"/>
                <a:gd name="connsiteX20" fmla="*/ 127108 w 402092"/>
                <a:gd name="connsiteY20" fmla="*/ 83892 h 465771"/>
                <a:gd name="connsiteX21" fmla="*/ 80245 w 402092"/>
                <a:gd name="connsiteY21" fmla="*/ 109134 h 465771"/>
                <a:gd name="connsiteX22" fmla="*/ 169399 w 402092"/>
                <a:gd name="connsiteY22" fmla="*/ 274773 h 465771"/>
                <a:gd name="connsiteX23" fmla="*/ 230359 w 402092"/>
                <a:gd name="connsiteY23" fmla="*/ 388121 h 465771"/>
                <a:gd name="connsiteX24" fmla="*/ 280175 w 402092"/>
                <a:gd name="connsiteY24" fmla="*/ 361260 h 465771"/>
                <a:gd name="connsiteX25" fmla="*/ 326657 w 402092"/>
                <a:gd name="connsiteY25" fmla="*/ 319731 h 465771"/>
                <a:gd name="connsiteX26" fmla="*/ 320656 w 402092"/>
                <a:gd name="connsiteY26" fmla="*/ 266772 h 465771"/>
                <a:gd name="connsiteX27" fmla="*/ 280841 w 402092"/>
                <a:gd name="connsiteY27" fmla="*/ 231911 h 465771"/>
                <a:gd name="connsiteX28" fmla="*/ 218643 w 402092"/>
                <a:gd name="connsiteY28" fmla="*/ 248198 h 465771"/>
                <a:gd name="connsiteX29" fmla="*/ 169304 w 402092"/>
                <a:gd name="connsiteY29" fmla="*/ 274773 h 46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2092" h="465771">
                  <a:moveTo>
                    <a:pt x="96247" y="28552"/>
                  </a:moveTo>
                  <a:cubicBezTo>
                    <a:pt x="137681" y="6264"/>
                    <a:pt x="173019" y="-2976"/>
                    <a:pt x="202451" y="834"/>
                  </a:cubicBezTo>
                  <a:cubicBezTo>
                    <a:pt x="231788" y="4645"/>
                    <a:pt x="256172" y="25123"/>
                    <a:pt x="275603" y="62080"/>
                  </a:cubicBezTo>
                  <a:cubicBezTo>
                    <a:pt x="298082" y="103895"/>
                    <a:pt x="295224" y="143805"/>
                    <a:pt x="266935" y="181714"/>
                  </a:cubicBezTo>
                  <a:cubicBezTo>
                    <a:pt x="316465" y="167522"/>
                    <a:pt x="355232" y="186477"/>
                    <a:pt x="383235" y="238483"/>
                  </a:cubicBezTo>
                  <a:cubicBezTo>
                    <a:pt x="403905" y="276773"/>
                    <a:pt x="407524" y="310397"/>
                    <a:pt x="394380" y="339353"/>
                  </a:cubicBezTo>
                  <a:cubicBezTo>
                    <a:pt x="381140" y="368214"/>
                    <a:pt x="352470" y="394503"/>
                    <a:pt x="308464" y="418315"/>
                  </a:cubicBezTo>
                  <a:lnTo>
                    <a:pt x="230073" y="460511"/>
                  </a:lnTo>
                  <a:cubicBezTo>
                    <a:pt x="221691" y="464987"/>
                    <a:pt x="213500" y="466607"/>
                    <a:pt x="205404" y="465369"/>
                  </a:cubicBezTo>
                  <a:cubicBezTo>
                    <a:pt x="197307" y="464035"/>
                    <a:pt x="191307" y="459653"/>
                    <a:pt x="187116" y="452034"/>
                  </a:cubicBezTo>
                  <a:lnTo>
                    <a:pt x="3474" y="110563"/>
                  </a:lnTo>
                  <a:cubicBezTo>
                    <a:pt x="-717" y="102752"/>
                    <a:pt x="-1098" y="95132"/>
                    <a:pt x="2235" y="87702"/>
                  </a:cubicBezTo>
                  <a:cubicBezTo>
                    <a:pt x="5664" y="80273"/>
                    <a:pt x="11570" y="74272"/>
                    <a:pt x="19952" y="69700"/>
                  </a:cubicBezTo>
                  <a:lnTo>
                    <a:pt x="96342" y="28647"/>
                  </a:lnTo>
                  <a:close/>
                  <a:moveTo>
                    <a:pt x="80245" y="109134"/>
                  </a:moveTo>
                  <a:lnTo>
                    <a:pt x="139300" y="218957"/>
                  </a:lnTo>
                  <a:lnTo>
                    <a:pt x="188068" y="192763"/>
                  </a:lnTo>
                  <a:cubicBezTo>
                    <a:pt x="207785" y="182381"/>
                    <a:pt x="220358" y="169236"/>
                    <a:pt x="225882" y="153234"/>
                  </a:cubicBezTo>
                  <a:cubicBezTo>
                    <a:pt x="231312" y="137232"/>
                    <a:pt x="229025" y="119897"/>
                    <a:pt x="218929" y="101132"/>
                  </a:cubicBezTo>
                  <a:cubicBezTo>
                    <a:pt x="208833" y="82368"/>
                    <a:pt x="196641" y="71700"/>
                    <a:pt x="182448" y="69128"/>
                  </a:cubicBezTo>
                  <a:cubicBezTo>
                    <a:pt x="168066" y="66843"/>
                    <a:pt x="149682" y="71796"/>
                    <a:pt x="127108" y="83892"/>
                  </a:cubicBezTo>
                  <a:lnTo>
                    <a:pt x="80245" y="109134"/>
                  </a:lnTo>
                  <a:close/>
                  <a:moveTo>
                    <a:pt x="169399" y="274773"/>
                  </a:moveTo>
                  <a:lnTo>
                    <a:pt x="230359" y="388121"/>
                  </a:lnTo>
                  <a:lnTo>
                    <a:pt x="280175" y="361260"/>
                  </a:lnTo>
                  <a:cubicBezTo>
                    <a:pt x="304368" y="348211"/>
                    <a:pt x="319894" y="334400"/>
                    <a:pt x="326657" y="319731"/>
                  </a:cubicBezTo>
                  <a:cubicBezTo>
                    <a:pt x="333705" y="304968"/>
                    <a:pt x="331705" y="287251"/>
                    <a:pt x="320656" y="266772"/>
                  </a:cubicBezTo>
                  <a:cubicBezTo>
                    <a:pt x="309702" y="246389"/>
                    <a:pt x="296463" y="234768"/>
                    <a:pt x="280841" y="231911"/>
                  </a:cubicBezTo>
                  <a:cubicBezTo>
                    <a:pt x="265221" y="229054"/>
                    <a:pt x="244551" y="234482"/>
                    <a:pt x="218643" y="248198"/>
                  </a:cubicBezTo>
                  <a:lnTo>
                    <a:pt x="169304" y="27477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1" name="Forme libre : forme 50">
              <a:extLst>
                <a:ext uri="{FF2B5EF4-FFF2-40B4-BE49-F238E27FC236}">
                  <a16:creationId xmlns:a16="http://schemas.microsoft.com/office/drawing/2014/main" id="{7706414A-EC4A-CB16-59D2-5C85A32B9CE2}"/>
                </a:ext>
              </a:extLst>
            </p:cNvPr>
            <p:cNvSpPr/>
            <p:nvPr/>
          </p:nvSpPr>
          <p:spPr>
            <a:xfrm>
              <a:off x="7642409" y="5637243"/>
              <a:ext cx="417193" cy="467371"/>
            </a:xfrm>
            <a:custGeom>
              <a:avLst/>
              <a:gdLst>
                <a:gd name="connsiteX0" fmla="*/ 141039 w 417193"/>
                <a:gd name="connsiteY0" fmla="*/ 459804 h 467371"/>
                <a:gd name="connsiteX1" fmla="*/ 135134 w 417193"/>
                <a:gd name="connsiteY1" fmla="*/ 449518 h 467371"/>
                <a:gd name="connsiteX2" fmla="*/ 2832 w 417193"/>
                <a:gd name="connsiteY2" fmla="*/ 65183 h 467371"/>
                <a:gd name="connsiteX3" fmla="*/ 15309 w 417193"/>
                <a:gd name="connsiteY3" fmla="*/ 23845 h 467371"/>
                <a:gd name="connsiteX4" fmla="*/ 38646 w 417193"/>
                <a:gd name="connsiteY4" fmla="*/ 6890 h 467371"/>
                <a:gd name="connsiteX5" fmla="*/ 82841 w 417193"/>
                <a:gd name="connsiteY5" fmla="*/ 10129 h 467371"/>
                <a:gd name="connsiteX6" fmla="*/ 405930 w 417193"/>
                <a:gd name="connsiteY6" fmla="*/ 253207 h 467371"/>
                <a:gd name="connsiteX7" fmla="*/ 414883 w 417193"/>
                <a:gd name="connsiteY7" fmla="*/ 262351 h 467371"/>
                <a:gd name="connsiteX8" fmla="*/ 415740 w 417193"/>
                <a:gd name="connsiteY8" fmla="*/ 278353 h 467371"/>
                <a:gd name="connsiteX9" fmla="*/ 400500 w 417193"/>
                <a:gd name="connsiteY9" fmla="*/ 297498 h 467371"/>
                <a:gd name="connsiteX10" fmla="*/ 352399 w 417193"/>
                <a:gd name="connsiteY10" fmla="*/ 298260 h 467371"/>
                <a:gd name="connsiteX11" fmla="*/ 285248 w 417193"/>
                <a:gd name="connsiteY11" fmla="*/ 246635 h 467371"/>
                <a:gd name="connsiteX12" fmla="*/ 158851 w 417193"/>
                <a:gd name="connsiteY12" fmla="*/ 338646 h 467371"/>
                <a:gd name="connsiteX13" fmla="*/ 186474 w 417193"/>
                <a:gd name="connsiteY13" fmla="*/ 415227 h 467371"/>
                <a:gd name="connsiteX14" fmla="*/ 191141 w 417193"/>
                <a:gd name="connsiteY14" fmla="*/ 441326 h 467371"/>
                <a:gd name="connsiteX15" fmla="*/ 177330 w 417193"/>
                <a:gd name="connsiteY15" fmla="*/ 459899 h 467371"/>
                <a:gd name="connsiteX16" fmla="*/ 155613 w 417193"/>
                <a:gd name="connsiteY16" fmla="*/ 467234 h 467371"/>
                <a:gd name="connsiteX17" fmla="*/ 140849 w 417193"/>
                <a:gd name="connsiteY17" fmla="*/ 459614 h 467371"/>
                <a:gd name="connsiteX18" fmla="*/ 64458 w 417193"/>
                <a:gd name="connsiteY18" fmla="*/ 76804 h 467371"/>
                <a:gd name="connsiteX19" fmla="*/ 137039 w 417193"/>
                <a:gd name="connsiteY19" fmla="*/ 278258 h 467371"/>
                <a:gd name="connsiteX20" fmla="*/ 234289 w 417193"/>
                <a:gd name="connsiteY20" fmla="*/ 207487 h 467371"/>
                <a:gd name="connsiteX21" fmla="*/ 64458 w 417193"/>
                <a:gd name="connsiteY21" fmla="*/ 76804 h 467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7193" h="467371">
                  <a:moveTo>
                    <a:pt x="141039" y="459804"/>
                  </a:moveTo>
                  <a:cubicBezTo>
                    <a:pt x="137801" y="455328"/>
                    <a:pt x="135800" y="451899"/>
                    <a:pt x="135134" y="449518"/>
                  </a:cubicBezTo>
                  <a:lnTo>
                    <a:pt x="2832" y="65183"/>
                  </a:lnTo>
                  <a:cubicBezTo>
                    <a:pt x="-3455" y="48229"/>
                    <a:pt x="736" y="34513"/>
                    <a:pt x="15309" y="23845"/>
                  </a:cubicBezTo>
                  <a:lnTo>
                    <a:pt x="38646" y="6890"/>
                  </a:lnTo>
                  <a:cubicBezTo>
                    <a:pt x="52552" y="-3301"/>
                    <a:pt x="67316" y="-2158"/>
                    <a:pt x="82841" y="10129"/>
                  </a:cubicBezTo>
                  <a:lnTo>
                    <a:pt x="405930" y="253207"/>
                  </a:lnTo>
                  <a:cubicBezTo>
                    <a:pt x="409168" y="255588"/>
                    <a:pt x="412216" y="258636"/>
                    <a:pt x="414883" y="262351"/>
                  </a:cubicBezTo>
                  <a:cubicBezTo>
                    <a:pt x="417645" y="266066"/>
                    <a:pt x="417931" y="271400"/>
                    <a:pt x="415740" y="278353"/>
                  </a:cubicBezTo>
                  <a:cubicBezTo>
                    <a:pt x="413740" y="285401"/>
                    <a:pt x="408597" y="291783"/>
                    <a:pt x="400500" y="297498"/>
                  </a:cubicBezTo>
                  <a:cubicBezTo>
                    <a:pt x="383832" y="309690"/>
                    <a:pt x="367734" y="309976"/>
                    <a:pt x="352399" y="298260"/>
                  </a:cubicBezTo>
                  <a:lnTo>
                    <a:pt x="285248" y="246635"/>
                  </a:lnTo>
                  <a:lnTo>
                    <a:pt x="158851" y="338646"/>
                  </a:lnTo>
                  <a:lnTo>
                    <a:pt x="186474" y="415227"/>
                  </a:lnTo>
                  <a:cubicBezTo>
                    <a:pt x="190855" y="425800"/>
                    <a:pt x="192474" y="434468"/>
                    <a:pt x="191141" y="441326"/>
                  </a:cubicBezTo>
                  <a:cubicBezTo>
                    <a:pt x="189712" y="447993"/>
                    <a:pt x="185140" y="454185"/>
                    <a:pt x="177330" y="459899"/>
                  </a:cubicBezTo>
                  <a:cubicBezTo>
                    <a:pt x="169519" y="465614"/>
                    <a:pt x="162280" y="467995"/>
                    <a:pt x="155613" y="467234"/>
                  </a:cubicBezTo>
                  <a:cubicBezTo>
                    <a:pt x="148945" y="466472"/>
                    <a:pt x="144087" y="463900"/>
                    <a:pt x="140849" y="459614"/>
                  </a:cubicBezTo>
                  <a:moveTo>
                    <a:pt x="64458" y="76804"/>
                  </a:moveTo>
                  <a:lnTo>
                    <a:pt x="137039" y="278258"/>
                  </a:lnTo>
                  <a:lnTo>
                    <a:pt x="234289" y="207487"/>
                  </a:lnTo>
                  <a:lnTo>
                    <a:pt x="64458" y="7680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2" name="Forme libre : forme 51">
              <a:extLst>
                <a:ext uri="{FF2B5EF4-FFF2-40B4-BE49-F238E27FC236}">
                  <a16:creationId xmlns:a16="http://schemas.microsoft.com/office/drawing/2014/main" id="{E1084CC4-7F56-89C6-7A3A-BE985BEF02D7}"/>
                </a:ext>
              </a:extLst>
            </p:cNvPr>
            <p:cNvSpPr/>
            <p:nvPr/>
          </p:nvSpPr>
          <p:spPr>
            <a:xfrm>
              <a:off x="7901339" y="5362910"/>
              <a:ext cx="414994" cy="434933"/>
            </a:xfrm>
            <a:custGeom>
              <a:avLst/>
              <a:gdLst>
                <a:gd name="connsiteX0" fmla="*/ 48130 w 414994"/>
                <a:gd name="connsiteY0" fmla="*/ 45670 h 434933"/>
                <a:gd name="connsiteX1" fmla="*/ 138617 w 414994"/>
                <a:gd name="connsiteY1" fmla="*/ 712 h 434933"/>
                <a:gd name="connsiteX2" fmla="*/ 217579 w 414994"/>
                <a:gd name="connsiteY2" fmla="*/ 27573 h 434933"/>
                <a:gd name="connsiteX3" fmla="*/ 227295 w 414994"/>
                <a:gd name="connsiteY3" fmla="*/ 52528 h 434933"/>
                <a:gd name="connsiteX4" fmla="*/ 213484 w 414994"/>
                <a:gd name="connsiteY4" fmla="*/ 77770 h 434933"/>
                <a:gd name="connsiteX5" fmla="*/ 174336 w 414994"/>
                <a:gd name="connsiteY5" fmla="*/ 84342 h 434933"/>
                <a:gd name="connsiteX6" fmla="*/ 134045 w 414994"/>
                <a:gd name="connsiteY6" fmla="*/ 71483 h 434933"/>
                <a:gd name="connsiteX7" fmla="*/ 91469 w 414994"/>
                <a:gd name="connsiteY7" fmla="*/ 92057 h 434933"/>
                <a:gd name="connsiteX8" fmla="*/ 67465 w 414994"/>
                <a:gd name="connsiteY8" fmla="*/ 133872 h 434933"/>
                <a:gd name="connsiteX9" fmla="*/ 81848 w 414994"/>
                <a:gd name="connsiteY9" fmla="*/ 174925 h 434933"/>
                <a:gd name="connsiteX10" fmla="*/ 128521 w 414994"/>
                <a:gd name="connsiteY10" fmla="*/ 193213 h 434933"/>
                <a:gd name="connsiteX11" fmla="*/ 188814 w 414994"/>
                <a:gd name="connsiteY11" fmla="*/ 183592 h 434933"/>
                <a:gd name="connsiteX12" fmla="*/ 253203 w 414994"/>
                <a:gd name="connsiteY12" fmla="*/ 166543 h 434933"/>
                <a:gd name="connsiteX13" fmla="*/ 319878 w 414994"/>
                <a:gd name="connsiteY13" fmla="*/ 164066 h 434933"/>
                <a:gd name="connsiteX14" fmla="*/ 378171 w 414994"/>
                <a:gd name="connsiteY14" fmla="*/ 195594 h 434933"/>
                <a:gd name="connsiteX15" fmla="*/ 414366 w 414994"/>
                <a:gd name="connsiteY15" fmla="*/ 288082 h 434933"/>
                <a:gd name="connsiteX16" fmla="*/ 363503 w 414994"/>
                <a:gd name="connsiteY16" fmla="*/ 380760 h 434933"/>
                <a:gd name="connsiteX17" fmla="*/ 286826 w 414994"/>
                <a:gd name="connsiteY17" fmla="*/ 426194 h 434933"/>
                <a:gd name="connsiteX18" fmla="*/ 220151 w 414994"/>
                <a:gd name="connsiteY18" fmla="*/ 424861 h 434933"/>
                <a:gd name="connsiteX19" fmla="*/ 210340 w 414994"/>
                <a:gd name="connsiteY19" fmla="*/ 401620 h 434933"/>
                <a:gd name="connsiteX20" fmla="*/ 217008 w 414994"/>
                <a:gd name="connsiteY20" fmla="*/ 379331 h 434933"/>
                <a:gd name="connsiteX21" fmla="*/ 233867 w 414994"/>
                <a:gd name="connsiteY21" fmla="*/ 370949 h 434933"/>
                <a:gd name="connsiteX22" fmla="*/ 322068 w 414994"/>
                <a:gd name="connsiteY22" fmla="*/ 332468 h 434933"/>
                <a:gd name="connsiteX23" fmla="*/ 333880 w 414994"/>
                <a:gd name="connsiteY23" fmla="*/ 248362 h 434933"/>
                <a:gd name="connsiteX24" fmla="*/ 291303 w 414994"/>
                <a:gd name="connsiteY24" fmla="*/ 233885 h 434933"/>
                <a:gd name="connsiteX25" fmla="*/ 231391 w 414994"/>
                <a:gd name="connsiteY25" fmla="*/ 244362 h 434933"/>
                <a:gd name="connsiteX26" fmla="*/ 166049 w 414994"/>
                <a:gd name="connsiteY26" fmla="*/ 261126 h 434933"/>
                <a:gd name="connsiteX27" fmla="*/ 97564 w 414994"/>
                <a:gd name="connsiteY27" fmla="*/ 261126 h 434933"/>
                <a:gd name="connsiteX28" fmla="*/ 36604 w 414994"/>
                <a:gd name="connsiteY28" fmla="*/ 226455 h 434933"/>
                <a:gd name="connsiteX29" fmla="*/ 600 w 414994"/>
                <a:gd name="connsiteY29" fmla="*/ 134634 h 434933"/>
                <a:gd name="connsiteX30" fmla="*/ 48034 w 414994"/>
                <a:gd name="connsiteY30" fmla="*/ 45670 h 434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14994" h="434933">
                  <a:moveTo>
                    <a:pt x="48130" y="45670"/>
                  </a:moveTo>
                  <a:cubicBezTo>
                    <a:pt x="75943" y="19095"/>
                    <a:pt x="106137" y="4141"/>
                    <a:pt x="138617" y="712"/>
                  </a:cubicBezTo>
                  <a:cubicBezTo>
                    <a:pt x="171193" y="-2717"/>
                    <a:pt x="197482" y="6237"/>
                    <a:pt x="217579" y="27573"/>
                  </a:cubicBezTo>
                  <a:cubicBezTo>
                    <a:pt x="224819" y="35193"/>
                    <a:pt x="228057" y="43575"/>
                    <a:pt x="227295" y="52528"/>
                  </a:cubicBezTo>
                  <a:cubicBezTo>
                    <a:pt x="226438" y="61577"/>
                    <a:pt x="221866" y="69959"/>
                    <a:pt x="213484" y="77770"/>
                  </a:cubicBezTo>
                  <a:cubicBezTo>
                    <a:pt x="199577" y="91010"/>
                    <a:pt x="186528" y="93200"/>
                    <a:pt x="174336" y="84342"/>
                  </a:cubicBezTo>
                  <a:cubicBezTo>
                    <a:pt x="162049" y="75484"/>
                    <a:pt x="148714" y="71197"/>
                    <a:pt x="134045" y="71483"/>
                  </a:cubicBezTo>
                  <a:cubicBezTo>
                    <a:pt x="119472" y="71769"/>
                    <a:pt x="105280" y="78627"/>
                    <a:pt x="91469" y="92057"/>
                  </a:cubicBezTo>
                  <a:cubicBezTo>
                    <a:pt x="77848" y="105106"/>
                    <a:pt x="69847" y="119013"/>
                    <a:pt x="67465" y="133872"/>
                  </a:cubicBezTo>
                  <a:cubicBezTo>
                    <a:pt x="65084" y="148731"/>
                    <a:pt x="69847" y="162352"/>
                    <a:pt x="81848" y="174925"/>
                  </a:cubicBezTo>
                  <a:cubicBezTo>
                    <a:pt x="93850" y="187497"/>
                    <a:pt x="109375" y="193593"/>
                    <a:pt x="128521" y="193213"/>
                  </a:cubicBezTo>
                  <a:cubicBezTo>
                    <a:pt x="147571" y="192736"/>
                    <a:pt x="167669" y="189498"/>
                    <a:pt x="188814" y="183592"/>
                  </a:cubicBezTo>
                  <a:cubicBezTo>
                    <a:pt x="209959" y="177591"/>
                    <a:pt x="231486" y="171972"/>
                    <a:pt x="253203" y="166543"/>
                  </a:cubicBezTo>
                  <a:cubicBezTo>
                    <a:pt x="275015" y="161113"/>
                    <a:pt x="297208" y="160351"/>
                    <a:pt x="319878" y="164066"/>
                  </a:cubicBezTo>
                  <a:cubicBezTo>
                    <a:pt x="342547" y="167781"/>
                    <a:pt x="361978" y="178354"/>
                    <a:pt x="378171" y="195594"/>
                  </a:cubicBezTo>
                  <a:cubicBezTo>
                    <a:pt x="405984" y="224645"/>
                    <a:pt x="417985" y="255506"/>
                    <a:pt x="414366" y="288082"/>
                  </a:cubicBezTo>
                  <a:cubicBezTo>
                    <a:pt x="410746" y="320657"/>
                    <a:pt x="393792" y="351518"/>
                    <a:pt x="363503" y="380760"/>
                  </a:cubicBezTo>
                  <a:cubicBezTo>
                    <a:pt x="344453" y="398952"/>
                    <a:pt x="318926" y="414097"/>
                    <a:pt x="286826" y="426194"/>
                  </a:cubicBezTo>
                  <a:cubicBezTo>
                    <a:pt x="254727" y="438291"/>
                    <a:pt x="232534" y="437815"/>
                    <a:pt x="220151" y="424861"/>
                  </a:cubicBezTo>
                  <a:cubicBezTo>
                    <a:pt x="214531" y="419051"/>
                    <a:pt x="211293" y="411335"/>
                    <a:pt x="210340" y="401620"/>
                  </a:cubicBezTo>
                  <a:cubicBezTo>
                    <a:pt x="209388" y="391904"/>
                    <a:pt x="211674" y="384570"/>
                    <a:pt x="217008" y="379331"/>
                  </a:cubicBezTo>
                  <a:cubicBezTo>
                    <a:pt x="222437" y="374188"/>
                    <a:pt x="228057" y="371426"/>
                    <a:pt x="233867" y="370949"/>
                  </a:cubicBezTo>
                  <a:cubicBezTo>
                    <a:pt x="268348" y="368282"/>
                    <a:pt x="297684" y="355423"/>
                    <a:pt x="322068" y="332468"/>
                  </a:cubicBezTo>
                  <a:cubicBezTo>
                    <a:pt x="354168" y="301702"/>
                    <a:pt x="358169" y="273699"/>
                    <a:pt x="333880" y="248362"/>
                  </a:cubicBezTo>
                  <a:cubicBezTo>
                    <a:pt x="323878" y="237885"/>
                    <a:pt x="309686" y="233122"/>
                    <a:pt x="291303" y="233885"/>
                  </a:cubicBezTo>
                  <a:cubicBezTo>
                    <a:pt x="272920" y="234646"/>
                    <a:pt x="252917" y="238170"/>
                    <a:pt x="231391" y="244362"/>
                  </a:cubicBezTo>
                  <a:cubicBezTo>
                    <a:pt x="209959" y="250648"/>
                    <a:pt x="188147" y="256173"/>
                    <a:pt x="166049" y="261126"/>
                  </a:cubicBezTo>
                  <a:cubicBezTo>
                    <a:pt x="143665" y="265698"/>
                    <a:pt x="120805" y="265698"/>
                    <a:pt x="97564" y="261126"/>
                  </a:cubicBezTo>
                  <a:cubicBezTo>
                    <a:pt x="74323" y="256553"/>
                    <a:pt x="53940" y="244933"/>
                    <a:pt x="36604" y="226455"/>
                  </a:cubicBezTo>
                  <a:cubicBezTo>
                    <a:pt x="9077" y="197689"/>
                    <a:pt x="-2924" y="167114"/>
                    <a:pt x="600" y="134634"/>
                  </a:cubicBezTo>
                  <a:cubicBezTo>
                    <a:pt x="4410" y="101868"/>
                    <a:pt x="20221" y="72245"/>
                    <a:pt x="48034" y="456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pic>
        <p:nvPicPr>
          <p:cNvPr id="53" name="Image 52" descr="Une image contenant graphisme, Graphique, drapeau&#10;&#10;Description générée automatiquement">
            <a:extLst>
              <a:ext uri="{FF2B5EF4-FFF2-40B4-BE49-F238E27FC236}">
                <a16:creationId xmlns:a16="http://schemas.microsoft.com/office/drawing/2014/main" id="{38265AA8-5744-74AC-FF80-82B4185112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4998" y="6254748"/>
            <a:ext cx="1707867" cy="353841"/>
          </a:xfrm>
          <a:prstGeom prst="rect">
            <a:avLst/>
          </a:prstGeom>
        </p:spPr>
      </p:pic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662F456-3002-4E4E-AD3F-ECB3B309C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DFEB3-5516-4F20-A9A0-1BE8DA6AA0BB}" type="datetime1">
              <a:rPr lang="fr-FR" smtClean="0"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C24024C-0B31-8242-FED6-44007ABF6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CED75C-CA95-9196-9D59-F6426436C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23517" y="6346492"/>
            <a:ext cx="344966" cy="200055"/>
          </a:xfrm>
          <a:prstGeom prst="rect">
            <a:avLst/>
          </a:prstGeom>
        </p:spPr>
        <p:txBody>
          <a:bodyPr/>
          <a:lstStyle/>
          <a:p>
            <a:fld id="{12EA5F4A-9FB0-4812-AB35-92F9E0180226}" type="slidenum">
              <a:rPr lang="fr-FR" smtClean="0"/>
              <a:t>‹#›</a:t>
            </a:fld>
            <a:endParaRPr lang="fr-FR"/>
          </a:p>
        </p:txBody>
      </p:sp>
      <p:sp>
        <p:nvSpPr>
          <p:cNvPr id="5" name="Rectangle : avec coins arrondis en haut 4">
            <a:extLst>
              <a:ext uri="{FF2B5EF4-FFF2-40B4-BE49-F238E27FC236}">
                <a16:creationId xmlns:a16="http://schemas.microsoft.com/office/drawing/2014/main" id="{97C8D201-623A-FEAF-A65D-4201CBD5190A}"/>
              </a:ext>
            </a:extLst>
          </p:cNvPr>
          <p:cNvSpPr/>
          <p:nvPr userDrawn="1"/>
        </p:nvSpPr>
        <p:spPr bwMode="invGray">
          <a:xfrm rot="16200000">
            <a:off x="6713824" y="-239005"/>
            <a:ext cx="4443306" cy="651304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6" name="Graphique 44">
            <a:extLst>
              <a:ext uri="{FF2B5EF4-FFF2-40B4-BE49-F238E27FC236}">
                <a16:creationId xmlns:a16="http://schemas.microsoft.com/office/drawing/2014/main" id="{7052B22E-4EEF-1D34-890B-5110AD063750}"/>
              </a:ext>
            </a:extLst>
          </p:cNvPr>
          <p:cNvGrpSpPr/>
          <p:nvPr userDrawn="1"/>
        </p:nvGrpSpPr>
        <p:grpSpPr>
          <a:xfrm>
            <a:off x="1599720" y="1828799"/>
            <a:ext cx="2077411" cy="2396068"/>
            <a:chOff x="3319466" y="228601"/>
            <a:chExt cx="5551927" cy="6403564"/>
          </a:xfrm>
          <a:solidFill>
            <a:schemeClr val="accent4"/>
          </a:solidFill>
        </p:grpSpPr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551C0E94-F96C-729D-980B-BB20E4C05E2F}"/>
                </a:ext>
              </a:extLst>
            </p:cNvPr>
            <p:cNvSpPr/>
            <p:nvPr/>
          </p:nvSpPr>
          <p:spPr>
            <a:xfrm>
              <a:off x="3319466" y="1781951"/>
              <a:ext cx="1254828" cy="3190491"/>
            </a:xfrm>
            <a:custGeom>
              <a:avLst/>
              <a:gdLst>
                <a:gd name="connsiteX0" fmla="*/ 185 w 1254828"/>
                <a:gd name="connsiteY0" fmla="*/ 186391 h 3190491"/>
                <a:gd name="connsiteX1" fmla="*/ 174017 w 1254828"/>
                <a:gd name="connsiteY1" fmla="*/ 178 h 3190491"/>
                <a:gd name="connsiteX2" fmla="*/ 360040 w 1254828"/>
                <a:gd name="connsiteY2" fmla="*/ 169913 h 3190491"/>
                <a:gd name="connsiteX3" fmla="*/ 481198 w 1254828"/>
                <a:gd name="connsiteY3" fmla="*/ 2822340 h 3190491"/>
                <a:gd name="connsiteX4" fmla="*/ 1064509 w 1254828"/>
                <a:gd name="connsiteY4" fmla="*/ 2795670 h 3190491"/>
                <a:gd name="connsiteX5" fmla="*/ 1254628 w 1254828"/>
                <a:gd name="connsiteY5" fmla="*/ 2965310 h 3190491"/>
                <a:gd name="connsiteX6" fmla="*/ 1080987 w 1254828"/>
                <a:gd name="connsiteY6" fmla="*/ 3155525 h 3190491"/>
                <a:gd name="connsiteX7" fmla="*/ 319749 w 1254828"/>
                <a:gd name="connsiteY7" fmla="*/ 3190291 h 3190491"/>
                <a:gd name="connsiteX8" fmla="*/ 129535 w 1254828"/>
                <a:gd name="connsiteY8" fmla="*/ 3016650 h 3190491"/>
                <a:gd name="connsiteX9" fmla="*/ 185 w 1254828"/>
                <a:gd name="connsiteY9" fmla="*/ 186391 h 319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54828" h="3190491">
                  <a:moveTo>
                    <a:pt x="185" y="186391"/>
                  </a:moveTo>
                  <a:cubicBezTo>
                    <a:pt x="-4291" y="89332"/>
                    <a:pt x="72861" y="4845"/>
                    <a:pt x="174017" y="178"/>
                  </a:cubicBezTo>
                  <a:cubicBezTo>
                    <a:pt x="271076" y="-4204"/>
                    <a:pt x="355563" y="72949"/>
                    <a:pt x="360040" y="169913"/>
                  </a:cubicBezTo>
                  <a:lnTo>
                    <a:pt x="481198" y="2822340"/>
                  </a:lnTo>
                  <a:lnTo>
                    <a:pt x="1064509" y="2795670"/>
                  </a:lnTo>
                  <a:cubicBezTo>
                    <a:pt x="1165569" y="2791003"/>
                    <a:pt x="1250151" y="2868251"/>
                    <a:pt x="1254628" y="2965310"/>
                  </a:cubicBezTo>
                  <a:cubicBezTo>
                    <a:pt x="1259295" y="3066371"/>
                    <a:pt x="1182047" y="3150953"/>
                    <a:pt x="1080987" y="3155525"/>
                  </a:cubicBezTo>
                  <a:lnTo>
                    <a:pt x="319749" y="3190291"/>
                  </a:lnTo>
                  <a:cubicBezTo>
                    <a:pt x="218689" y="3194958"/>
                    <a:pt x="134107" y="3117710"/>
                    <a:pt x="129535" y="3016650"/>
                  </a:cubicBezTo>
                  <a:lnTo>
                    <a:pt x="185" y="18639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04E956AA-831B-6804-8175-A53B06EB839C}"/>
                </a:ext>
              </a:extLst>
            </p:cNvPr>
            <p:cNvSpPr/>
            <p:nvPr/>
          </p:nvSpPr>
          <p:spPr>
            <a:xfrm>
              <a:off x="5104447" y="1808323"/>
              <a:ext cx="330708" cy="559213"/>
            </a:xfrm>
            <a:custGeom>
              <a:avLst/>
              <a:gdLst>
                <a:gd name="connsiteX0" fmla="*/ 330708 w 330708"/>
                <a:gd name="connsiteY0" fmla="*/ 391954 h 559212"/>
                <a:gd name="connsiteX1" fmla="*/ 167164 w 330708"/>
                <a:gd name="connsiteY1" fmla="*/ 559213 h 559212"/>
                <a:gd name="connsiteX2" fmla="*/ 0 w 330708"/>
                <a:gd name="connsiteY2" fmla="*/ 391954 h 559212"/>
                <a:gd name="connsiteX3" fmla="*/ 0 w 330708"/>
                <a:gd name="connsiteY3" fmla="*/ 163449 h 559212"/>
                <a:gd name="connsiteX4" fmla="*/ 167164 w 330708"/>
                <a:gd name="connsiteY4" fmla="*/ 0 h 559212"/>
                <a:gd name="connsiteX5" fmla="*/ 330708 w 330708"/>
                <a:gd name="connsiteY5" fmla="*/ 163449 h 559212"/>
                <a:gd name="connsiteX6" fmla="*/ 330708 w 330708"/>
                <a:gd name="connsiteY6" fmla="*/ 391954 h 559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559212">
                  <a:moveTo>
                    <a:pt x="330708" y="391954"/>
                  </a:moveTo>
                  <a:cubicBezTo>
                    <a:pt x="330708" y="484822"/>
                    <a:pt x="256413" y="559213"/>
                    <a:pt x="167164" y="559213"/>
                  </a:cubicBezTo>
                  <a:cubicBezTo>
                    <a:pt x="77915" y="559213"/>
                    <a:pt x="0" y="484918"/>
                    <a:pt x="0" y="391954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3919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2AFC4464-5EE8-74B4-431B-39D817D06423}"/>
                </a:ext>
              </a:extLst>
            </p:cNvPr>
            <p:cNvSpPr/>
            <p:nvPr/>
          </p:nvSpPr>
          <p:spPr>
            <a:xfrm>
              <a:off x="5104447" y="2882648"/>
              <a:ext cx="330708" cy="2068735"/>
            </a:xfrm>
            <a:custGeom>
              <a:avLst/>
              <a:gdLst>
                <a:gd name="connsiteX0" fmla="*/ 330708 w 330708"/>
                <a:gd name="connsiteY0" fmla="*/ 1901476 h 2068734"/>
                <a:gd name="connsiteX1" fmla="*/ 167164 w 330708"/>
                <a:gd name="connsiteY1" fmla="*/ 2068735 h 2068734"/>
                <a:gd name="connsiteX2" fmla="*/ 0 w 330708"/>
                <a:gd name="connsiteY2" fmla="*/ 1901476 h 2068734"/>
                <a:gd name="connsiteX3" fmla="*/ 0 w 330708"/>
                <a:gd name="connsiteY3" fmla="*/ 163449 h 2068734"/>
                <a:gd name="connsiteX4" fmla="*/ 167164 w 330708"/>
                <a:gd name="connsiteY4" fmla="*/ 0 h 2068734"/>
                <a:gd name="connsiteX5" fmla="*/ 330708 w 330708"/>
                <a:gd name="connsiteY5" fmla="*/ 163449 h 2068734"/>
                <a:gd name="connsiteX6" fmla="*/ 330708 w 330708"/>
                <a:gd name="connsiteY6" fmla="*/ 1901476 h 206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2068734">
                  <a:moveTo>
                    <a:pt x="330708" y="1901476"/>
                  </a:moveTo>
                  <a:cubicBezTo>
                    <a:pt x="330708" y="1994344"/>
                    <a:pt x="256413" y="2068735"/>
                    <a:pt x="167164" y="2068735"/>
                  </a:cubicBezTo>
                  <a:cubicBezTo>
                    <a:pt x="77915" y="2068735"/>
                    <a:pt x="0" y="1994440"/>
                    <a:pt x="0" y="1901476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190147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6FEEF9A8-492C-4E47-8982-9A5F233DB7D0}"/>
                </a:ext>
              </a:extLst>
            </p:cNvPr>
            <p:cNvSpPr/>
            <p:nvPr/>
          </p:nvSpPr>
          <p:spPr>
            <a:xfrm>
              <a:off x="6236683" y="2168270"/>
              <a:ext cx="1065560" cy="2788348"/>
            </a:xfrm>
            <a:custGeom>
              <a:avLst/>
              <a:gdLst>
                <a:gd name="connsiteX0" fmla="*/ 321374 w 1065561"/>
                <a:gd name="connsiteY0" fmla="*/ 2625852 h 2788348"/>
                <a:gd name="connsiteX1" fmla="*/ 162496 w 1065561"/>
                <a:gd name="connsiteY1" fmla="*/ 2788349 h 2788348"/>
                <a:gd name="connsiteX2" fmla="*/ 0 w 1065561"/>
                <a:gd name="connsiteY2" fmla="*/ 2625852 h 2788348"/>
                <a:gd name="connsiteX3" fmla="*/ 0 w 1065561"/>
                <a:gd name="connsiteY3" fmla="*/ 158877 h 2788348"/>
                <a:gd name="connsiteX4" fmla="*/ 162496 w 1065561"/>
                <a:gd name="connsiteY4" fmla="*/ 0 h 2788348"/>
                <a:gd name="connsiteX5" fmla="*/ 903065 w 1065561"/>
                <a:gd name="connsiteY5" fmla="*/ 0 h 2788348"/>
                <a:gd name="connsiteX6" fmla="*/ 1065562 w 1065561"/>
                <a:gd name="connsiteY6" fmla="*/ 158877 h 2788348"/>
                <a:gd name="connsiteX7" fmla="*/ 903065 w 1065561"/>
                <a:gd name="connsiteY7" fmla="*/ 321374 h 2788348"/>
                <a:gd name="connsiteX8" fmla="*/ 321374 w 1065561"/>
                <a:gd name="connsiteY8" fmla="*/ 321374 h 2788348"/>
                <a:gd name="connsiteX9" fmla="*/ 321374 w 1065561"/>
                <a:gd name="connsiteY9" fmla="*/ 1216914 h 2788348"/>
                <a:gd name="connsiteX10" fmla="*/ 740569 w 1065561"/>
                <a:gd name="connsiteY10" fmla="*/ 1216914 h 2788348"/>
                <a:gd name="connsiteX11" fmla="*/ 903065 w 1065561"/>
                <a:gd name="connsiteY11" fmla="*/ 1375791 h 2788348"/>
                <a:gd name="connsiteX12" fmla="*/ 740569 w 1065561"/>
                <a:gd name="connsiteY12" fmla="*/ 1538288 h 2788348"/>
                <a:gd name="connsiteX13" fmla="*/ 321374 w 1065561"/>
                <a:gd name="connsiteY13" fmla="*/ 1538288 h 2788348"/>
                <a:gd name="connsiteX14" fmla="*/ 321374 w 1065561"/>
                <a:gd name="connsiteY14" fmla="*/ 2625757 h 278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65561" h="2788348">
                  <a:moveTo>
                    <a:pt x="321374" y="2625852"/>
                  </a:moveTo>
                  <a:cubicBezTo>
                    <a:pt x="321374" y="2716149"/>
                    <a:pt x="249174" y="2788349"/>
                    <a:pt x="162496" y="2788349"/>
                  </a:cubicBezTo>
                  <a:cubicBezTo>
                    <a:pt x="75819" y="2788349"/>
                    <a:pt x="0" y="2716149"/>
                    <a:pt x="0" y="2625852"/>
                  </a:cubicBezTo>
                  <a:lnTo>
                    <a:pt x="0" y="158877"/>
                  </a:lnTo>
                  <a:cubicBezTo>
                    <a:pt x="0" y="72200"/>
                    <a:pt x="72200" y="0"/>
                    <a:pt x="162496" y="0"/>
                  </a:cubicBezTo>
                  <a:lnTo>
                    <a:pt x="903065" y="0"/>
                  </a:lnTo>
                  <a:cubicBezTo>
                    <a:pt x="993362" y="0"/>
                    <a:pt x="1065562" y="72200"/>
                    <a:pt x="1065562" y="158877"/>
                  </a:cubicBezTo>
                  <a:cubicBezTo>
                    <a:pt x="1065562" y="245554"/>
                    <a:pt x="993362" y="321374"/>
                    <a:pt x="903065" y="321374"/>
                  </a:cubicBezTo>
                  <a:lnTo>
                    <a:pt x="321374" y="321374"/>
                  </a:lnTo>
                  <a:lnTo>
                    <a:pt x="321374" y="1216914"/>
                  </a:lnTo>
                  <a:lnTo>
                    <a:pt x="740569" y="1216914"/>
                  </a:lnTo>
                  <a:cubicBezTo>
                    <a:pt x="830866" y="1216914"/>
                    <a:pt x="903065" y="1289114"/>
                    <a:pt x="903065" y="1375791"/>
                  </a:cubicBezTo>
                  <a:cubicBezTo>
                    <a:pt x="903065" y="1462468"/>
                    <a:pt x="830866" y="1538288"/>
                    <a:pt x="740569" y="1538288"/>
                  </a:cubicBezTo>
                  <a:lnTo>
                    <a:pt x="321374" y="1538288"/>
                  </a:lnTo>
                  <a:lnTo>
                    <a:pt x="321374" y="262575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59E7F46E-4E29-E020-E332-6AE999E36DAF}"/>
                </a:ext>
              </a:extLst>
            </p:cNvPr>
            <p:cNvSpPr/>
            <p:nvPr/>
          </p:nvSpPr>
          <p:spPr>
            <a:xfrm>
              <a:off x="7800593" y="2168367"/>
              <a:ext cx="1070800" cy="2751389"/>
            </a:xfrm>
            <a:custGeom>
              <a:avLst/>
              <a:gdLst>
                <a:gd name="connsiteX0" fmla="*/ 908400 w 1070800"/>
                <a:gd name="connsiteY0" fmla="*/ 2429923 h 2751391"/>
                <a:gd name="connsiteX1" fmla="*/ 321469 w 1070800"/>
                <a:gd name="connsiteY1" fmla="*/ 2429923 h 2751391"/>
                <a:gd name="connsiteX2" fmla="*/ 321469 w 1070800"/>
                <a:gd name="connsiteY2" fmla="*/ 1522476 h 2751391"/>
                <a:gd name="connsiteX3" fmla="*/ 740664 w 1070800"/>
                <a:gd name="connsiteY3" fmla="*/ 1522476 h 2751391"/>
                <a:gd name="connsiteX4" fmla="*/ 903161 w 1070800"/>
                <a:gd name="connsiteY4" fmla="*/ 1359980 h 2751391"/>
                <a:gd name="connsiteX5" fmla="*/ 740664 w 1070800"/>
                <a:gd name="connsiteY5" fmla="*/ 1201103 h 2751391"/>
                <a:gd name="connsiteX6" fmla="*/ 321469 w 1070800"/>
                <a:gd name="connsiteY6" fmla="*/ 1201103 h 2751391"/>
                <a:gd name="connsiteX7" fmla="*/ 321469 w 1070800"/>
                <a:gd name="connsiteY7" fmla="*/ 321374 h 2751391"/>
                <a:gd name="connsiteX8" fmla="*/ 903161 w 1070800"/>
                <a:gd name="connsiteY8" fmla="*/ 321374 h 2751391"/>
                <a:gd name="connsiteX9" fmla="*/ 1065657 w 1070800"/>
                <a:gd name="connsiteY9" fmla="*/ 158877 h 2751391"/>
                <a:gd name="connsiteX10" fmla="*/ 903161 w 1070800"/>
                <a:gd name="connsiteY10" fmla="*/ 0 h 2751391"/>
                <a:gd name="connsiteX11" fmla="*/ 162496 w 1070800"/>
                <a:gd name="connsiteY11" fmla="*/ 0 h 2751391"/>
                <a:gd name="connsiteX12" fmla="*/ 0 w 1070800"/>
                <a:gd name="connsiteY12" fmla="*/ 158877 h 2751391"/>
                <a:gd name="connsiteX13" fmla="*/ 0 w 1070800"/>
                <a:gd name="connsiteY13" fmla="*/ 2588895 h 2751391"/>
                <a:gd name="connsiteX14" fmla="*/ 162496 w 1070800"/>
                <a:gd name="connsiteY14" fmla="*/ 2751392 h 2751391"/>
                <a:gd name="connsiteX15" fmla="*/ 165068 w 1070800"/>
                <a:gd name="connsiteY15" fmla="*/ 2751296 h 2751391"/>
                <a:gd name="connsiteX16" fmla="*/ 167735 w 1070800"/>
                <a:gd name="connsiteY16" fmla="*/ 2751392 h 2751391"/>
                <a:gd name="connsiteX17" fmla="*/ 908304 w 1070800"/>
                <a:gd name="connsiteY17" fmla="*/ 2751392 h 2751391"/>
                <a:gd name="connsiteX18" fmla="*/ 1070801 w 1070800"/>
                <a:gd name="connsiteY18" fmla="*/ 2592515 h 2751391"/>
                <a:gd name="connsiteX19" fmla="*/ 908304 w 1070800"/>
                <a:gd name="connsiteY19" fmla="*/ 2430018 h 275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70800" h="2751391">
                  <a:moveTo>
                    <a:pt x="908400" y="2429923"/>
                  </a:moveTo>
                  <a:lnTo>
                    <a:pt x="321469" y="2429923"/>
                  </a:lnTo>
                  <a:lnTo>
                    <a:pt x="321469" y="1522476"/>
                  </a:lnTo>
                  <a:lnTo>
                    <a:pt x="740664" y="1522476"/>
                  </a:lnTo>
                  <a:cubicBezTo>
                    <a:pt x="830961" y="1522476"/>
                    <a:pt x="903161" y="1450277"/>
                    <a:pt x="903161" y="1359980"/>
                  </a:cubicBezTo>
                  <a:cubicBezTo>
                    <a:pt x="903161" y="1269683"/>
                    <a:pt x="830961" y="1201103"/>
                    <a:pt x="740664" y="1201103"/>
                  </a:cubicBezTo>
                  <a:lnTo>
                    <a:pt x="321469" y="1201103"/>
                  </a:lnTo>
                  <a:lnTo>
                    <a:pt x="321469" y="321374"/>
                  </a:lnTo>
                  <a:lnTo>
                    <a:pt x="903161" y="321374"/>
                  </a:lnTo>
                  <a:cubicBezTo>
                    <a:pt x="993458" y="321374"/>
                    <a:pt x="1065657" y="249174"/>
                    <a:pt x="1065657" y="158877"/>
                  </a:cubicBezTo>
                  <a:cubicBezTo>
                    <a:pt x="1065657" y="68580"/>
                    <a:pt x="993458" y="0"/>
                    <a:pt x="903161" y="0"/>
                  </a:cubicBezTo>
                  <a:lnTo>
                    <a:pt x="162496" y="0"/>
                  </a:lnTo>
                  <a:cubicBezTo>
                    <a:pt x="72200" y="0"/>
                    <a:pt x="0" y="72200"/>
                    <a:pt x="0" y="158877"/>
                  </a:cubicBezTo>
                  <a:lnTo>
                    <a:pt x="0" y="2588895"/>
                  </a:lnTo>
                  <a:cubicBezTo>
                    <a:pt x="0" y="2679192"/>
                    <a:pt x="72200" y="2751392"/>
                    <a:pt x="162496" y="2751392"/>
                  </a:cubicBezTo>
                  <a:cubicBezTo>
                    <a:pt x="163354" y="2751392"/>
                    <a:pt x="164211" y="2751296"/>
                    <a:pt x="165068" y="2751296"/>
                  </a:cubicBezTo>
                  <a:cubicBezTo>
                    <a:pt x="166021" y="2751296"/>
                    <a:pt x="166878" y="2751392"/>
                    <a:pt x="167735" y="2751392"/>
                  </a:cubicBezTo>
                  <a:lnTo>
                    <a:pt x="908304" y="2751392"/>
                  </a:lnTo>
                  <a:cubicBezTo>
                    <a:pt x="998601" y="2751392"/>
                    <a:pt x="1070801" y="2679192"/>
                    <a:pt x="1070801" y="2592515"/>
                  </a:cubicBezTo>
                  <a:cubicBezTo>
                    <a:pt x="1070801" y="2505837"/>
                    <a:pt x="998601" y="2430018"/>
                    <a:pt x="908304" y="24300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4A92D264-F698-2EFF-4E7D-CAC9BC301E4C}"/>
                </a:ext>
              </a:extLst>
            </p:cNvPr>
            <p:cNvSpPr/>
            <p:nvPr/>
          </p:nvSpPr>
          <p:spPr>
            <a:xfrm>
              <a:off x="3605500" y="228601"/>
              <a:ext cx="4960413" cy="1495996"/>
            </a:xfrm>
            <a:custGeom>
              <a:avLst/>
              <a:gdLst>
                <a:gd name="connsiteX0" fmla="*/ 4782117 w 4960413"/>
                <a:gd name="connsiteY0" fmla="*/ 1495997 h 1495996"/>
                <a:gd name="connsiteX1" fmla="*/ 4642195 w 4960413"/>
                <a:gd name="connsiteY1" fmla="*/ 1428464 h 1495996"/>
                <a:gd name="connsiteX2" fmla="*/ 2426965 w 4960413"/>
                <a:gd name="connsiteY2" fmla="*/ 356807 h 1495996"/>
                <a:gd name="connsiteX3" fmla="*/ 311844 w 4960413"/>
                <a:gd name="connsiteY3" fmla="*/ 1309211 h 1495996"/>
                <a:gd name="connsiteX4" fmla="*/ 60098 w 4960413"/>
                <a:gd name="connsiteY4" fmla="*/ 1324451 h 1495996"/>
                <a:gd name="connsiteX5" fmla="*/ 44858 w 4960413"/>
                <a:gd name="connsiteY5" fmla="*/ 1072706 h 1495996"/>
                <a:gd name="connsiteX6" fmla="*/ 2427061 w 4960413"/>
                <a:gd name="connsiteY6" fmla="*/ 0 h 1495996"/>
                <a:gd name="connsiteX7" fmla="*/ 4921849 w 4960413"/>
                <a:gd name="connsiteY7" fmla="*/ 1206818 h 1495996"/>
                <a:gd name="connsiteX8" fmla="*/ 4892798 w 4960413"/>
                <a:gd name="connsiteY8" fmla="*/ 1457420 h 1495996"/>
                <a:gd name="connsiteX9" fmla="*/ 4782117 w 4960413"/>
                <a:gd name="connsiteY9" fmla="*/ 1495997 h 1495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60413" h="1495996">
                  <a:moveTo>
                    <a:pt x="4782117" y="1495997"/>
                  </a:moveTo>
                  <a:cubicBezTo>
                    <a:pt x="4729539" y="1495997"/>
                    <a:pt x="4677437" y="1472851"/>
                    <a:pt x="4642195" y="1428464"/>
                  </a:cubicBezTo>
                  <a:cubicBezTo>
                    <a:pt x="4102413" y="747427"/>
                    <a:pt x="3294979" y="356807"/>
                    <a:pt x="2426965" y="356807"/>
                  </a:cubicBezTo>
                  <a:cubicBezTo>
                    <a:pt x="1618960" y="356807"/>
                    <a:pt x="848006" y="703898"/>
                    <a:pt x="311844" y="1309211"/>
                  </a:cubicBezTo>
                  <a:cubicBezTo>
                    <a:pt x="246502" y="1382935"/>
                    <a:pt x="133822" y="1389698"/>
                    <a:pt x="60098" y="1324451"/>
                  </a:cubicBezTo>
                  <a:cubicBezTo>
                    <a:pt x="-13625" y="1259110"/>
                    <a:pt x="-20483" y="1146429"/>
                    <a:pt x="44858" y="1072706"/>
                  </a:cubicBezTo>
                  <a:cubicBezTo>
                    <a:pt x="648743" y="390906"/>
                    <a:pt x="1517042" y="0"/>
                    <a:pt x="2427061" y="0"/>
                  </a:cubicBezTo>
                  <a:cubicBezTo>
                    <a:pt x="3404612" y="0"/>
                    <a:pt x="4313868" y="439865"/>
                    <a:pt x="4921849" y="1206818"/>
                  </a:cubicBezTo>
                  <a:cubicBezTo>
                    <a:pt x="4982999" y="1283970"/>
                    <a:pt x="4970046" y="1396175"/>
                    <a:pt x="4892798" y="1457420"/>
                  </a:cubicBezTo>
                  <a:cubicBezTo>
                    <a:pt x="4860032" y="1483424"/>
                    <a:pt x="4820979" y="1495997"/>
                    <a:pt x="4782117" y="14959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8069CA81-6C51-D717-2AB3-D3A93C4F4231}"/>
                </a:ext>
              </a:extLst>
            </p:cNvPr>
            <p:cNvSpPr/>
            <p:nvPr/>
          </p:nvSpPr>
          <p:spPr>
            <a:xfrm>
              <a:off x="3749206" y="5390945"/>
              <a:ext cx="546290" cy="567406"/>
            </a:xfrm>
            <a:custGeom>
              <a:avLst/>
              <a:gdLst>
                <a:gd name="connsiteX0" fmla="*/ 100703 w 546290"/>
                <a:gd name="connsiteY0" fmla="*/ 485502 h 567405"/>
                <a:gd name="connsiteX1" fmla="*/ 881 w 546290"/>
                <a:gd name="connsiteY1" fmla="*/ 299193 h 567405"/>
                <a:gd name="connsiteX2" fmla="*/ 74890 w 546290"/>
                <a:gd name="connsiteY2" fmla="*/ 100501 h 567405"/>
                <a:gd name="connsiteX3" fmla="*/ 260342 w 546290"/>
                <a:gd name="connsiteY3" fmla="*/ 489 h 567405"/>
                <a:gd name="connsiteX4" fmla="*/ 450651 w 546290"/>
                <a:gd name="connsiteY4" fmla="*/ 72402 h 567405"/>
                <a:gd name="connsiteX5" fmla="*/ 545711 w 546290"/>
                <a:gd name="connsiteY5" fmla="*/ 252520 h 567405"/>
                <a:gd name="connsiteX6" fmla="*/ 478083 w 546290"/>
                <a:gd name="connsiteY6" fmla="*/ 437972 h 567405"/>
                <a:gd name="connsiteX7" fmla="*/ 373784 w 546290"/>
                <a:gd name="connsiteY7" fmla="*/ 505408 h 567405"/>
                <a:gd name="connsiteX8" fmla="*/ 278725 w 546290"/>
                <a:gd name="connsiteY8" fmla="*/ 476929 h 567405"/>
                <a:gd name="connsiteX9" fmla="*/ 250721 w 546290"/>
                <a:gd name="connsiteY9" fmla="*/ 393966 h 567405"/>
                <a:gd name="connsiteX10" fmla="*/ 159091 w 546290"/>
                <a:gd name="connsiteY10" fmla="*/ 370439 h 567405"/>
                <a:gd name="connsiteX11" fmla="*/ 122229 w 546290"/>
                <a:gd name="connsiteY11" fmla="*/ 290810 h 567405"/>
                <a:gd name="connsiteX12" fmla="*/ 175188 w 546290"/>
                <a:gd name="connsiteY12" fmla="*/ 181464 h 567405"/>
                <a:gd name="connsiteX13" fmla="*/ 338542 w 546290"/>
                <a:gd name="connsiteY13" fmla="*/ 128219 h 567405"/>
                <a:gd name="connsiteX14" fmla="*/ 375308 w 546290"/>
                <a:gd name="connsiteY14" fmla="*/ 150888 h 567405"/>
                <a:gd name="connsiteX15" fmla="*/ 432268 w 546290"/>
                <a:gd name="connsiteY15" fmla="*/ 236994 h 567405"/>
                <a:gd name="connsiteX16" fmla="*/ 436078 w 546290"/>
                <a:gd name="connsiteY16" fmla="*/ 250805 h 567405"/>
                <a:gd name="connsiteX17" fmla="*/ 423981 w 546290"/>
                <a:gd name="connsiteY17" fmla="*/ 278618 h 567405"/>
                <a:gd name="connsiteX18" fmla="*/ 327683 w 546290"/>
                <a:gd name="connsiteY18" fmla="*/ 386823 h 567405"/>
                <a:gd name="connsiteX19" fmla="*/ 331970 w 546290"/>
                <a:gd name="connsiteY19" fmla="*/ 438448 h 567405"/>
                <a:gd name="connsiteX20" fmla="*/ 378737 w 546290"/>
                <a:gd name="connsiteY20" fmla="*/ 444544 h 567405"/>
                <a:gd name="connsiteX21" fmla="*/ 436268 w 546290"/>
                <a:gd name="connsiteY21" fmla="*/ 400729 h 567405"/>
                <a:gd name="connsiteX22" fmla="*/ 491609 w 546290"/>
                <a:gd name="connsiteY22" fmla="*/ 253091 h 567405"/>
                <a:gd name="connsiteX23" fmla="*/ 416266 w 546290"/>
                <a:gd name="connsiteY23" fmla="*/ 110502 h 567405"/>
                <a:gd name="connsiteX24" fmla="*/ 264914 w 546290"/>
                <a:gd name="connsiteY24" fmla="*/ 53352 h 567405"/>
                <a:gd name="connsiteX25" fmla="*/ 117848 w 546290"/>
                <a:gd name="connsiteY25" fmla="*/ 132695 h 567405"/>
                <a:gd name="connsiteX26" fmla="*/ 56888 w 546290"/>
                <a:gd name="connsiteY26" fmla="*/ 293287 h 567405"/>
                <a:gd name="connsiteX27" fmla="*/ 136612 w 546290"/>
                <a:gd name="connsiteY27" fmla="*/ 446259 h 567405"/>
                <a:gd name="connsiteX28" fmla="*/ 256341 w 546290"/>
                <a:gd name="connsiteY28" fmla="*/ 518172 h 567405"/>
                <a:gd name="connsiteX29" fmla="*/ 269962 w 546290"/>
                <a:gd name="connsiteY29" fmla="*/ 526364 h 567405"/>
                <a:gd name="connsiteX30" fmla="*/ 274153 w 546290"/>
                <a:gd name="connsiteY30" fmla="*/ 540270 h 567405"/>
                <a:gd name="connsiteX31" fmla="*/ 264247 w 546290"/>
                <a:gd name="connsiteY31" fmla="*/ 560177 h 567405"/>
                <a:gd name="connsiteX32" fmla="*/ 238529 w 546290"/>
                <a:gd name="connsiteY32" fmla="*/ 566083 h 567405"/>
                <a:gd name="connsiteX33" fmla="*/ 100798 w 546290"/>
                <a:gd name="connsiteY33" fmla="*/ 485406 h 567405"/>
                <a:gd name="connsiteX34" fmla="*/ 332922 w 546290"/>
                <a:gd name="connsiteY34" fmla="*/ 203752 h 567405"/>
                <a:gd name="connsiteX35" fmla="*/ 287107 w 546290"/>
                <a:gd name="connsiteY35" fmla="*/ 188512 h 567405"/>
                <a:gd name="connsiteX36" fmla="*/ 230433 w 546290"/>
                <a:gd name="connsiteY36" fmla="*/ 225374 h 567405"/>
                <a:gd name="connsiteX37" fmla="*/ 196715 w 546290"/>
                <a:gd name="connsiteY37" fmla="*/ 285095 h 567405"/>
                <a:gd name="connsiteX38" fmla="*/ 209859 w 546290"/>
                <a:gd name="connsiteY38" fmla="*/ 324624 h 567405"/>
                <a:gd name="connsiteX39" fmla="*/ 278249 w 546290"/>
                <a:gd name="connsiteY39" fmla="*/ 339674 h 567405"/>
                <a:gd name="connsiteX40" fmla="*/ 362259 w 546290"/>
                <a:gd name="connsiteY40" fmla="*/ 245281 h 567405"/>
                <a:gd name="connsiteX41" fmla="*/ 333017 w 546290"/>
                <a:gd name="connsiteY41" fmla="*/ 203656 h 567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46290" h="567405">
                  <a:moveTo>
                    <a:pt x="100703" y="485502"/>
                  </a:moveTo>
                  <a:cubicBezTo>
                    <a:pt x="40124" y="431590"/>
                    <a:pt x="6881" y="369582"/>
                    <a:pt x="881" y="299193"/>
                  </a:cubicBezTo>
                  <a:cubicBezTo>
                    <a:pt x="-5120" y="228898"/>
                    <a:pt x="19550" y="162699"/>
                    <a:pt x="74890" y="100501"/>
                  </a:cubicBezTo>
                  <a:cubicBezTo>
                    <a:pt x="130421" y="38112"/>
                    <a:pt x="192238" y="4774"/>
                    <a:pt x="260342" y="489"/>
                  </a:cubicBezTo>
                  <a:cubicBezTo>
                    <a:pt x="328541" y="-3798"/>
                    <a:pt x="391977" y="20110"/>
                    <a:pt x="450651" y="72402"/>
                  </a:cubicBezTo>
                  <a:cubicBezTo>
                    <a:pt x="509420" y="124694"/>
                    <a:pt x="541043" y="184702"/>
                    <a:pt x="545711" y="252520"/>
                  </a:cubicBezTo>
                  <a:cubicBezTo>
                    <a:pt x="550283" y="320338"/>
                    <a:pt x="527804" y="382155"/>
                    <a:pt x="478083" y="437972"/>
                  </a:cubicBezTo>
                  <a:cubicBezTo>
                    <a:pt x="443603" y="476739"/>
                    <a:pt x="408836" y="499218"/>
                    <a:pt x="373784" y="505408"/>
                  </a:cubicBezTo>
                  <a:cubicBezTo>
                    <a:pt x="338732" y="511600"/>
                    <a:pt x="307014" y="502075"/>
                    <a:pt x="278725" y="476929"/>
                  </a:cubicBezTo>
                  <a:cubicBezTo>
                    <a:pt x="250436" y="451783"/>
                    <a:pt x="241101" y="424160"/>
                    <a:pt x="250721" y="393966"/>
                  </a:cubicBezTo>
                  <a:cubicBezTo>
                    <a:pt x="213193" y="399205"/>
                    <a:pt x="182618" y="391394"/>
                    <a:pt x="159091" y="370439"/>
                  </a:cubicBezTo>
                  <a:cubicBezTo>
                    <a:pt x="135564" y="349484"/>
                    <a:pt x="123182" y="322910"/>
                    <a:pt x="122229" y="290810"/>
                  </a:cubicBezTo>
                  <a:cubicBezTo>
                    <a:pt x="121562" y="258330"/>
                    <a:pt x="139184" y="221945"/>
                    <a:pt x="175188" y="181464"/>
                  </a:cubicBezTo>
                  <a:cubicBezTo>
                    <a:pt x="227957" y="122123"/>
                    <a:pt x="282344" y="104406"/>
                    <a:pt x="338542" y="128219"/>
                  </a:cubicBezTo>
                  <a:cubicBezTo>
                    <a:pt x="351972" y="133839"/>
                    <a:pt x="364259" y="141459"/>
                    <a:pt x="375308" y="150888"/>
                  </a:cubicBezTo>
                  <a:cubicBezTo>
                    <a:pt x="401597" y="174225"/>
                    <a:pt x="420552" y="202990"/>
                    <a:pt x="432268" y="236994"/>
                  </a:cubicBezTo>
                  <a:cubicBezTo>
                    <a:pt x="434363" y="242995"/>
                    <a:pt x="435602" y="247662"/>
                    <a:pt x="436078" y="250805"/>
                  </a:cubicBezTo>
                  <a:cubicBezTo>
                    <a:pt x="437126" y="259092"/>
                    <a:pt x="433125" y="268332"/>
                    <a:pt x="423981" y="278618"/>
                  </a:cubicBezTo>
                  <a:lnTo>
                    <a:pt x="327683" y="386823"/>
                  </a:lnTo>
                  <a:cubicBezTo>
                    <a:pt x="311872" y="404634"/>
                    <a:pt x="313301" y="421779"/>
                    <a:pt x="331970" y="438448"/>
                  </a:cubicBezTo>
                  <a:cubicBezTo>
                    <a:pt x="344447" y="449592"/>
                    <a:pt x="360068" y="451593"/>
                    <a:pt x="378737" y="444544"/>
                  </a:cubicBezTo>
                  <a:cubicBezTo>
                    <a:pt x="397406" y="437495"/>
                    <a:pt x="416552" y="422827"/>
                    <a:pt x="436268" y="400729"/>
                  </a:cubicBezTo>
                  <a:cubicBezTo>
                    <a:pt x="476559" y="355390"/>
                    <a:pt x="495038" y="306146"/>
                    <a:pt x="491609" y="253091"/>
                  </a:cubicBezTo>
                  <a:cubicBezTo>
                    <a:pt x="488180" y="200037"/>
                    <a:pt x="463034" y="152507"/>
                    <a:pt x="416266" y="110502"/>
                  </a:cubicBezTo>
                  <a:cubicBezTo>
                    <a:pt x="369498" y="68878"/>
                    <a:pt x="319016" y="49828"/>
                    <a:pt x="264914" y="53352"/>
                  </a:cubicBezTo>
                  <a:cubicBezTo>
                    <a:pt x="210907" y="56686"/>
                    <a:pt x="161948" y="83166"/>
                    <a:pt x="117848" y="132695"/>
                  </a:cubicBezTo>
                  <a:cubicBezTo>
                    <a:pt x="73747" y="182225"/>
                    <a:pt x="53363" y="235756"/>
                    <a:pt x="56888" y="293287"/>
                  </a:cubicBezTo>
                  <a:cubicBezTo>
                    <a:pt x="60317" y="350723"/>
                    <a:pt x="86891" y="401776"/>
                    <a:pt x="136612" y="446259"/>
                  </a:cubicBezTo>
                  <a:cubicBezTo>
                    <a:pt x="174331" y="480168"/>
                    <a:pt x="214241" y="504170"/>
                    <a:pt x="256341" y="518172"/>
                  </a:cubicBezTo>
                  <a:cubicBezTo>
                    <a:pt x="262151" y="520744"/>
                    <a:pt x="266723" y="523506"/>
                    <a:pt x="269962" y="526364"/>
                  </a:cubicBezTo>
                  <a:cubicBezTo>
                    <a:pt x="273200" y="529221"/>
                    <a:pt x="274629" y="533889"/>
                    <a:pt x="274153" y="540270"/>
                  </a:cubicBezTo>
                  <a:cubicBezTo>
                    <a:pt x="273677" y="546652"/>
                    <a:pt x="270343" y="553319"/>
                    <a:pt x="264247" y="560177"/>
                  </a:cubicBezTo>
                  <a:cubicBezTo>
                    <a:pt x="258151" y="567036"/>
                    <a:pt x="249578" y="569035"/>
                    <a:pt x="238529" y="566083"/>
                  </a:cubicBezTo>
                  <a:cubicBezTo>
                    <a:pt x="190523" y="551319"/>
                    <a:pt x="144613" y="524458"/>
                    <a:pt x="100798" y="485406"/>
                  </a:cubicBezTo>
                  <a:moveTo>
                    <a:pt x="332922" y="203752"/>
                  </a:moveTo>
                  <a:cubicBezTo>
                    <a:pt x="319682" y="191941"/>
                    <a:pt x="304442" y="186892"/>
                    <a:pt x="287107" y="188512"/>
                  </a:cubicBezTo>
                  <a:cubicBezTo>
                    <a:pt x="269962" y="189940"/>
                    <a:pt x="251007" y="202228"/>
                    <a:pt x="230433" y="225374"/>
                  </a:cubicBezTo>
                  <a:cubicBezTo>
                    <a:pt x="209764" y="248615"/>
                    <a:pt x="198524" y="268522"/>
                    <a:pt x="196715" y="285095"/>
                  </a:cubicBezTo>
                  <a:cubicBezTo>
                    <a:pt x="194905" y="301764"/>
                    <a:pt x="199286" y="314908"/>
                    <a:pt x="209859" y="324624"/>
                  </a:cubicBezTo>
                  <a:cubicBezTo>
                    <a:pt x="227766" y="340245"/>
                    <a:pt x="250626" y="345293"/>
                    <a:pt x="278249" y="339674"/>
                  </a:cubicBezTo>
                  <a:lnTo>
                    <a:pt x="362259" y="245281"/>
                  </a:lnTo>
                  <a:cubicBezTo>
                    <a:pt x="355973" y="229374"/>
                    <a:pt x="346257" y="215467"/>
                    <a:pt x="333017" y="20365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7B63FBC8-8BEC-208E-ADCD-2F8C02C1D37D}"/>
                </a:ext>
              </a:extLst>
            </p:cNvPr>
            <p:cNvSpPr/>
            <p:nvPr/>
          </p:nvSpPr>
          <p:spPr>
            <a:xfrm>
              <a:off x="4362046" y="5781044"/>
              <a:ext cx="399279" cy="467402"/>
            </a:xfrm>
            <a:custGeom>
              <a:avLst/>
              <a:gdLst>
                <a:gd name="connsiteX0" fmla="*/ 311680 w 399278"/>
                <a:gd name="connsiteY0" fmla="*/ 47967 h 467401"/>
                <a:gd name="connsiteX1" fmla="*/ 392166 w 399278"/>
                <a:gd name="connsiteY1" fmla="*/ 122548 h 467401"/>
                <a:gd name="connsiteX2" fmla="*/ 379879 w 399278"/>
                <a:gd name="connsiteY2" fmla="*/ 217227 h 467401"/>
                <a:gd name="connsiteX3" fmla="*/ 274342 w 399278"/>
                <a:gd name="connsiteY3" fmla="*/ 274186 h 467401"/>
                <a:gd name="connsiteX4" fmla="*/ 289011 w 399278"/>
                <a:gd name="connsiteY4" fmla="*/ 402773 h 467401"/>
                <a:gd name="connsiteX5" fmla="*/ 209953 w 399278"/>
                <a:gd name="connsiteY5" fmla="*/ 466401 h 467401"/>
                <a:gd name="connsiteX6" fmla="*/ 97177 w 399278"/>
                <a:gd name="connsiteY6" fmla="*/ 436397 h 467401"/>
                <a:gd name="connsiteX7" fmla="*/ 19453 w 399278"/>
                <a:gd name="connsiteY7" fmla="*/ 392963 h 467401"/>
                <a:gd name="connsiteX8" fmla="*/ 2117 w 399278"/>
                <a:gd name="connsiteY8" fmla="*/ 374770 h 467401"/>
                <a:gd name="connsiteX9" fmla="*/ 3546 w 399278"/>
                <a:gd name="connsiteY9" fmla="*/ 352196 h 467401"/>
                <a:gd name="connsiteX10" fmla="*/ 192617 w 399278"/>
                <a:gd name="connsiteY10" fmla="*/ 13677 h 467401"/>
                <a:gd name="connsiteX11" fmla="*/ 211286 w 399278"/>
                <a:gd name="connsiteY11" fmla="*/ 342 h 467401"/>
                <a:gd name="connsiteX12" fmla="*/ 235956 w 399278"/>
                <a:gd name="connsiteY12" fmla="*/ 5581 h 467401"/>
                <a:gd name="connsiteX13" fmla="*/ 311680 w 399278"/>
                <a:gd name="connsiteY13" fmla="*/ 47872 h 467401"/>
                <a:gd name="connsiteX14" fmla="*/ 143373 w 399278"/>
                <a:gd name="connsiteY14" fmla="*/ 242087 h 467401"/>
                <a:gd name="connsiteX15" fmla="*/ 80603 w 399278"/>
                <a:gd name="connsiteY15" fmla="*/ 354482 h 467401"/>
                <a:gd name="connsiteX16" fmla="*/ 130038 w 399278"/>
                <a:gd name="connsiteY16" fmla="*/ 382104 h 467401"/>
                <a:gd name="connsiteX17" fmla="*/ 190046 w 399278"/>
                <a:gd name="connsiteY17" fmla="*/ 398964 h 467401"/>
                <a:gd name="connsiteX18" fmla="*/ 231479 w 399278"/>
                <a:gd name="connsiteY18" fmla="*/ 365435 h 467401"/>
                <a:gd name="connsiteX19" fmla="*/ 239385 w 399278"/>
                <a:gd name="connsiteY19" fmla="*/ 313143 h 467401"/>
                <a:gd name="connsiteX20" fmla="*/ 192236 w 399278"/>
                <a:gd name="connsiteY20" fmla="*/ 269423 h 467401"/>
                <a:gd name="connsiteX21" fmla="*/ 143373 w 399278"/>
                <a:gd name="connsiteY21" fmla="*/ 242087 h 467401"/>
                <a:gd name="connsiteX22" fmla="*/ 235099 w 399278"/>
                <a:gd name="connsiteY22" fmla="*/ 77780 h 467401"/>
                <a:gd name="connsiteX23" fmla="*/ 174330 w 399278"/>
                <a:gd name="connsiteY23" fmla="*/ 186652 h 467401"/>
                <a:gd name="connsiteX24" fmla="*/ 222716 w 399278"/>
                <a:gd name="connsiteY24" fmla="*/ 213702 h 467401"/>
                <a:gd name="connsiteX25" fmla="*/ 276342 w 399278"/>
                <a:gd name="connsiteY25" fmla="*/ 224275 h 467401"/>
                <a:gd name="connsiteX26" fmla="*/ 316538 w 399278"/>
                <a:gd name="connsiteY26" fmla="*/ 190461 h 467401"/>
                <a:gd name="connsiteX27" fmla="*/ 323872 w 399278"/>
                <a:gd name="connsiteY27" fmla="*/ 142455 h 467401"/>
                <a:gd name="connsiteX28" fmla="*/ 281676 w 399278"/>
                <a:gd name="connsiteY28" fmla="*/ 103784 h 467401"/>
                <a:gd name="connsiteX29" fmla="*/ 235194 w 399278"/>
                <a:gd name="connsiteY29" fmla="*/ 77780 h 467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9278" h="467401">
                  <a:moveTo>
                    <a:pt x="311680" y="47967"/>
                  </a:moveTo>
                  <a:cubicBezTo>
                    <a:pt x="352733" y="70923"/>
                    <a:pt x="379593" y="95783"/>
                    <a:pt x="392166" y="122548"/>
                  </a:cubicBezTo>
                  <a:cubicBezTo>
                    <a:pt x="404739" y="149409"/>
                    <a:pt x="400644" y="180936"/>
                    <a:pt x="379879" y="217227"/>
                  </a:cubicBezTo>
                  <a:cubicBezTo>
                    <a:pt x="356733" y="258755"/>
                    <a:pt x="321491" y="277711"/>
                    <a:pt x="274342" y="274186"/>
                  </a:cubicBezTo>
                  <a:cubicBezTo>
                    <a:pt x="312918" y="308285"/>
                    <a:pt x="317871" y="351243"/>
                    <a:pt x="289011" y="402773"/>
                  </a:cubicBezTo>
                  <a:cubicBezTo>
                    <a:pt x="267770" y="440779"/>
                    <a:pt x="241481" y="461924"/>
                    <a:pt x="209953" y="466401"/>
                  </a:cubicBezTo>
                  <a:cubicBezTo>
                    <a:pt x="178520" y="470782"/>
                    <a:pt x="140897" y="460781"/>
                    <a:pt x="97177" y="436397"/>
                  </a:cubicBezTo>
                  <a:lnTo>
                    <a:pt x="19453" y="392963"/>
                  </a:lnTo>
                  <a:cubicBezTo>
                    <a:pt x="11166" y="388296"/>
                    <a:pt x="5356" y="382295"/>
                    <a:pt x="2117" y="374770"/>
                  </a:cubicBezTo>
                  <a:cubicBezTo>
                    <a:pt x="-1121" y="367245"/>
                    <a:pt x="-645" y="359816"/>
                    <a:pt x="3546" y="352196"/>
                  </a:cubicBezTo>
                  <a:lnTo>
                    <a:pt x="192617" y="13677"/>
                  </a:lnTo>
                  <a:cubicBezTo>
                    <a:pt x="196904" y="5962"/>
                    <a:pt x="203190" y="1486"/>
                    <a:pt x="211286" y="342"/>
                  </a:cubicBezTo>
                  <a:cubicBezTo>
                    <a:pt x="219383" y="-801"/>
                    <a:pt x="227574" y="914"/>
                    <a:pt x="235956" y="5581"/>
                  </a:cubicBezTo>
                  <a:lnTo>
                    <a:pt x="311680" y="47872"/>
                  </a:lnTo>
                  <a:close/>
                  <a:moveTo>
                    <a:pt x="143373" y="242087"/>
                  </a:moveTo>
                  <a:lnTo>
                    <a:pt x="80603" y="354482"/>
                  </a:lnTo>
                  <a:lnTo>
                    <a:pt x="130038" y="382104"/>
                  </a:lnTo>
                  <a:cubicBezTo>
                    <a:pt x="153946" y="395439"/>
                    <a:pt x="174044" y="401154"/>
                    <a:pt x="190046" y="398964"/>
                  </a:cubicBezTo>
                  <a:cubicBezTo>
                    <a:pt x="206333" y="396963"/>
                    <a:pt x="220145" y="385724"/>
                    <a:pt x="231479" y="365435"/>
                  </a:cubicBezTo>
                  <a:cubicBezTo>
                    <a:pt x="242719" y="345243"/>
                    <a:pt x="245386" y="327812"/>
                    <a:pt x="239385" y="313143"/>
                  </a:cubicBezTo>
                  <a:cubicBezTo>
                    <a:pt x="233385" y="298475"/>
                    <a:pt x="217668" y="283902"/>
                    <a:pt x="192236" y="269423"/>
                  </a:cubicBezTo>
                  <a:lnTo>
                    <a:pt x="143373" y="242087"/>
                  </a:lnTo>
                  <a:close/>
                  <a:moveTo>
                    <a:pt x="235099" y="77780"/>
                  </a:moveTo>
                  <a:lnTo>
                    <a:pt x="174330" y="186652"/>
                  </a:lnTo>
                  <a:lnTo>
                    <a:pt x="222716" y="213702"/>
                  </a:lnTo>
                  <a:cubicBezTo>
                    <a:pt x="242052" y="224752"/>
                    <a:pt x="259959" y="228276"/>
                    <a:pt x="276342" y="224275"/>
                  </a:cubicBezTo>
                  <a:cubicBezTo>
                    <a:pt x="292725" y="220275"/>
                    <a:pt x="306156" y="209035"/>
                    <a:pt x="316538" y="190461"/>
                  </a:cubicBezTo>
                  <a:cubicBezTo>
                    <a:pt x="326920" y="171887"/>
                    <a:pt x="329301" y="155885"/>
                    <a:pt x="323872" y="142455"/>
                  </a:cubicBezTo>
                  <a:cubicBezTo>
                    <a:pt x="318062" y="129120"/>
                    <a:pt x="303965" y="116262"/>
                    <a:pt x="281676" y="103784"/>
                  </a:cubicBezTo>
                  <a:lnTo>
                    <a:pt x="235194" y="777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5E708F34-49A4-30E3-0CFD-0A034D83C27A}"/>
                </a:ext>
              </a:extLst>
            </p:cNvPr>
            <p:cNvSpPr/>
            <p:nvPr/>
          </p:nvSpPr>
          <p:spPr>
            <a:xfrm>
              <a:off x="4761393" y="5957067"/>
              <a:ext cx="452210" cy="522721"/>
            </a:xfrm>
            <a:custGeom>
              <a:avLst/>
              <a:gdLst>
                <a:gd name="connsiteX0" fmla="*/ 2344 w 452211"/>
                <a:gd name="connsiteY0" fmla="*/ 389440 h 522723"/>
                <a:gd name="connsiteX1" fmla="*/ 140551 w 452211"/>
                <a:gd name="connsiteY1" fmla="*/ 17679 h 522723"/>
                <a:gd name="connsiteX2" fmla="*/ 183604 w 452211"/>
                <a:gd name="connsiteY2" fmla="*/ 3963 h 522723"/>
                <a:gd name="connsiteX3" fmla="*/ 212846 w 452211"/>
                <a:gd name="connsiteY3" fmla="*/ 28347 h 522723"/>
                <a:gd name="connsiteX4" fmla="*/ 216561 w 452211"/>
                <a:gd name="connsiteY4" fmla="*/ 45873 h 522723"/>
                <a:gd name="connsiteX5" fmla="*/ 283712 w 452211"/>
                <a:gd name="connsiteY5" fmla="*/ 384487 h 522723"/>
                <a:gd name="connsiteX6" fmla="*/ 386106 w 452211"/>
                <a:gd name="connsiteY6" fmla="*/ 109024 h 522723"/>
                <a:gd name="connsiteX7" fmla="*/ 402298 w 452211"/>
                <a:gd name="connsiteY7" fmla="*/ 92546 h 522723"/>
                <a:gd name="connsiteX8" fmla="*/ 427730 w 452211"/>
                <a:gd name="connsiteY8" fmla="*/ 94736 h 522723"/>
                <a:gd name="connsiteX9" fmla="*/ 448590 w 452211"/>
                <a:gd name="connsiteY9" fmla="*/ 110071 h 522723"/>
                <a:gd name="connsiteX10" fmla="*/ 450209 w 452211"/>
                <a:gd name="connsiteY10" fmla="*/ 132836 h 522723"/>
                <a:gd name="connsiteX11" fmla="*/ 312001 w 452211"/>
                <a:gd name="connsiteY11" fmla="*/ 504693 h 522723"/>
                <a:gd name="connsiteX12" fmla="*/ 271044 w 452211"/>
                <a:gd name="connsiteY12" fmla="*/ 519170 h 522723"/>
                <a:gd name="connsiteX13" fmla="*/ 249517 w 452211"/>
                <a:gd name="connsiteY13" fmla="*/ 505835 h 522723"/>
                <a:gd name="connsiteX14" fmla="*/ 239611 w 452211"/>
                <a:gd name="connsiteY14" fmla="*/ 491548 h 522723"/>
                <a:gd name="connsiteX15" fmla="*/ 235135 w 452211"/>
                <a:gd name="connsiteY15" fmla="*/ 473355 h 522723"/>
                <a:gd name="connsiteX16" fmla="*/ 168555 w 452211"/>
                <a:gd name="connsiteY16" fmla="*/ 138361 h 522723"/>
                <a:gd name="connsiteX17" fmla="*/ 66352 w 452211"/>
                <a:gd name="connsiteY17" fmla="*/ 413348 h 522723"/>
                <a:gd name="connsiteX18" fmla="*/ 50445 w 452211"/>
                <a:gd name="connsiteY18" fmla="*/ 429921 h 522723"/>
                <a:gd name="connsiteX19" fmla="*/ 24727 w 452211"/>
                <a:gd name="connsiteY19" fmla="*/ 427635 h 522723"/>
                <a:gd name="connsiteX20" fmla="*/ 2248 w 452211"/>
                <a:gd name="connsiteY20" fmla="*/ 389535 h 52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52211" h="522723">
                  <a:moveTo>
                    <a:pt x="2344" y="389440"/>
                  </a:moveTo>
                  <a:lnTo>
                    <a:pt x="140551" y="17679"/>
                  </a:lnTo>
                  <a:cubicBezTo>
                    <a:pt x="147028" y="248"/>
                    <a:pt x="161411" y="-4229"/>
                    <a:pt x="183604" y="3963"/>
                  </a:cubicBezTo>
                  <a:cubicBezTo>
                    <a:pt x="200273" y="10154"/>
                    <a:pt x="209989" y="18346"/>
                    <a:pt x="212846" y="28347"/>
                  </a:cubicBezTo>
                  <a:cubicBezTo>
                    <a:pt x="213989" y="31871"/>
                    <a:pt x="215227" y="37681"/>
                    <a:pt x="216561" y="45873"/>
                  </a:cubicBezTo>
                  <a:lnTo>
                    <a:pt x="283712" y="384487"/>
                  </a:lnTo>
                  <a:lnTo>
                    <a:pt x="386106" y="109024"/>
                  </a:lnTo>
                  <a:cubicBezTo>
                    <a:pt x="389440" y="100165"/>
                    <a:pt x="394774" y="94641"/>
                    <a:pt x="402298" y="92546"/>
                  </a:cubicBezTo>
                  <a:cubicBezTo>
                    <a:pt x="409823" y="90545"/>
                    <a:pt x="418205" y="91212"/>
                    <a:pt x="427730" y="94736"/>
                  </a:cubicBezTo>
                  <a:cubicBezTo>
                    <a:pt x="437160" y="98260"/>
                    <a:pt x="444113" y="103404"/>
                    <a:pt x="448590" y="110071"/>
                  </a:cubicBezTo>
                  <a:cubicBezTo>
                    <a:pt x="452781" y="116739"/>
                    <a:pt x="453352" y="124264"/>
                    <a:pt x="450209" y="132836"/>
                  </a:cubicBezTo>
                  <a:lnTo>
                    <a:pt x="312001" y="504693"/>
                  </a:lnTo>
                  <a:cubicBezTo>
                    <a:pt x="305524" y="522028"/>
                    <a:pt x="291904" y="526885"/>
                    <a:pt x="271044" y="519170"/>
                  </a:cubicBezTo>
                  <a:cubicBezTo>
                    <a:pt x="261900" y="515741"/>
                    <a:pt x="254756" y="511360"/>
                    <a:pt x="249517" y="505835"/>
                  </a:cubicBezTo>
                  <a:cubicBezTo>
                    <a:pt x="244279" y="500406"/>
                    <a:pt x="240945" y="495644"/>
                    <a:pt x="239611" y="491548"/>
                  </a:cubicBezTo>
                  <a:cubicBezTo>
                    <a:pt x="238278" y="487547"/>
                    <a:pt x="236754" y="481452"/>
                    <a:pt x="235135" y="473355"/>
                  </a:cubicBezTo>
                  <a:lnTo>
                    <a:pt x="168555" y="138361"/>
                  </a:lnTo>
                  <a:lnTo>
                    <a:pt x="66352" y="413348"/>
                  </a:lnTo>
                  <a:cubicBezTo>
                    <a:pt x="63304" y="422110"/>
                    <a:pt x="58065" y="427635"/>
                    <a:pt x="50445" y="429921"/>
                  </a:cubicBezTo>
                  <a:cubicBezTo>
                    <a:pt x="42920" y="432207"/>
                    <a:pt x="34348" y="431445"/>
                    <a:pt x="24727" y="427635"/>
                  </a:cubicBezTo>
                  <a:cubicBezTo>
                    <a:pt x="3296" y="419634"/>
                    <a:pt x="-4229" y="406966"/>
                    <a:pt x="2248" y="3895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D27B0C3B-9318-C736-86A5-32B6DDFDBA44}"/>
                </a:ext>
              </a:extLst>
            </p:cNvPr>
            <p:cNvSpPr/>
            <p:nvPr/>
          </p:nvSpPr>
          <p:spPr>
            <a:xfrm>
              <a:off x="5261998" y="6106779"/>
              <a:ext cx="330190" cy="441242"/>
            </a:xfrm>
            <a:custGeom>
              <a:avLst/>
              <a:gdLst>
                <a:gd name="connsiteX0" fmla="*/ 79905 w 330188"/>
                <a:gd name="connsiteY0" fmla="*/ 21794 h 441242"/>
                <a:gd name="connsiteX1" fmla="*/ 93525 w 330188"/>
                <a:gd name="connsiteY1" fmla="*/ 3126 h 441242"/>
                <a:gd name="connsiteX2" fmla="*/ 119148 w 330188"/>
                <a:gd name="connsiteY2" fmla="*/ 1125 h 441242"/>
                <a:gd name="connsiteX3" fmla="*/ 202015 w 330188"/>
                <a:gd name="connsiteY3" fmla="*/ 18270 h 441242"/>
                <a:gd name="connsiteX4" fmla="*/ 312029 w 330188"/>
                <a:gd name="connsiteY4" fmla="*/ 73134 h 441242"/>
                <a:gd name="connsiteX5" fmla="*/ 324411 w 330188"/>
                <a:gd name="connsiteY5" fmla="*/ 189149 h 441242"/>
                <a:gd name="connsiteX6" fmla="*/ 260022 w 330188"/>
                <a:gd name="connsiteY6" fmla="*/ 293733 h 441242"/>
                <a:gd name="connsiteX7" fmla="*/ 142198 w 330188"/>
                <a:gd name="connsiteY7" fmla="*/ 306401 h 441242"/>
                <a:gd name="connsiteX8" fmla="*/ 93144 w 330188"/>
                <a:gd name="connsiteY8" fmla="*/ 296305 h 441242"/>
                <a:gd name="connsiteX9" fmla="*/ 67522 w 330188"/>
                <a:gd name="connsiteY9" fmla="*/ 420416 h 441242"/>
                <a:gd name="connsiteX10" fmla="*/ 53997 w 330188"/>
                <a:gd name="connsiteY10" fmla="*/ 438513 h 441242"/>
                <a:gd name="connsiteX11" fmla="*/ 28755 w 330188"/>
                <a:gd name="connsiteY11" fmla="*/ 440037 h 441242"/>
                <a:gd name="connsiteX12" fmla="*/ 5895 w 330188"/>
                <a:gd name="connsiteY12" fmla="*/ 428417 h 441242"/>
                <a:gd name="connsiteX13" fmla="*/ 752 w 330188"/>
                <a:gd name="connsiteY13" fmla="*/ 405842 h 441242"/>
                <a:gd name="connsiteX14" fmla="*/ 79905 w 330188"/>
                <a:gd name="connsiteY14" fmla="*/ 21890 h 441242"/>
                <a:gd name="connsiteX15" fmla="*/ 139722 w 330188"/>
                <a:gd name="connsiteY15" fmla="*/ 70182 h 441242"/>
                <a:gd name="connsiteX16" fmla="*/ 106384 w 330188"/>
                <a:gd name="connsiteY16" fmla="*/ 231726 h 441242"/>
                <a:gd name="connsiteX17" fmla="*/ 149151 w 330188"/>
                <a:gd name="connsiteY17" fmla="*/ 244965 h 441242"/>
                <a:gd name="connsiteX18" fmla="*/ 219922 w 330188"/>
                <a:gd name="connsiteY18" fmla="*/ 240298 h 441242"/>
                <a:gd name="connsiteX19" fmla="*/ 256308 w 330188"/>
                <a:gd name="connsiteY19" fmla="*/ 180195 h 441242"/>
                <a:gd name="connsiteX20" fmla="*/ 250116 w 330188"/>
                <a:gd name="connsiteY20" fmla="*/ 111901 h 441242"/>
                <a:gd name="connsiteX21" fmla="*/ 189347 w 330188"/>
                <a:gd name="connsiteY21" fmla="*/ 80373 h 441242"/>
                <a:gd name="connsiteX22" fmla="*/ 139626 w 330188"/>
                <a:gd name="connsiteY22" fmla="*/ 70086 h 441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0188" h="441242">
                  <a:moveTo>
                    <a:pt x="79905" y="21794"/>
                  </a:moveTo>
                  <a:cubicBezTo>
                    <a:pt x="81810" y="12651"/>
                    <a:pt x="86286" y="6459"/>
                    <a:pt x="93525" y="3126"/>
                  </a:cubicBezTo>
                  <a:cubicBezTo>
                    <a:pt x="100764" y="-208"/>
                    <a:pt x="109242" y="-875"/>
                    <a:pt x="119148" y="1125"/>
                  </a:cubicBezTo>
                  <a:lnTo>
                    <a:pt x="202015" y="18270"/>
                  </a:lnTo>
                  <a:cubicBezTo>
                    <a:pt x="256403" y="29510"/>
                    <a:pt x="293074" y="47798"/>
                    <a:pt x="312029" y="73134"/>
                  </a:cubicBezTo>
                  <a:cubicBezTo>
                    <a:pt x="330984" y="98470"/>
                    <a:pt x="335079" y="137237"/>
                    <a:pt x="324411" y="189149"/>
                  </a:cubicBezTo>
                  <a:cubicBezTo>
                    <a:pt x="313743" y="240869"/>
                    <a:pt x="292312" y="275731"/>
                    <a:pt x="260022" y="293733"/>
                  </a:cubicBezTo>
                  <a:cubicBezTo>
                    <a:pt x="227733" y="311735"/>
                    <a:pt x="188585" y="315926"/>
                    <a:pt x="142198" y="306401"/>
                  </a:cubicBezTo>
                  <a:cubicBezTo>
                    <a:pt x="122767" y="302401"/>
                    <a:pt x="106384" y="299068"/>
                    <a:pt x="93144" y="296305"/>
                  </a:cubicBezTo>
                  <a:lnTo>
                    <a:pt x="67522" y="420416"/>
                  </a:lnTo>
                  <a:cubicBezTo>
                    <a:pt x="65522" y="429179"/>
                    <a:pt x="61045" y="435275"/>
                    <a:pt x="53997" y="438513"/>
                  </a:cubicBezTo>
                  <a:cubicBezTo>
                    <a:pt x="47043" y="441561"/>
                    <a:pt x="38661" y="442037"/>
                    <a:pt x="28755" y="440037"/>
                  </a:cubicBezTo>
                  <a:cubicBezTo>
                    <a:pt x="18849" y="437942"/>
                    <a:pt x="11229" y="434132"/>
                    <a:pt x="5895" y="428417"/>
                  </a:cubicBezTo>
                  <a:cubicBezTo>
                    <a:pt x="561" y="422607"/>
                    <a:pt x="-1153" y="415177"/>
                    <a:pt x="752" y="405842"/>
                  </a:cubicBezTo>
                  <a:lnTo>
                    <a:pt x="79905" y="21890"/>
                  </a:lnTo>
                  <a:close/>
                  <a:moveTo>
                    <a:pt x="139722" y="70182"/>
                  </a:moveTo>
                  <a:lnTo>
                    <a:pt x="106384" y="231726"/>
                  </a:lnTo>
                  <a:cubicBezTo>
                    <a:pt x="120386" y="237536"/>
                    <a:pt x="134578" y="242012"/>
                    <a:pt x="149151" y="244965"/>
                  </a:cubicBezTo>
                  <a:cubicBezTo>
                    <a:pt x="178393" y="250966"/>
                    <a:pt x="202015" y="249442"/>
                    <a:pt x="219922" y="240298"/>
                  </a:cubicBezTo>
                  <a:cubicBezTo>
                    <a:pt x="237829" y="231154"/>
                    <a:pt x="249926" y="211151"/>
                    <a:pt x="256308" y="180195"/>
                  </a:cubicBezTo>
                  <a:cubicBezTo>
                    <a:pt x="262689" y="149239"/>
                    <a:pt x="260594" y="126474"/>
                    <a:pt x="250116" y="111901"/>
                  </a:cubicBezTo>
                  <a:cubicBezTo>
                    <a:pt x="239639" y="97328"/>
                    <a:pt x="219351" y="86850"/>
                    <a:pt x="189347" y="80373"/>
                  </a:cubicBezTo>
                  <a:lnTo>
                    <a:pt x="139626" y="700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40CFF533-D8DF-D04D-A7CC-DA5B60432289}"/>
                </a:ext>
              </a:extLst>
            </p:cNvPr>
            <p:cNvSpPr/>
            <p:nvPr/>
          </p:nvSpPr>
          <p:spPr>
            <a:xfrm>
              <a:off x="5935501" y="6183331"/>
              <a:ext cx="274235" cy="448834"/>
            </a:xfrm>
            <a:custGeom>
              <a:avLst/>
              <a:gdLst>
                <a:gd name="connsiteX0" fmla="*/ 0 w 274236"/>
                <a:gd name="connsiteY0" fmla="*/ 29258 h 448833"/>
                <a:gd name="connsiteX1" fmla="*/ 9430 w 274236"/>
                <a:gd name="connsiteY1" fmla="*/ 8113 h 448833"/>
                <a:gd name="connsiteX2" fmla="*/ 34100 w 274236"/>
                <a:gd name="connsiteY2" fmla="*/ 778 h 448833"/>
                <a:gd name="connsiteX3" fmla="*/ 118681 w 274236"/>
                <a:gd name="connsiteY3" fmla="*/ 16 h 448833"/>
                <a:gd name="connsiteX4" fmla="*/ 237744 w 274236"/>
                <a:gd name="connsiteY4" fmla="*/ 30591 h 448833"/>
                <a:gd name="connsiteX5" fmla="*/ 274225 w 274236"/>
                <a:gd name="connsiteY5" fmla="*/ 141367 h 448833"/>
                <a:gd name="connsiteX6" fmla="*/ 233267 w 274236"/>
                <a:gd name="connsiteY6" fmla="*/ 257096 h 448833"/>
                <a:gd name="connsiteX7" fmla="*/ 120777 w 274236"/>
                <a:gd name="connsiteY7" fmla="*/ 294243 h 448833"/>
                <a:gd name="connsiteX8" fmla="*/ 70676 w 274236"/>
                <a:gd name="connsiteY8" fmla="*/ 294719 h 448833"/>
                <a:gd name="connsiteX9" fmla="*/ 71819 w 274236"/>
                <a:gd name="connsiteY9" fmla="*/ 421497 h 448833"/>
                <a:gd name="connsiteX10" fmla="*/ 62389 w 274236"/>
                <a:gd name="connsiteY10" fmla="*/ 441976 h 448833"/>
                <a:gd name="connsiteX11" fmla="*/ 38005 w 274236"/>
                <a:gd name="connsiteY11" fmla="*/ 448834 h 448833"/>
                <a:gd name="connsiteX12" fmla="*/ 13240 w 274236"/>
                <a:gd name="connsiteY12" fmla="*/ 442262 h 448833"/>
                <a:gd name="connsiteX13" fmla="*/ 3429 w 274236"/>
                <a:gd name="connsiteY13" fmla="*/ 421307 h 448833"/>
                <a:gd name="connsiteX14" fmla="*/ 95 w 274236"/>
                <a:gd name="connsiteY14" fmla="*/ 29258 h 448833"/>
                <a:gd name="connsiteX15" fmla="*/ 68675 w 274236"/>
                <a:gd name="connsiteY15" fmla="*/ 63929 h 448833"/>
                <a:gd name="connsiteX16" fmla="*/ 70104 w 274236"/>
                <a:gd name="connsiteY16" fmla="*/ 228902 h 448833"/>
                <a:gd name="connsiteX17" fmla="*/ 114681 w 274236"/>
                <a:gd name="connsiteY17" fmla="*/ 232902 h 448833"/>
                <a:gd name="connsiteX18" fmla="*/ 182880 w 274236"/>
                <a:gd name="connsiteY18" fmla="*/ 213472 h 448833"/>
                <a:gd name="connsiteX19" fmla="*/ 205835 w 274236"/>
                <a:gd name="connsiteY19" fmla="*/ 147082 h 448833"/>
                <a:gd name="connsiteX20" fmla="*/ 185452 w 274236"/>
                <a:gd name="connsiteY20" fmla="*/ 81645 h 448833"/>
                <a:gd name="connsiteX21" fmla="*/ 119444 w 274236"/>
                <a:gd name="connsiteY21" fmla="*/ 63643 h 448833"/>
                <a:gd name="connsiteX22" fmla="*/ 68675 w 274236"/>
                <a:gd name="connsiteY22" fmla="*/ 64024 h 448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74236" h="448833">
                  <a:moveTo>
                    <a:pt x="0" y="29258"/>
                  </a:moveTo>
                  <a:cubicBezTo>
                    <a:pt x="0" y="19923"/>
                    <a:pt x="3048" y="12970"/>
                    <a:pt x="9430" y="8113"/>
                  </a:cubicBezTo>
                  <a:cubicBezTo>
                    <a:pt x="15812" y="3255"/>
                    <a:pt x="24003" y="873"/>
                    <a:pt x="34100" y="778"/>
                  </a:cubicBezTo>
                  <a:lnTo>
                    <a:pt x="118681" y="16"/>
                  </a:lnTo>
                  <a:cubicBezTo>
                    <a:pt x="174212" y="-460"/>
                    <a:pt x="213931" y="9732"/>
                    <a:pt x="237744" y="30591"/>
                  </a:cubicBezTo>
                  <a:cubicBezTo>
                    <a:pt x="261556" y="51451"/>
                    <a:pt x="273749" y="88313"/>
                    <a:pt x="274225" y="141367"/>
                  </a:cubicBezTo>
                  <a:cubicBezTo>
                    <a:pt x="274701" y="194231"/>
                    <a:pt x="260985" y="232807"/>
                    <a:pt x="233267" y="257096"/>
                  </a:cubicBezTo>
                  <a:cubicBezTo>
                    <a:pt x="205550" y="281480"/>
                    <a:pt x="168021" y="293863"/>
                    <a:pt x="120777" y="294243"/>
                  </a:cubicBezTo>
                  <a:cubicBezTo>
                    <a:pt x="100965" y="294434"/>
                    <a:pt x="84296" y="294529"/>
                    <a:pt x="70676" y="294719"/>
                  </a:cubicBezTo>
                  <a:lnTo>
                    <a:pt x="71819" y="421497"/>
                  </a:lnTo>
                  <a:cubicBezTo>
                    <a:pt x="71628" y="430451"/>
                    <a:pt x="68580" y="437309"/>
                    <a:pt x="62389" y="441976"/>
                  </a:cubicBezTo>
                  <a:cubicBezTo>
                    <a:pt x="56197" y="446453"/>
                    <a:pt x="48101" y="448739"/>
                    <a:pt x="38005" y="448834"/>
                  </a:cubicBezTo>
                  <a:cubicBezTo>
                    <a:pt x="27908" y="448834"/>
                    <a:pt x="19621" y="446739"/>
                    <a:pt x="13240" y="442262"/>
                  </a:cubicBezTo>
                  <a:cubicBezTo>
                    <a:pt x="6858" y="437785"/>
                    <a:pt x="3524" y="430832"/>
                    <a:pt x="3429" y="421307"/>
                  </a:cubicBezTo>
                  <a:lnTo>
                    <a:pt x="95" y="29258"/>
                  </a:lnTo>
                  <a:close/>
                  <a:moveTo>
                    <a:pt x="68675" y="63929"/>
                  </a:moveTo>
                  <a:lnTo>
                    <a:pt x="70104" y="228902"/>
                  </a:lnTo>
                  <a:cubicBezTo>
                    <a:pt x="84963" y="231664"/>
                    <a:pt x="99822" y="232998"/>
                    <a:pt x="114681" y="232902"/>
                  </a:cubicBezTo>
                  <a:cubicBezTo>
                    <a:pt x="144589" y="232617"/>
                    <a:pt x="167354" y="226139"/>
                    <a:pt x="182880" y="213472"/>
                  </a:cubicBezTo>
                  <a:cubicBezTo>
                    <a:pt x="198406" y="200708"/>
                    <a:pt x="206121" y="178610"/>
                    <a:pt x="205835" y="147082"/>
                  </a:cubicBezTo>
                  <a:cubicBezTo>
                    <a:pt x="205550" y="115554"/>
                    <a:pt x="198787" y="93742"/>
                    <a:pt x="185452" y="81645"/>
                  </a:cubicBezTo>
                  <a:cubicBezTo>
                    <a:pt x="172117" y="69644"/>
                    <a:pt x="150114" y="63643"/>
                    <a:pt x="119444" y="63643"/>
                  </a:cubicBezTo>
                  <a:lnTo>
                    <a:pt x="68675" y="6402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D547FEC6-DD5B-3FF6-93AC-D059811240DB}"/>
                </a:ext>
              </a:extLst>
            </p:cNvPr>
            <p:cNvSpPr/>
            <p:nvPr/>
          </p:nvSpPr>
          <p:spPr>
            <a:xfrm>
              <a:off x="6296608" y="6156294"/>
              <a:ext cx="335473" cy="465514"/>
            </a:xfrm>
            <a:custGeom>
              <a:avLst/>
              <a:gdLst>
                <a:gd name="connsiteX0" fmla="*/ 653 w 335474"/>
                <a:gd name="connsiteY0" fmla="*/ 447488 h 465516"/>
                <a:gd name="connsiteX1" fmla="*/ 367 w 335474"/>
                <a:gd name="connsiteY1" fmla="*/ 435677 h 465516"/>
                <a:gd name="connsiteX2" fmla="*/ 66661 w 335474"/>
                <a:gd name="connsiteY2" fmla="*/ 34579 h 465516"/>
                <a:gd name="connsiteX3" fmla="*/ 97237 w 335474"/>
                <a:gd name="connsiteY3" fmla="*/ 4194 h 465516"/>
                <a:gd name="connsiteX4" fmla="*/ 125812 w 335474"/>
                <a:gd name="connsiteY4" fmla="*/ 384 h 465516"/>
                <a:gd name="connsiteX5" fmla="*/ 163150 w 335474"/>
                <a:gd name="connsiteY5" fmla="*/ 24292 h 465516"/>
                <a:gd name="connsiteX6" fmla="*/ 331837 w 335474"/>
                <a:gd name="connsiteY6" fmla="*/ 391767 h 465516"/>
                <a:gd name="connsiteX7" fmla="*/ 335362 w 335474"/>
                <a:gd name="connsiteY7" fmla="*/ 404149 h 465516"/>
                <a:gd name="connsiteX8" fmla="*/ 328599 w 335474"/>
                <a:gd name="connsiteY8" fmla="*/ 418627 h 465516"/>
                <a:gd name="connsiteX9" fmla="*/ 306120 w 335474"/>
                <a:gd name="connsiteY9" fmla="*/ 428247 h 465516"/>
                <a:gd name="connsiteX10" fmla="*/ 263353 w 335474"/>
                <a:gd name="connsiteY10" fmla="*/ 406054 h 465516"/>
                <a:gd name="connsiteX11" fmla="*/ 228872 w 335474"/>
                <a:gd name="connsiteY11" fmla="*/ 328711 h 465516"/>
                <a:gd name="connsiteX12" fmla="*/ 73996 w 335474"/>
                <a:gd name="connsiteY12" fmla="*/ 349571 h 465516"/>
                <a:gd name="connsiteX13" fmla="*/ 61899 w 335474"/>
                <a:gd name="connsiteY13" fmla="*/ 430057 h 465516"/>
                <a:gd name="connsiteX14" fmla="*/ 53612 w 335474"/>
                <a:gd name="connsiteY14" fmla="*/ 455298 h 465516"/>
                <a:gd name="connsiteX15" fmla="*/ 32657 w 335474"/>
                <a:gd name="connsiteY15" fmla="*/ 465014 h 465516"/>
                <a:gd name="connsiteX16" fmla="*/ 10083 w 335474"/>
                <a:gd name="connsiteY16" fmla="*/ 461204 h 465516"/>
                <a:gd name="connsiteX17" fmla="*/ 749 w 335474"/>
                <a:gd name="connsiteY17" fmla="*/ 447488 h 465516"/>
                <a:gd name="connsiteX18" fmla="*/ 115525 w 335474"/>
                <a:gd name="connsiteY18" fmla="*/ 74394 h 465516"/>
                <a:gd name="connsiteX19" fmla="*/ 83616 w 335474"/>
                <a:gd name="connsiteY19" fmla="*/ 286134 h 465516"/>
                <a:gd name="connsiteX20" fmla="*/ 202774 w 335474"/>
                <a:gd name="connsiteY20" fmla="*/ 270037 h 465516"/>
                <a:gd name="connsiteX21" fmla="*/ 115429 w 335474"/>
                <a:gd name="connsiteY21" fmla="*/ 74394 h 4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35474" h="465516">
                  <a:moveTo>
                    <a:pt x="653" y="447488"/>
                  </a:moveTo>
                  <a:cubicBezTo>
                    <a:pt x="-109" y="441963"/>
                    <a:pt x="-204" y="438058"/>
                    <a:pt x="367" y="435677"/>
                  </a:cubicBezTo>
                  <a:lnTo>
                    <a:pt x="66661" y="34579"/>
                  </a:lnTo>
                  <a:cubicBezTo>
                    <a:pt x="69233" y="16672"/>
                    <a:pt x="79425" y="6576"/>
                    <a:pt x="97237" y="4194"/>
                  </a:cubicBezTo>
                  <a:lnTo>
                    <a:pt x="125812" y="384"/>
                  </a:lnTo>
                  <a:cubicBezTo>
                    <a:pt x="142861" y="-1902"/>
                    <a:pt x="155339" y="6004"/>
                    <a:pt x="163150" y="24292"/>
                  </a:cubicBezTo>
                  <a:lnTo>
                    <a:pt x="331837" y="391767"/>
                  </a:lnTo>
                  <a:cubicBezTo>
                    <a:pt x="333552" y="395386"/>
                    <a:pt x="334790" y="399577"/>
                    <a:pt x="335362" y="404149"/>
                  </a:cubicBezTo>
                  <a:cubicBezTo>
                    <a:pt x="336028" y="408721"/>
                    <a:pt x="333742" y="413579"/>
                    <a:pt x="328599" y="418627"/>
                  </a:cubicBezTo>
                  <a:cubicBezTo>
                    <a:pt x="323455" y="423866"/>
                    <a:pt x="315931" y="427104"/>
                    <a:pt x="306120" y="428247"/>
                  </a:cubicBezTo>
                  <a:cubicBezTo>
                    <a:pt x="285641" y="431010"/>
                    <a:pt x="271449" y="423580"/>
                    <a:pt x="263353" y="406054"/>
                  </a:cubicBezTo>
                  <a:lnTo>
                    <a:pt x="228872" y="328711"/>
                  </a:lnTo>
                  <a:lnTo>
                    <a:pt x="73996" y="349571"/>
                  </a:lnTo>
                  <a:lnTo>
                    <a:pt x="61899" y="430057"/>
                  </a:lnTo>
                  <a:cubicBezTo>
                    <a:pt x="60756" y="441392"/>
                    <a:pt x="57994" y="449869"/>
                    <a:pt x="53612" y="455298"/>
                  </a:cubicBezTo>
                  <a:cubicBezTo>
                    <a:pt x="49135" y="460537"/>
                    <a:pt x="42182" y="463776"/>
                    <a:pt x="32657" y="465014"/>
                  </a:cubicBezTo>
                  <a:cubicBezTo>
                    <a:pt x="23132" y="466347"/>
                    <a:pt x="15607" y="465014"/>
                    <a:pt x="10083" y="461204"/>
                  </a:cubicBezTo>
                  <a:cubicBezTo>
                    <a:pt x="4558" y="457394"/>
                    <a:pt x="1510" y="452822"/>
                    <a:pt x="749" y="447488"/>
                  </a:cubicBezTo>
                  <a:moveTo>
                    <a:pt x="115525" y="74394"/>
                  </a:moveTo>
                  <a:lnTo>
                    <a:pt x="83616" y="286134"/>
                  </a:lnTo>
                  <a:lnTo>
                    <a:pt x="202774" y="270037"/>
                  </a:lnTo>
                  <a:lnTo>
                    <a:pt x="115429" y="74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31FE661A-972A-E870-E9EF-EBF3454741E9}"/>
                </a:ext>
              </a:extLst>
            </p:cNvPr>
            <p:cNvSpPr/>
            <p:nvPr/>
          </p:nvSpPr>
          <p:spPr>
            <a:xfrm>
              <a:off x="6670015" y="6070848"/>
              <a:ext cx="373971" cy="468438"/>
            </a:xfrm>
            <a:custGeom>
              <a:avLst/>
              <a:gdLst>
                <a:gd name="connsiteX0" fmla="*/ 172934 w 373970"/>
                <a:gd name="connsiteY0" fmla="*/ 430349 h 468437"/>
                <a:gd name="connsiteX1" fmla="*/ 169409 w 373970"/>
                <a:gd name="connsiteY1" fmla="*/ 453209 h 468437"/>
                <a:gd name="connsiteX2" fmla="*/ 147692 w 373970"/>
                <a:gd name="connsiteY2" fmla="*/ 466354 h 468437"/>
                <a:gd name="connsiteX3" fmla="*/ 122070 w 373970"/>
                <a:gd name="connsiteY3" fmla="*/ 466449 h 468437"/>
                <a:gd name="connsiteX4" fmla="*/ 107116 w 373970"/>
                <a:gd name="connsiteY4" fmla="*/ 448732 h 468437"/>
                <a:gd name="connsiteX5" fmla="*/ 1293 w 373970"/>
                <a:gd name="connsiteY5" fmla="*/ 71257 h 468437"/>
                <a:gd name="connsiteX6" fmla="*/ 4722 w 373970"/>
                <a:gd name="connsiteY6" fmla="*/ 48397 h 468437"/>
                <a:gd name="connsiteX7" fmla="*/ 26344 w 373970"/>
                <a:gd name="connsiteY7" fmla="*/ 34967 h 468437"/>
                <a:gd name="connsiteX8" fmla="*/ 112069 w 373970"/>
                <a:gd name="connsiteY8" fmla="*/ 10963 h 468437"/>
                <a:gd name="connsiteX9" fmla="*/ 230274 w 373970"/>
                <a:gd name="connsiteY9" fmla="*/ 8678 h 468437"/>
                <a:gd name="connsiteX10" fmla="*/ 295139 w 373970"/>
                <a:gd name="connsiteY10" fmla="*/ 100689 h 468437"/>
                <a:gd name="connsiteX11" fmla="*/ 261516 w 373970"/>
                <a:gd name="connsiteY11" fmla="*/ 236420 h 468437"/>
                <a:gd name="connsiteX12" fmla="*/ 364862 w 373970"/>
                <a:gd name="connsiteY12" fmla="*/ 362722 h 468437"/>
                <a:gd name="connsiteX13" fmla="*/ 373054 w 373970"/>
                <a:gd name="connsiteY13" fmla="*/ 378724 h 468437"/>
                <a:gd name="connsiteX14" fmla="*/ 370863 w 373970"/>
                <a:gd name="connsiteY14" fmla="*/ 396059 h 468437"/>
                <a:gd name="connsiteX15" fmla="*/ 352004 w 373970"/>
                <a:gd name="connsiteY15" fmla="*/ 409013 h 468437"/>
                <a:gd name="connsiteX16" fmla="*/ 303712 w 373970"/>
                <a:gd name="connsiteY16" fmla="*/ 393678 h 468437"/>
                <a:gd name="connsiteX17" fmla="*/ 204080 w 373970"/>
                <a:gd name="connsiteY17" fmla="*/ 270901 h 468437"/>
                <a:gd name="connsiteX18" fmla="*/ 174457 w 373970"/>
                <a:gd name="connsiteY18" fmla="*/ 281092 h 468437"/>
                <a:gd name="connsiteX19" fmla="*/ 133405 w 373970"/>
                <a:gd name="connsiteY19" fmla="*/ 289379 h 468437"/>
                <a:gd name="connsiteX20" fmla="*/ 172934 w 373970"/>
                <a:gd name="connsiteY20" fmla="*/ 430349 h 468437"/>
                <a:gd name="connsiteX21" fmla="*/ 76636 w 373970"/>
                <a:gd name="connsiteY21" fmla="*/ 86782 h 468437"/>
                <a:gd name="connsiteX22" fmla="*/ 116641 w 373970"/>
                <a:gd name="connsiteY22" fmla="*/ 229467 h 468437"/>
                <a:gd name="connsiteX23" fmla="*/ 175124 w 373970"/>
                <a:gd name="connsiteY23" fmla="*/ 216894 h 468437"/>
                <a:gd name="connsiteX24" fmla="*/ 230179 w 373970"/>
                <a:gd name="connsiteY24" fmla="*/ 122120 h 468437"/>
                <a:gd name="connsiteX25" fmla="*/ 195603 w 373970"/>
                <a:gd name="connsiteY25" fmla="*/ 69828 h 468437"/>
                <a:gd name="connsiteX26" fmla="*/ 129976 w 373970"/>
                <a:gd name="connsiteY26" fmla="*/ 71828 h 468437"/>
                <a:gd name="connsiteX27" fmla="*/ 76636 w 373970"/>
                <a:gd name="connsiteY27" fmla="*/ 86782 h 46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73970" h="468437">
                  <a:moveTo>
                    <a:pt x="172934" y="430349"/>
                  </a:moveTo>
                  <a:cubicBezTo>
                    <a:pt x="175220" y="439302"/>
                    <a:pt x="174077" y="446923"/>
                    <a:pt x="169409" y="453209"/>
                  </a:cubicBezTo>
                  <a:cubicBezTo>
                    <a:pt x="164647" y="459210"/>
                    <a:pt x="157408" y="463686"/>
                    <a:pt x="147692" y="466354"/>
                  </a:cubicBezTo>
                  <a:cubicBezTo>
                    <a:pt x="137977" y="469116"/>
                    <a:pt x="129404" y="469116"/>
                    <a:pt x="122070" y="466449"/>
                  </a:cubicBezTo>
                  <a:cubicBezTo>
                    <a:pt x="114640" y="463782"/>
                    <a:pt x="109687" y="457972"/>
                    <a:pt x="107116" y="448732"/>
                  </a:cubicBezTo>
                  <a:lnTo>
                    <a:pt x="1293" y="71257"/>
                  </a:lnTo>
                  <a:cubicBezTo>
                    <a:pt x="-1183" y="62303"/>
                    <a:pt x="-136" y="54683"/>
                    <a:pt x="4722" y="48397"/>
                  </a:cubicBezTo>
                  <a:cubicBezTo>
                    <a:pt x="9580" y="42110"/>
                    <a:pt x="16723" y="37633"/>
                    <a:pt x="26344" y="34967"/>
                  </a:cubicBezTo>
                  <a:lnTo>
                    <a:pt x="112069" y="10963"/>
                  </a:lnTo>
                  <a:cubicBezTo>
                    <a:pt x="161218" y="-2848"/>
                    <a:pt x="200556" y="-3610"/>
                    <a:pt x="230274" y="8678"/>
                  </a:cubicBezTo>
                  <a:cubicBezTo>
                    <a:pt x="259992" y="20869"/>
                    <a:pt x="281614" y="51540"/>
                    <a:pt x="295139" y="100689"/>
                  </a:cubicBezTo>
                  <a:cubicBezTo>
                    <a:pt x="311808" y="160125"/>
                    <a:pt x="300569" y="205368"/>
                    <a:pt x="261516" y="236420"/>
                  </a:cubicBezTo>
                  <a:lnTo>
                    <a:pt x="364862" y="362722"/>
                  </a:lnTo>
                  <a:cubicBezTo>
                    <a:pt x="368768" y="367865"/>
                    <a:pt x="371530" y="373199"/>
                    <a:pt x="373054" y="378724"/>
                  </a:cubicBezTo>
                  <a:cubicBezTo>
                    <a:pt x="374768" y="384248"/>
                    <a:pt x="374102" y="389963"/>
                    <a:pt x="370863" y="396059"/>
                  </a:cubicBezTo>
                  <a:cubicBezTo>
                    <a:pt x="367720" y="402345"/>
                    <a:pt x="361433" y="406632"/>
                    <a:pt x="352004" y="409013"/>
                  </a:cubicBezTo>
                  <a:cubicBezTo>
                    <a:pt x="332192" y="414538"/>
                    <a:pt x="316094" y="409394"/>
                    <a:pt x="303712" y="393678"/>
                  </a:cubicBezTo>
                  <a:lnTo>
                    <a:pt x="204080" y="270901"/>
                  </a:lnTo>
                  <a:cubicBezTo>
                    <a:pt x="196270" y="274425"/>
                    <a:pt x="186364" y="277759"/>
                    <a:pt x="174457" y="281092"/>
                  </a:cubicBezTo>
                  <a:cubicBezTo>
                    <a:pt x="162551" y="284426"/>
                    <a:pt x="148835" y="287188"/>
                    <a:pt x="133405" y="289379"/>
                  </a:cubicBezTo>
                  <a:lnTo>
                    <a:pt x="172934" y="430349"/>
                  </a:lnTo>
                  <a:close/>
                  <a:moveTo>
                    <a:pt x="76636" y="86782"/>
                  </a:moveTo>
                  <a:lnTo>
                    <a:pt x="116641" y="229467"/>
                  </a:lnTo>
                  <a:cubicBezTo>
                    <a:pt x="132167" y="227657"/>
                    <a:pt x="151693" y="223466"/>
                    <a:pt x="175124" y="216894"/>
                  </a:cubicBezTo>
                  <a:cubicBezTo>
                    <a:pt x="225607" y="202987"/>
                    <a:pt x="243990" y="171364"/>
                    <a:pt x="230179" y="122120"/>
                  </a:cubicBezTo>
                  <a:cubicBezTo>
                    <a:pt x="222178" y="93736"/>
                    <a:pt x="210653" y="76305"/>
                    <a:pt x="195603" y="69828"/>
                  </a:cubicBezTo>
                  <a:cubicBezTo>
                    <a:pt x="180458" y="63351"/>
                    <a:pt x="158646" y="64018"/>
                    <a:pt x="129976" y="71828"/>
                  </a:cubicBezTo>
                  <a:lnTo>
                    <a:pt x="76636" y="867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35DF55AD-3406-931A-312F-757664B74C0C}"/>
                </a:ext>
              </a:extLst>
            </p:cNvPr>
            <p:cNvSpPr/>
            <p:nvPr/>
          </p:nvSpPr>
          <p:spPr>
            <a:xfrm>
              <a:off x="7050453" y="5974182"/>
              <a:ext cx="216664" cy="426936"/>
            </a:xfrm>
            <a:custGeom>
              <a:avLst/>
              <a:gdLst>
                <a:gd name="connsiteX0" fmla="*/ 2426 w 216666"/>
                <a:gd name="connsiteY0" fmla="*/ 42480 h 426937"/>
                <a:gd name="connsiteX1" fmla="*/ 3474 w 216666"/>
                <a:gd name="connsiteY1" fmla="*/ 19334 h 426937"/>
                <a:gd name="connsiteX2" fmla="*/ 23858 w 216666"/>
                <a:gd name="connsiteY2" fmla="*/ 3713 h 426937"/>
                <a:gd name="connsiteX3" fmla="*/ 49480 w 216666"/>
                <a:gd name="connsiteY3" fmla="*/ 1046 h 426937"/>
                <a:gd name="connsiteX4" fmla="*/ 65863 w 216666"/>
                <a:gd name="connsiteY4" fmla="*/ 16762 h 426937"/>
                <a:gd name="connsiteX5" fmla="*/ 214453 w 216666"/>
                <a:gd name="connsiteY5" fmla="*/ 384523 h 426937"/>
                <a:gd name="connsiteX6" fmla="*/ 213405 w 216666"/>
                <a:gd name="connsiteY6" fmla="*/ 407668 h 426937"/>
                <a:gd name="connsiteX7" fmla="*/ 193307 w 216666"/>
                <a:gd name="connsiteY7" fmla="*/ 423099 h 426937"/>
                <a:gd name="connsiteX8" fmla="*/ 167781 w 216666"/>
                <a:gd name="connsiteY8" fmla="*/ 426052 h 426937"/>
                <a:gd name="connsiteX9" fmla="*/ 151016 w 216666"/>
                <a:gd name="connsiteY9" fmla="*/ 410145 h 426937"/>
                <a:gd name="connsiteX10" fmla="*/ 2426 w 216666"/>
                <a:gd name="connsiteY10" fmla="*/ 42384 h 4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66" h="426937">
                  <a:moveTo>
                    <a:pt x="2426" y="42480"/>
                  </a:moveTo>
                  <a:cubicBezTo>
                    <a:pt x="-1098" y="33622"/>
                    <a:pt x="-812" y="26002"/>
                    <a:pt x="3474" y="19334"/>
                  </a:cubicBezTo>
                  <a:cubicBezTo>
                    <a:pt x="7665" y="12762"/>
                    <a:pt x="14523" y="7523"/>
                    <a:pt x="23858" y="3713"/>
                  </a:cubicBezTo>
                  <a:cubicBezTo>
                    <a:pt x="33192" y="-97"/>
                    <a:pt x="41765" y="-954"/>
                    <a:pt x="49480" y="1046"/>
                  </a:cubicBezTo>
                  <a:cubicBezTo>
                    <a:pt x="57195" y="3047"/>
                    <a:pt x="62624" y="8285"/>
                    <a:pt x="65863" y="16762"/>
                  </a:cubicBezTo>
                  <a:lnTo>
                    <a:pt x="214453" y="384523"/>
                  </a:lnTo>
                  <a:cubicBezTo>
                    <a:pt x="217691" y="393190"/>
                    <a:pt x="217406" y="400906"/>
                    <a:pt x="213405" y="407668"/>
                  </a:cubicBezTo>
                  <a:cubicBezTo>
                    <a:pt x="209405" y="414145"/>
                    <a:pt x="202642" y="419384"/>
                    <a:pt x="193307" y="423099"/>
                  </a:cubicBezTo>
                  <a:cubicBezTo>
                    <a:pt x="183973" y="426909"/>
                    <a:pt x="175400" y="427861"/>
                    <a:pt x="167781" y="426052"/>
                  </a:cubicBezTo>
                  <a:cubicBezTo>
                    <a:pt x="160160" y="424242"/>
                    <a:pt x="154541" y="418908"/>
                    <a:pt x="151016" y="410145"/>
                  </a:cubicBezTo>
                  <a:lnTo>
                    <a:pt x="2426" y="4238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1AC46E18-CD13-48FA-4B1B-8B9F4FED0A71}"/>
                </a:ext>
              </a:extLst>
            </p:cNvPr>
            <p:cNvSpPr/>
            <p:nvPr/>
          </p:nvSpPr>
          <p:spPr>
            <a:xfrm>
              <a:off x="7249150" y="5827329"/>
              <a:ext cx="402091" cy="465770"/>
            </a:xfrm>
            <a:custGeom>
              <a:avLst/>
              <a:gdLst>
                <a:gd name="connsiteX0" fmla="*/ 96247 w 402092"/>
                <a:gd name="connsiteY0" fmla="*/ 28552 h 465771"/>
                <a:gd name="connsiteX1" fmla="*/ 202451 w 402092"/>
                <a:gd name="connsiteY1" fmla="*/ 834 h 465771"/>
                <a:gd name="connsiteX2" fmla="*/ 275603 w 402092"/>
                <a:gd name="connsiteY2" fmla="*/ 62080 h 465771"/>
                <a:gd name="connsiteX3" fmla="*/ 266935 w 402092"/>
                <a:gd name="connsiteY3" fmla="*/ 181714 h 465771"/>
                <a:gd name="connsiteX4" fmla="*/ 383235 w 402092"/>
                <a:gd name="connsiteY4" fmla="*/ 238483 h 465771"/>
                <a:gd name="connsiteX5" fmla="*/ 394380 w 402092"/>
                <a:gd name="connsiteY5" fmla="*/ 339353 h 465771"/>
                <a:gd name="connsiteX6" fmla="*/ 308464 w 402092"/>
                <a:gd name="connsiteY6" fmla="*/ 418315 h 465771"/>
                <a:gd name="connsiteX7" fmla="*/ 230073 w 402092"/>
                <a:gd name="connsiteY7" fmla="*/ 460511 h 465771"/>
                <a:gd name="connsiteX8" fmla="*/ 205404 w 402092"/>
                <a:gd name="connsiteY8" fmla="*/ 465369 h 465771"/>
                <a:gd name="connsiteX9" fmla="*/ 187116 w 402092"/>
                <a:gd name="connsiteY9" fmla="*/ 452034 h 465771"/>
                <a:gd name="connsiteX10" fmla="*/ 3474 w 402092"/>
                <a:gd name="connsiteY10" fmla="*/ 110563 h 465771"/>
                <a:gd name="connsiteX11" fmla="*/ 2235 w 402092"/>
                <a:gd name="connsiteY11" fmla="*/ 87702 h 465771"/>
                <a:gd name="connsiteX12" fmla="*/ 19952 w 402092"/>
                <a:gd name="connsiteY12" fmla="*/ 69700 h 465771"/>
                <a:gd name="connsiteX13" fmla="*/ 96342 w 402092"/>
                <a:gd name="connsiteY13" fmla="*/ 28647 h 465771"/>
                <a:gd name="connsiteX14" fmla="*/ 80245 w 402092"/>
                <a:gd name="connsiteY14" fmla="*/ 109134 h 465771"/>
                <a:gd name="connsiteX15" fmla="*/ 139300 w 402092"/>
                <a:gd name="connsiteY15" fmla="*/ 218957 h 465771"/>
                <a:gd name="connsiteX16" fmla="*/ 188068 w 402092"/>
                <a:gd name="connsiteY16" fmla="*/ 192763 h 465771"/>
                <a:gd name="connsiteX17" fmla="*/ 225882 w 402092"/>
                <a:gd name="connsiteY17" fmla="*/ 153234 h 465771"/>
                <a:gd name="connsiteX18" fmla="*/ 218929 w 402092"/>
                <a:gd name="connsiteY18" fmla="*/ 101132 h 465771"/>
                <a:gd name="connsiteX19" fmla="*/ 182448 w 402092"/>
                <a:gd name="connsiteY19" fmla="*/ 69128 h 465771"/>
                <a:gd name="connsiteX20" fmla="*/ 127108 w 402092"/>
                <a:gd name="connsiteY20" fmla="*/ 83892 h 465771"/>
                <a:gd name="connsiteX21" fmla="*/ 80245 w 402092"/>
                <a:gd name="connsiteY21" fmla="*/ 109134 h 465771"/>
                <a:gd name="connsiteX22" fmla="*/ 169399 w 402092"/>
                <a:gd name="connsiteY22" fmla="*/ 274773 h 465771"/>
                <a:gd name="connsiteX23" fmla="*/ 230359 w 402092"/>
                <a:gd name="connsiteY23" fmla="*/ 388121 h 465771"/>
                <a:gd name="connsiteX24" fmla="*/ 280175 w 402092"/>
                <a:gd name="connsiteY24" fmla="*/ 361260 h 465771"/>
                <a:gd name="connsiteX25" fmla="*/ 326657 w 402092"/>
                <a:gd name="connsiteY25" fmla="*/ 319731 h 465771"/>
                <a:gd name="connsiteX26" fmla="*/ 320656 w 402092"/>
                <a:gd name="connsiteY26" fmla="*/ 266772 h 465771"/>
                <a:gd name="connsiteX27" fmla="*/ 280841 w 402092"/>
                <a:gd name="connsiteY27" fmla="*/ 231911 h 465771"/>
                <a:gd name="connsiteX28" fmla="*/ 218643 w 402092"/>
                <a:gd name="connsiteY28" fmla="*/ 248198 h 465771"/>
                <a:gd name="connsiteX29" fmla="*/ 169304 w 402092"/>
                <a:gd name="connsiteY29" fmla="*/ 274773 h 46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2092" h="465771">
                  <a:moveTo>
                    <a:pt x="96247" y="28552"/>
                  </a:moveTo>
                  <a:cubicBezTo>
                    <a:pt x="137681" y="6264"/>
                    <a:pt x="173019" y="-2976"/>
                    <a:pt x="202451" y="834"/>
                  </a:cubicBezTo>
                  <a:cubicBezTo>
                    <a:pt x="231788" y="4645"/>
                    <a:pt x="256172" y="25123"/>
                    <a:pt x="275603" y="62080"/>
                  </a:cubicBezTo>
                  <a:cubicBezTo>
                    <a:pt x="298082" y="103895"/>
                    <a:pt x="295224" y="143805"/>
                    <a:pt x="266935" y="181714"/>
                  </a:cubicBezTo>
                  <a:cubicBezTo>
                    <a:pt x="316465" y="167522"/>
                    <a:pt x="355232" y="186477"/>
                    <a:pt x="383235" y="238483"/>
                  </a:cubicBezTo>
                  <a:cubicBezTo>
                    <a:pt x="403905" y="276773"/>
                    <a:pt x="407524" y="310397"/>
                    <a:pt x="394380" y="339353"/>
                  </a:cubicBezTo>
                  <a:cubicBezTo>
                    <a:pt x="381140" y="368214"/>
                    <a:pt x="352470" y="394503"/>
                    <a:pt x="308464" y="418315"/>
                  </a:cubicBezTo>
                  <a:lnTo>
                    <a:pt x="230073" y="460511"/>
                  </a:lnTo>
                  <a:cubicBezTo>
                    <a:pt x="221691" y="464987"/>
                    <a:pt x="213500" y="466607"/>
                    <a:pt x="205404" y="465369"/>
                  </a:cubicBezTo>
                  <a:cubicBezTo>
                    <a:pt x="197307" y="464035"/>
                    <a:pt x="191307" y="459653"/>
                    <a:pt x="187116" y="452034"/>
                  </a:cubicBezTo>
                  <a:lnTo>
                    <a:pt x="3474" y="110563"/>
                  </a:lnTo>
                  <a:cubicBezTo>
                    <a:pt x="-717" y="102752"/>
                    <a:pt x="-1098" y="95132"/>
                    <a:pt x="2235" y="87702"/>
                  </a:cubicBezTo>
                  <a:cubicBezTo>
                    <a:pt x="5664" y="80273"/>
                    <a:pt x="11570" y="74272"/>
                    <a:pt x="19952" y="69700"/>
                  </a:cubicBezTo>
                  <a:lnTo>
                    <a:pt x="96342" y="28647"/>
                  </a:lnTo>
                  <a:close/>
                  <a:moveTo>
                    <a:pt x="80245" y="109134"/>
                  </a:moveTo>
                  <a:lnTo>
                    <a:pt x="139300" y="218957"/>
                  </a:lnTo>
                  <a:lnTo>
                    <a:pt x="188068" y="192763"/>
                  </a:lnTo>
                  <a:cubicBezTo>
                    <a:pt x="207785" y="182381"/>
                    <a:pt x="220358" y="169236"/>
                    <a:pt x="225882" y="153234"/>
                  </a:cubicBezTo>
                  <a:cubicBezTo>
                    <a:pt x="231312" y="137232"/>
                    <a:pt x="229025" y="119897"/>
                    <a:pt x="218929" y="101132"/>
                  </a:cubicBezTo>
                  <a:cubicBezTo>
                    <a:pt x="208833" y="82368"/>
                    <a:pt x="196641" y="71700"/>
                    <a:pt x="182448" y="69128"/>
                  </a:cubicBezTo>
                  <a:cubicBezTo>
                    <a:pt x="168066" y="66843"/>
                    <a:pt x="149682" y="71796"/>
                    <a:pt x="127108" y="83892"/>
                  </a:cubicBezTo>
                  <a:lnTo>
                    <a:pt x="80245" y="109134"/>
                  </a:lnTo>
                  <a:close/>
                  <a:moveTo>
                    <a:pt x="169399" y="274773"/>
                  </a:moveTo>
                  <a:lnTo>
                    <a:pt x="230359" y="388121"/>
                  </a:lnTo>
                  <a:lnTo>
                    <a:pt x="280175" y="361260"/>
                  </a:lnTo>
                  <a:cubicBezTo>
                    <a:pt x="304368" y="348211"/>
                    <a:pt x="319894" y="334400"/>
                    <a:pt x="326657" y="319731"/>
                  </a:cubicBezTo>
                  <a:cubicBezTo>
                    <a:pt x="333705" y="304968"/>
                    <a:pt x="331705" y="287251"/>
                    <a:pt x="320656" y="266772"/>
                  </a:cubicBezTo>
                  <a:cubicBezTo>
                    <a:pt x="309702" y="246389"/>
                    <a:pt x="296463" y="234768"/>
                    <a:pt x="280841" y="231911"/>
                  </a:cubicBezTo>
                  <a:cubicBezTo>
                    <a:pt x="265221" y="229054"/>
                    <a:pt x="244551" y="234482"/>
                    <a:pt x="218643" y="248198"/>
                  </a:cubicBezTo>
                  <a:lnTo>
                    <a:pt x="169304" y="27477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" name="Forme libre : forme 21">
              <a:extLst>
                <a:ext uri="{FF2B5EF4-FFF2-40B4-BE49-F238E27FC236}">
                  <a16:creationId xmlns:a16="http://schemas.microsoft.com/office/drawing/2014/main" id="{247630CA-0839-0080-DB02-C2FDA038C404}"/>
                </a:ext>
              </a:extLst>
            </p:cNvPr>
            <p:cNvSpPr/>
            <p:nvPr/>
          </p:nvSpPr>
          <p:spPr>
            <a:xfrm>
              <a:off x="7642412" y="5637252"/>
              <a:ext cx="417192" cy="467370"/>
            </a:xfrm>
            <a:custGeom>
              <a:avLst/>
              <a:gdLst>
                <a:gd name="connsiteX0" fmla="*/ 141039 w 417193"/>
                <a:gd name="connsiteY0" fmla="*/ 459804 h 467371"/>
                <a:gd name="connsiteX1" fmla="*/ 135134 w 417193"/>
                <a:gd name="connsiteY1" fmla="*/ 449518 h 467371"/>
                <a:gd name="connsiteX2" fmla="*/ 2832 w 417193"/>
                <a:gd name="connsiteY2" fmla="*/ 65183 h 467371"/>
                <a:gd name="connsiteX3" fmla="*/ 15309 w 417193"/>
                <a:gd name="connsiteY3" fmla="*/ 23845 h 467371"/>
                <a:gd name="connsiteX4" fmla="*/ 38646 w 417193"/>
                <a:gd name="connsiteY4" fmla="*/ 6890 h 467371"/>
                <a:gd name="connsiteX5" fmla="*/ 82841 w 417193"/>
                <a:gd name="connsiteY5" fmla="*/ 10129 h 467371"/>
                <a:gd name="connsiteX6" fmla="*/ 405930 w 417193"/>
                <a:gd name="connsiteY6" fmla="*/ 253207 h 467371"/>
                <a:gd name="connsiteX7" fmla="*/ 414883 w 417193"/>
                <a:gd name="connsiteY7" fmla="*/ 262351 h 467371"/>
                <a:gd name="connsiteX8" fmla="*/ 415740 w 417193"/>
                <a:gd name="connsiteY8" fmla="*/ 278353 h 467371"/>
                <a:gd name="connsiteX9" fmla="*/ 400500 w 417193"/>
                <a:gd name="connsiteY9" fmla="*/ 297498 h 467371"/>
                <a:gd name="connsiteX10" fmla="*/ 352399 w 417193"/>
                <a:gd name="connsiteY10" fmla="*/ 298260 h 467371"/>
                <a:gd name="connsiteX11" fmla="*/ 285248 w 417193"/>
                <a:gd name="connsiteY11" fmla="*/ 246635 h 467371"/>
                <a:gd name="connsiteX12" fmla="*/ 158851 w 417193"/>
                <a:gd name="connsiteY12" fmla="*/ 338646 h 467371"/>
                <a:gd name="connsiteX13" fmla="*/ 186474 w 417193"/>
                <a:gd name="connsiteY13" fmla="*/ 415227 h 467371"/>
                <a:gd name="connsiteX14" fmla="*/ 191141 w 417193"/>
                <a:gd name="connsiteY14" fmla="*/ 441326 h 467371"/>
                <a:gd name="connsiteX15" fmla="*/ 177330 w 417193"/>
                <a:gd name="connsiteY15" fmla="*/ 459899 h 467371"/>
                <a:gd name="connsiteX16" fmla="*/ 155613 w 417193"/>
                <a:gd name="connsiteY16" fmla="*/ 467234 h 467371"/>
                <a:gd name="connsiteX17" fmla="*/ 140849 w 417193"/>
                <a:gd name="connsiteY17" fmla="*/ 459614 h 467371"/>
                <a:gd name="connsiteX18" fmla="*/ 64458 w 417193"/>
                <a:gd name="connsiteY18" fmla="*/ 76804 h 467371"/>
                <a:gd name="connsiteX19" fmla="*/ 137039 w 417193"/>
                <a:gd name="connsiteY19" fmla="*/ 278258 h 467371"/>
                <a:gd name="connsiteX20" fmla="*/ 234289 w 417193"/>
                <a:gd name="connsiteY20" fmla="*/ 207487 h 467371"/>
                <a:gd name="connsiteX21" fmla="*/ 64458 w 417193"/>
                <a:gd name="connsiteY21" fmla="*/ 76804 h 467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7193" h="467371">
                  <a:moveTo>
                    <a:pt x="141039" y="459804"/>
                  </a:moveTo>
                  <a:cubicBezTo>
                    <a:pt x="137801" y="455328"/>
                    <a:pt x="135800" y="451899"/>
                    <a:pt x="135134" y="449518"/>
                  </a:cubicBezTo>
                  <a:lnTo>
                    <a:pt x="2832" y="65183"/>
                  </a:lnTo>
                  <a:cubicBezTo>
                    <a:pt x="-3455" y="48229"/>
                    <a:pt x="736" y="34513"/>
                    <a:pt x="15309" y="23845"/>
                  </a:cubicBezTo>
                  <a:lnTo>
                    <a:pt x="38646" y="6890"/>
                  </a:lnTo>
                  <a:cubicBezTo>
                    <a:pt x="52552" y="-3301"/>
                    <a:pt x="67316" y="-2158"/>
                    <a:pt x="82841" y="10129"/>
                  </a:cubicBezTo>
                  <a:lnTo>
                    <a:pt x="405930" y="253207"/>
                  </a:lnTo>
                  <a:cubicBezTo>
                    <a:pt x="409168" y="255588"/>
                    <a:pt x="412216" y="258636"/>
                    <a:pt x="414883" y="262351"/>
                  </a:cubicBezTo>
                  <a:cubicBezTo>
                    <a:pt x="417645" y="266066"/>
                    <a:pt x="417931" y="271400"/>
                    <a:pt x="415740" y="278353"/>
                  </a:cubicBezTo>
                  <a:cubicBezTo>
                    <a:pt x="413740" y="285401"/>
                    <a:pt x="408597" y="291783"/>
                    <a:pt x="400500" y="297498"/>
                  </a:cubicBezTo>
                  <a:cubicBezTo>
                    <a:pt x="383832" y="309690"/>
                    <a:pt x="367734" y="309976"/>
                    <a:pt x="352399" y="298260"/>
                  </a:cubicBezTo>
                  <a:lnTo>
                    <a:pt x="285248" y="246635"/>
                  </a:lnTo>
                  <a:lnTo>
                    <a:pt x="158851" y="338646"/>
                  </a:lnTo>
                  <a:lnTo>
                    <a:pt x="186474" y="415227"/>
                  </a:lnTo>
                  <a:cubicBezTo>
                    <a:pt x="190855" y="425800"/>
                    <a:pt x="192474" y="434468"/>
                    <a:pt x="191141" y="441326"/>
                  </a:cubicBezTo>
                  <a:cubicBezTo>
                    <a:pt x="189712" y="447993"/>
                    <a:pt x="185140" y="454185"/>
                    <a:pt x="177330" y="459899"/>
                  </a:cubicBezTo>
                  <a:cubicBezTo>
                    <a:pt x="169519" y="465614"/>
                    <a:pt x="162280" y="467995"/>
                    <a:pt x="155613" y="467234"/>
                  </a:cubicBezTo>
                  <a:cubicBezTo>
                    <a:pt x="148945" y="466472"/>
                    <a:pt x="144087" y="463900"/>
                    <a:pt x="140849" y="459614"/>
                  </a:cubicBezTo>
                  <a:moveTo>
                    <a:pt x="64458" y="76804"/>
                  </a:moveTo>
                  <a:lnTo>
                    <a:pt x="137039" y="278258"/>
                  </a:lnTo>
                  <a:lnTo>
                    <a:pt x="234289" y="207487"/>
                  </a:lnTo>
                  <a:lnTo>
                    <a:pt x="64458" y="7680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C04EE1B9-4092-8456-71BA-9E5B8F71F157}"/>
                </a:ext>
              </a:extLst>
            </p:cNvPr>
            <p:cNvSpPr/>
            <p:nvPr/>
          </p:nvSpPr>
          <p:spPr>
            <a:xfrm>
              <a:off x="7901337" y="5362908"/>
              <a:ext cx="414995" cy="434935"/>
            </a:xfrm>
            <a:custGeom>
              <a:avLst/>
              <a:gdLst>
                <a:gd name="connsiteX0" fmla="*/ 48130 w 414994"/>
                <a:gd name="connsiteY0" fmla="*/ 45670 h 434933"/>
                <a:gd name="connsiteX1" fmla="*/ 138617 w 414994"/>
                <a:gd name="connsiteY1" fmla="*/ 712 h 434933"/>
                <a:gd name="connsiteX2" fmla="*/ 217579 w 414994"/>
                <a:gd name="connsiteY2" fmla="*/ 27573 h 434933"/>
                <a:gd name="connsiteX3" fmla="*/ 227295 w 414994"/>
                <a:gd name="connsiteY3" fmla="*/ 52528 h 434933"/>
                <a:gd name="connsiteX4" fmla="*/ 213484 w 414994"/>
                <a:gd name="connsiteY4" fmla="*/ 77770 h 434933"/>
                <a:gd name="connsiteX5" fmla="*/ 174336 w 414994"/>
                <a:gd name="connsiteY5" fmla="*/ 84342 h 434933"/>
                <a:gd name="connsiteX6" fmla="*/ 134045 w 414994"/>
                <a:gd name="connsiteY6" fmla="*/ 71483 h 434933"/>
                <a:gd name="connsiteX7" fmla="*/ 91469 w 414994"/>
                <a:gd name="connsiteY7" fmla="*/ 92057 h 434933"/>
                <a:gd name="connsiteX8" fmla="*/ 67465 w 414994"/>
                <a:gd name="connsiteY8" fmla="*/ 133872 h 434933"/>
                <a:gd name="connsiteX9" fmla="*/ 81848 w 414994"/>
                <a:gd name="connsiteY9" fmla="*/ 174925 h 434933"/>
                <a:gd name="connsiteX10" fmla="*/ 128521 w 414994"/>
                <a:gd name="connsiteY10" fmla="*/ 193213 h 434933"/>
                <a:gd name="connsiteX11" fmla="*/ 188814 w 414994"/>
                <a:gd name="connsiteY11" fmla="*/ 183592 h 434933"/>
                <a:gd name="connsiteX12" fmla="*/ 253203 w 414994"/>
                <a:gd name="connsiteY12" fmla="*/ 166543 h 434933"/>
                <a:gd name="connsiteX13" fmla="*/ 319878 w 414994"/>
                <a:gd name="connsiteY13" fmla="*/ 164066 h 434933"/>
                <a:gd name="connsiteX14" fmla="*/ 378171 w 414994"/>
                <a:gd name="connsiteY14" fmla="*/ 195594 h 434933"/>
                <a:gd name="connsiteX15" fmla="*/ 414366 w 414994"/>
                <a:gd name="connsiteY15" fmla="*/ 288082 h 434933"/>
                <a:gd name="connsiteX16" fmla="*/ 363503 w 414994"/>
                <a:gd name="connsiteY16" fmla="*/ 380760 h 434933"/>
                <a:gd name="connsiteX17" fmla="*/ 286826 w 414994"/>
                <a:gd name="connsiteY17" fmla="*/ 426194 h 434933"/>
                <a:gd name="connsiteX18" fmla="*/ 220151 w 414994"/>
                <a:gd name="connsiteY18" fmla="*/ 424861 h 434933"/>
                <a:gd name="connsiteX19" fmla="*/ 210340 w 414994"/>
                <a:gd name="connsiteY19" fmla="*/ 401620 h 434933"/>
                <a:gd name="connsiteX20" fmla="*/ 217008 w 414994"/>
                <a:gd name="connsiteY20" fmla="*/ 379331 h 434933"/>
                <a:gd name="connsiteX21" fmla="*/ 233867 w 414994"/>
                <a:gd name="connsiteY21" fmla="*/ 370949 h 434933"/>
                <a:gd name="connsiteX22" fmla="*/ 322068 w 414994"/>
                <a:gd name="connsiteY22" fmla="*/ 332468 h 434933"/>
                <a:gd name="connsiteX23" fmla="*/ 333880 w 414994"/>
                <a:gd name="connsiteY23" fmla="*/ 248362 h 434933"/>
                <a:gd name="connsiteX24" fmla="*/ 291303 w 414994"/>
                <a:gd name="connsiteY24" fmla="*/ 233885 h 434933"/>
                <a:gd name="connsiteX25" fmla="*/ 231391 w 414994"/>
                <a:gd name="connsiteY25" fmla="*/ 244362 h 434933"/>
                <a:gd name="connsiteX26" fmla="*/ 166049 w 414994"/>
                <a:gd name="connsiteY26" fmla="*/ 261126 h 434933"/>
                <a:gd name="connsiteX27" fmla="*/ 97564 w 414994"/>
                <a:gd name="connsiteY27" fmla="*/ 261126 h 434933"/>
                <a:gd name="connsiteX28" fmla="*/ 36604 w 414994"/>
                <a:gd name="connsiteY28" fmla="*/ 226455 h 434933"/>
                <a:gd name="connsiteX29" fmla="*/ 600 w 414994"/>
                <a:gd name="connsiteY29" fmla="*/ 134634 h 434933"/>
                <a:gd name="connsiteX30" fmla="*/ 48034 w 414994"/>
                <a:gd name="connsiteY30" fmla="*/ 45670 h 434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14994" h="434933">
                  <a:moveTo>
                    <a:pt x="48130" y="45670"/>
                  </a:moveTo>
                  <a:cubicBezTo>
                    <a:pt x="75943" y="19095"/>
                    <a:pt x="106137" y="4141"/>
                    <a:pt x="138617" y="712"/>
                  </a:cubicBezTo>
                  <a:cubicBezTo>
                    <a:pt x="171193" y="-2717"/>
                    <a:pt x="197482" y="6237"/>
                    <a:pt x="217579" y="27573"/>
                  </a:cubicBezTo>
                  <a:cubicBezTo>
                    <a:pt x="224819" y="35193"/>
                    <a:pt x="228057" y="43575"/>
                    <a:pt x="227295" y="52528"/>
                  </a:cubicBezTo>
                  <a:cubicBezTo>
                    <a:pt x="226438" y="61577"/>
                    <a:pt x="221866" y="69959"/>
                    <a:pt x="213484" y="77770"/>
                  </a:cubicBezTo>
                  <a:cubicBezTo>
                    <a:pt x="199577" y="91010"/>
                    <a:pt x="186528" y="93200"/>
                    <a:pt x="174336" y="84342"/>
                  </a:cubicBezTo>
                  <a:cubicBezTo>
                    <a:pt x="162049" y="75484"/>
                    <a:pt x="148714" y="71197"/>
                    <a:pt x="134045" y="71483"/>
                  </a:cubicBezTo>
                  <a:cubicBezTo>
                    <a:pt x="119472" y="71769"/>
                    <a:pt x="105280" y="78627"/>
                    <a:pt x="91469" y="92057"/>
                  </a:cubicBezTo>
                  <a:cubicBezTo>
                    <a:pt x="77848" y="105106"/>
                    <a:pt x="69847" y="119013"/>
                    <a:pt x="67465" y="133872"/>
                  </a:cubicBezTo>
                  <a:cubicBezTo>
                    <a:pt x="65084" y="148731"/>
                    <a:pt x="69847" y="162352"/>
                    <a:pt x="81848" y="174925"/>
                  </a:cubicBezTo>
                  <a:cubicBezTo>
                    <a:pt x="93850" y="187497"/>
                    <a:pt x="109375" y="193593"/>
                    <a:pt x="128521" y="193213"/>
                  </a:cubicBezTo>
                  <a:cubicBezTo>
                    <a:pt x="147571" y="192736"/>
                    <a:pt x="167669" y="189498"/>
                    <a:pt x="188814" y="183592"/>
                  </a:cubicBezTo>
                  <a:cubicBezTo>
                    <a:pt x="209959" y="177591"/>
                    <a:pt x="231486" y="171972"/>
                    <a:pt x="253203" y="166543"/>
                  </a:cubicBezTo>
                  <a:cubicBezTo>
                    <a:pt x="275015" y="161113"/>
                    <a:pt x="297208" y="160351"/>
                    <a:pt x="319878" y="164066"/>
                  </a:cubicBezTo>
                  <a:cubicBezTo>
                    <a:pt x="342547" y="167781"/>
                    <a:pt x="361978" y="178354"/>
                    <a:pt x="378171" y="195594"/>
                  </a:cubicBezTo>
                  <a:cubicBezTo>
                    <a:pt x="405984" y="224645"/>
                    <a:pt x="417985" y="255506"/>
                    <a:pt x="414366" y="288082"/>
                  </a:cubicBezTo>
                  <a:cubicBezTo>
                    <a:pt x="410746" y="320657"/>
                    <a:pt x="393792" y="351518"/>
                    <a:pt x="363503" y="380760"/>
                  </a:cubicBezTo>
                  <a:cubicBezTo>
                    <a:pt x="344453" y="398952"/>
                    <a:pt x="318926" y="414097"/>
                    <a:pt x="286826" y="426194"/>
                  </a:cubicBezTo>
                  <a:cubicBezTo>
                    <a:pt x="254727" y="438291"/>
                    <a:pt x="232534" y="437815"/>
                    <a:pt x="220151" y="424861"/>
                  </a:cubicBezTo>
                  <a:cubicBezTo>
                    <a:pt x="214531" y="419051"/>
                    <a:pt x="211293" y="411335"/>
                    <a:pt x="210340" y="401620"/>
                  </a:cubicBezTo>
                  <a:cubicBezTo>
                    <a:pt x="209388" y="391904"/>
                    <a:pt x="211674" y="384570"/>
                    <a:pt x="217008" y="379331"/>
                  </a:cubicBezTo>
                  <a:cubicBezTo>
                    <a:pt x="222437" y="374188"/>
                    <a:pt x="228057" y="371426"/>
                    <a:pt x="233867" y="370949"/>
                  </a:cubicBezTo>
                  <a:cubicBezTo>
                    <a:pt x="268348" y="368282"/>
                    <a:pt x="297684" y="355423"/>
                    <a:pt x="322068" y="332468"/>
                  </a:cubicBezTo>
                  <a:cubicBezTo>
                    <a:pt x="354168" y="301702"/>
                    <a:pt x="358169" y="273699"/>
                    <a:pt x="333880" y="248362"/>
                  </a:cubicBezTo>
                  <a:cubicBezTo>
                    <a:pt x="323878" y="237885"/>
                    <a:pt x="309686" y="233122"/>
                    <a:pt x="291303" y="233885"/>
                  </a:cubicBezTo>
                  <a:cubicBezTo>
                    <a:pt x="272920" y="234646"/>
                    <a:pt x="252917" y="238170"/>
                    <a:pt x="231391" y="244362"/>
                  </a:cubicBezTo>
                  <a:cubicBezTo>
                    <a:pt x="209959" y="250648"/>
                    <a:pt x="188147" y="256173"/>
                    <a:pt x="166049" y="261126"/>
                  </a:cubicBezTo>
                  <a:cubicBezTo>
                    <a:pt x="143665" y="265698"/>
                    <a:pt x="120805" y="265698"/>
                    <a:pt x="97564" y="261126"/>
                  </a:cubicBezTo>
                  <a:cubicBezTo>
                    <a:pt x="74323" y="256553"/>
                    <a:pt x="53940" y="244933"/>
                    <a:pt x="36604" y="226455"/>
                  </a:cubicBezTo>
                  <a:cubicBezTo>
                    <a:pt x="9077" y="197689"/>
                    <a:pt x="-2924" y="167114"/>
                    <a:pt x="600" y="134634"/>
                  </a:cubicBezTo>
                  <a:cubicBezTo>
                    <a:pt x="4410" y="101868"/>
                    <a:pt x="20221" y="72245"/>
                    <a:pt x="48034" y="456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34" name="Espace réservé du texte 41">
            <a:extLst>
              <a:ext uri="{FF2B5EF4-FFF2-40B4-BE49-F238E27FC236}">
                <a16:creationId xmlns:a16="http://schemas.microsoft.com/office/drawing/2014/main" id="{1DF3F27F-9E2B-007E-6B17-152BE2AC25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87484" y="2218046"/>
            <a:ext cx="5404516" cy="1615827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35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 de la partie </a:t>
            </a:r>
            <a:br>
              <a:rPr lang="fr-FR"/>
            </a:br>
            <a:r>
              <a:rPr lang="fr-FR"/>
              <a:t>sur deux lignes </a:t>
            </a:r>
            <a:br>
              <a:rPr lang="fr-FR"/>
            </a:br>
            <a:r>
              <a:rPr lang="fr-FR"/>
              <a:t>de texte ou plus</a:t>
            </a:r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8EB6C906-E362-4FD1-E09A-2EAB6C7CD1F3}"/>
              </a:ext>
            </a:extLst>
          </p:cNvPr>
          <p:cNvGrpSpPr>
            <a:grpSpLocks noChangeAspect="1"/>
          </p:cNvGrpSpPr>
          <p:nvPr userDrawn="1"/>
        </p:nvGrpSpPr>
        <p:grpSpPr>
          <a:xfrm flipH="1">
            <a:off x="4269012" y="2821858"/>
            <a:ext cx="811990" cy="514800"/>
            <a:chOff x="4589369" y="4849913"/>
            <a:chExt cx="3072989" cy="1948269"/>
          </a:xfrm>
        </p:grpSpPr>
        <p:sp>
          <p:nvSpPr>
            <p:cNvPr id="33" name="Forme libre : forme 32">
              <a:extLst>
                <a:ext uri="{FF2B5EF4-FFF2-40B4-BE49-F238E27FC236}">
                  <a16:creationId xmlns:a16="http://schemas.microsoft.com/office/drawing/2014/main" id="{64681914-6240-A67C-AC21-4EE0484E0E7D}"/>
                </a:ext>
              </a:extLst>
            </p:cNvPr>
            <p:cNvSpPr/>
            <p:nvPr/>
          </p:nvSpPr>
          <p:spPr>
            <a:xfrm rot="18900000" flipV="1">
              <a:off x="4671817" y="5266547"/>
              <a:ext cx="618261" cy="618264"/>
            </a:xfrm>
            <a:custGeom>
              <a:avLst/>
              <a:gdLst>
                <a:gd name="connsiteX0" fmla="*/ 527517 w 618261"/>
                <a:gd name="connsiteY0" fmla="*/ 527520 h 618264"/>
                <a:gd name="connsiteX1" fmla="*/ 618261 w 618261"/>
                <a:gd name="connsiteY1" fmla="*/ 308445 h 618264"/>
                <a:gd name="connsiteX2" fmla="*/ 618261 w 618261"/>
                <a:gd name="connsiteY2" fmla="*/ 0 h 618264"/>
                <a:gd name="connsiteX3" fmla="*/ 309819 w 618261"/>
                <a:gd name="connsiteY3" fmla="*/ 0 h 618264"/>
                <a:gd name="connsiteX4" fmla="*/ 0 w 618261"/>
                <a:gd name="connsiteY4" fmla="*/ 309819 h 618264"/>
                <a:gd name="connsiteX5" fmla="*/ 52912 w 618261"/>
                <a:gd name="connsiteY5" fmla="*/ 483041 h 618264"/>
                <a:gd name="connsiteX6" fmla="*/ 90129 w 618261"/>
                <a:gd name="connsiteY6" fmla="*/ 528148 h 618264"/>
                <a:gd name="connsiteX7" fmla="*/ 135220 w 618261"/>
                <a:gd name="connsiteY7" fmla="*/ 565351 h 618264"/>
                <a:gd name="connsiteX8" fmla="*/ 308442 w 618261"/>
                <a:gd name="connsiteY8" fmla="*/ 618264 h 618264"/>
                <a:gd name="connsiteX9" fmla="*/ 527517 w 618261"/>
                <a:gd name="connsiteY9" fmla="*/ 527520 h 61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261" h="618264">
                  <a:moveTo>
                    <a:pt x="527517" y="527520"/>
                  </a:moveTo>
                  <a:cubicBezTo>
                    <a:pt x="583583" y="471454"/>
                    <a:pt x="618261" y="393999"/>
                    <a:pt x="618261" y="308445"/>
                  </a:cubicBezTo>
                  <a:lnTo>
                    <a:pt x="618261" y="0"/>
                  </a:lnTo>
                  <a:lnTo>
                    <a:pt x="309819" y="0"/>
                  </a:lnTo>
                  <a:cubicBezTo>
                    <a:pt x="138711" y="0"/>
                    <a:pt x="0" y="138711"/>
                    <a:pt x="0" y="309819"/>
                  </a:cubicBezTo>
                  <a:cubicBezTo>
                    <a:pt x="0" y="373984"/>
                    <a:pt x="19506" y="433594"/>
                    <a:pt x="52912" y="483041"/>
                  </a:cubicBezTo>
                  <a:lnTo>
                    <a:pt x="90129" y="528148"/>
                  </a:lnTo>
                  <a:lnTo>
                    <a:pt x="135220" y="565351"/>
                  </a:lnTo>
                  <a:cubicBezTo>
                    <a:pt x="184667" y="598757"/>
                    <a:pt x="244277" y="618264"/>
                    <a:pt x="308442" y="618264"/>
                  </a:cubicBezTo>
                  <a:cubicBezTo>
                    <a:pt x="393996" y="618264"/>
                    <a:pt x="471451" y="583586"/>
                    <a:pt x="527517" y="52752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5" name="Forme libre : forme 34">
              <a:extLst>
                <a:ext uri="{FF2B5EF4-FFF2-40B4-BE49-F238E27FC236}">
                  <a16:creationId xmlns:a16="http://schemas.microsoft.com/office/drawing/2014/main" id="{75A606E7-0B9B-701E-4680-7491E2E307BE}"/>
                </a:ext>
              </a:extLst>
            </p:cNvPr>
            <p:cNvSpPr/>
            <p:nvPr/>
          </p:nvSpPr>
          <p:spPr>
            <a:xfrm rot="18900000" flipV="1">
              <a:off x="4589369" y="4849913"/>
              <a:ext cx="1613106" cy="619638"/>
            </a:xfrm>
            <a:custGeom>
              <a:avLst/>
              <a:gdLst>
                <a:gd name="connsiteX0" fmla="*/ 1522363 w 1613106"/>
                <a:gd name="connsiteY0" fmla="*/ 528894 h 619638"/>
                <a:gd name="connsiteX1" fmla="*/ 1613106 w 1613106"/>
                <a:gd name="connsiteY1" fmla="*/ 309819 h 619638"/>
                <a:gd name="connsiteX2" fmla="*/ 1303287 w 1613106"/>
                <a:gd name="connsiteY2" fmla="*/ 0 h 619638"/>
                <a:gd name="connsiteX3" fmla="*/ 528132 w 1613106"/>
                <a:gd name="connsiteY3" fmla="*/ 0 h 619638"/>
                <a:gd name="connsiteX4" fmla="*/ 528132 w 1613106"/>
                <a:gd name="connsiteY4" fmla="*/ 308445 h 619638"/>
                <a:gd name="connsiteX5" fmla="*/ 218313 w 1613106"/>
                <a:gd name="connsiteY5" fmla="*/ 618264 h 619638"/>
                <a:gd name="connsiteX6" fmla="*/ 45091 w 1613106"/>
                <a:gd name="connsiteY6" fmla="*/ 565351 h 619638"/>
                <a:gd name="connsiteX7" fmla="*/ 0 w 1613106"/>
                <a:gd name="connsiteY7" fmla="*/ 528148 h 619638"/>
                <a:gd name="connsiteX8" fmla="*/ 615 w 1613106"/>
                <a:gd name="connsiteY8" fmla="*/ 528894 h 619638"/>
                <a:gd name="connsiteX9" fmla="*/ 219690 w 1613106"/>
                <a:gd name="connsiteY9" fmla="*/ 619638 h 619638"/>
                <a:gd name="connsiteX10" fmla="*/ 1303287 w 1613106"/>
                <a:gd name="connsiteY10" fmla="*/ 619638 h 619638"/>
                <a:gd name="connsiteX11" fmla="*/ 1522363 w 1613106"/>
                <a:gd name="connsiteY11" fmla="*/ 528894 h 61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3106" h="619638">
                  <a:moveTo>
                    <a:pt x="1522363" y="528894"/>
                  </a:moveTo>
                  <a:cubicBezTo>
                    <a:pt x="1578428" y="472828"/>
                    <a:pt x="1613106" y="395373"/>
                    <a:pt x="1613106" y="309819"/>
                  </a:cubicBezTo>
                  <a:cubicBezTo>
                    <a:pt x="1613106" y="138711"/>
                    <a:pt x="1474395" y="0"/>
                    <a:pt x="1303287" y="0"/>
                  </a:cubicBezTo>
                  <a:lnTo>
                    <a:pt x="528132" y="0"/>
                  </a:lnTo>
                  <a:lnTo>
                    <a:pt x="528132" y="308445"/>
                  </a:lnTo>
                  <a:cubicBezTo>
                    <a:pt x="528132" y="479553"/>
                    <a:pt x="389421" y="618264"/>
                    <a:pt x="218313" y="618264"/>
                  </a:cubicBezTo>
                  <a:cubicBezTo>
                    <a:pt x="154148" y="618264"/>
                    <a:pt x="94538" y="598757"/>
                    <a:pt x="45091" y="565351"/>
                  </a:cubicBezTo>
                  <a:lnTo>
                    <a:pt x="0" y="528148"/>
                  </a:lnTo>
                  <a:lnTo>
                    <a:pt x="615" y="528894"/>
                  </a:lnTo>
                  <a:cubicBezTo>
                    <a:pt x="56681" y="584960"/>
                    <a:pt x="134136" y="619638"/>
                    <a:pt x="219690" y="619638"/>
                  </a:cubicBezTo>
                  <a:lnTo>
                    <a:pt x="1303287" y="619638"/>
                  </a:lnTo>
                  <a:cubicBezTo>
                    <a:pt x="1388841" y="619638"/>
                    <a:pt x="1466296" y="584960"/>
                    <a:pt x="1522363" y="52889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6" name="Forme libre : forme 35">
              <a:extLst>
                <a:ext uri="{FF2B5EF4-FFF2-40B4-BE49-F238E27FC236}">
                  <a16:creationId xmlns:a16="http://schemas.microsoft.com/office/drawing/2014/main" id="{3FDDDEDB-E460-7DFC-DFE2-02D67BC3566A}"/>
                </a:ext>
              </a:extLst>
            </p:cNvPr>
            <p:cNvSpPr/>
            <p:nvPr/>
          </p:nvSpPr>
          <p:spPr>
            <a:xfrm rot="18900000" flipV="1">
              <a:off x="5086096" y="5185063"/>
              <a:ext cx="619638" cy="1613119"/>
            </a:xfrm>
            <a:custGeom>
              <a:avLst/>
              <a:gdLst>
                <a:gd name="connsiteX0" fmla="*/ 91506 w 619638"/>
                <a:gd name="connsiteY0" fmla="*/ 1613119 h 1613119"/>
                <a:gd name="connsiteX1" fmla="*/ 54289 w 619638"/>
                <a:gd name="connsiteY1" fmla="*/ 1568012 h 1613119"/>
                <a:gd name="connsiteX2" fmla="*/ 1377 w 619638"/>
                <a:gd name="connsiteY2" fmla="*/ 1394790 h 1613119"/>
                <a:gd name="connsiteX3" fmla="*/ 311196 w 619638"/>
                <a:gd name="connsiteY3" fmla="*/ 1084971 h 1613119"/>
                <a:gd name="connsiteX4" fmla="*/ 619638 w 619638"/>
                <a:gd name="connsiteY4" fmla="*/ 1084971 h 1613119"/>
                <a:gd name="connsiteX5" fmla="*/ 619638 w 619638"/>
                <a:gd name="connsiteY5" fmla="*/ 309818 h 1613119"/>
                <a:gd name="connsiteX6" fmla="*/ 309819 w 619638"/>
                <a:gd name="connsiteY6" fmla="*/ 0 h 1613119"/>
                <a:gd name="connsiteX7" fmla="*/ 1 w 619638"/>
                <a:gd name="connsiteY7" fmla="*/ 309818 h 1613119"/>
                <a:gd name="connsiteX8" fmla="*/ 1 w 619638"/>
                <a:gd name="connsiteY8" fmla="*/ 1393416 h 1613119"/>
                <a:gd name="connsiteX9" fmla="*/ 90744 w 619638"/>
                <a:gd name="connsiteY9" fmla="*/ 1612491 h 1613119"/>
                <a:gd name="connsiteX10" fmla="*/ 91506 w 619638"/>
                <a:gd name="connsiteY10" fmla="*/ 1613119 h 1613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638" h="1613119">
                  <a:moveTo>
                    <a:pt x="91506" y="1613119"/>
                  </a:moveTo>
                  <a:lnTo>
                    <a:pt x="54289" y="1568012"/>
                  </a:lnTo>
                  <a:cubicBezTo>
                    <a:pt x="20883" y="1518565"/>
                    <a:pt x="1377" y="1458955"/>
                    <a:pt x="1377" y="1394790"/>
                  </a:cubicBezTo>
                  <a:cubicBezTo>
                    <a:pt x="1377" y="1223682"/>
                    <a:pt x="140088" y="1084971"/>
                    <a:pt x="311196" y="1084971"/>
                  </a:cubicBezTo>
                  <a:lnTo>
                    <a:pt x="619638" y="1084971"/>
                  </a:lnTo>
                  <a:lnTo>
                    <a:pt x="619638" y="309818"/>
                  </a:lnTo>
                  <a:cubicBezTo>
                    <a:pt x="619637" y="138711"/>
                    <a:pt x="480926" y="0"/>
                    <a:pt x="309819" y="0"/>
                  </a:cubicBezTo>
                  <a:cubicBezTo>
                    <a:pt x="138711" y="0"/>
                    <a:pt x="0" y="138711"/>
                    <a:pt x="1" y="309818"/>
                  </a:cubicBezTo>
                  <a:lnTo>
                    <a:pt x="1" y="1393416"/>
                  </a:lnTo>
                  <a:cubicBezTo>
                    <a:pt x="0" y="1478970"/>
                    <a:pt x="34678" y="1556424"/>
                    <a:pt x="90744" y="1612491"/>
                  </a:cubicBezTo>
                  <a:lnTo>
                    <a:pt x="91506" y="1613119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7" name="Forme libre : forme 36">
              <a:extLst>
                <a:ext uri="{FF2B5EF4-FFF2-40B4-BE49-F238E27FC236}">
                  <a16:creationId xmlns:a16="http://schemas.microsoft.com/office/drawing/2014/main" id="{ABBE0A06-9DA7-B5B9-3CC8-7EF37CC18940}"/>
                </a:ext>
              </a:extLst>
            </p:cNvPr>
            <p:cNvSpPr/>
            <p:nvPr/>
          </p:nvSpPr>
          <p:spPr>
            <a:xfrm rot="18900000" flipV="1">
              <a:off x="6131700" y="5266547"/>
              <a:ext cx="618261" cy="618264"/>
            </a:xfrm>
            <a:custGeom>
              <a:avLst/>
              <a:gdLst>
                <a:gd name="connsiteX0" fmla="*/ 527517 w 618261"/>
                <a:gd name="connsiteY0" fmla="*/ 527520 h 618264"/>
                <a:gd name="connsiteX1" fmla="*/ 618261 w 618261"/>
                <a:gd name="connsiteY1" fmla="*/ 308445 h 618264"/>
                <a:gd name="connsiteX2" fmla="*/ 618261 w 618261"/>
                <a:gd name="connsiteY2" fmla="*/ 0 h 618264"/>
                <a:gd name="connsiteX3" fmla="*/ 309819 w 618261"/>
                <a:gd name="connsiteY3" fmla="*/ 0 h 618264"/>
                <a:gd name="connsiteX4" fmla="*/ 0 w 618261"/>
                <a:gd name="connsiteY4" fmla="*/ 309819 h 618264"/>
                <a:gd name="connsiteX5" fmla="*/ 52912 w 618261"/>
                <a:gd name="connsiteY5" fmla="*/ 483041 h 618264"/>
                <a:gd name="connsiteX6" fmla="*/ 90129 w 618261"/>
                <a:gd name="connsiteY6" fmla="*/ 528148 h 618264"/>
                <a:gd name="connsiteX7" fmla="*/ 135220 w 618261"/>
                <a:gd name="connsiteY7" fmla="*/ 565351 h 618264"/>
                <a:gd name="connsiteX8" fmla="*/ 308442 w 618261"/>
                <a:gd name="connsiteY8" fmla="*/ 618264 h 618264"/>
                <a:gd name="connsiteX9" fmla="*/ 527517 w 618261"/>
                <a:gd name="connsiteY9" fmla="*/ 527520 h 61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261" h="618264">
                  <a:moveTo>
                    <a:pt x="527517" y="527520"/>
                  </a:moveTo>
                  <a:cubicBezTo>
                    <a:pt x="583583" y="471454"/>
                    <a:pt x="618261" y="393999"/>
                    <a:pt x="618261" y="308445"/>
                  </a:cubicBezTo>
                  <a:lnTo>
                    <a:pt x="618261" y="0"/>
                  </a:lnTo>
                  <a:lnTo>
                    <a:pt x="309819" y="0"/>
                  </a:lnTo>
                  <a:cubicBezTo>
                    <a:pt x="138711" y="0"/>
                    <a:pt x="0" y="138711"/>
                    <a:pt x="0" y="309819"/>
                  </a:cubicBezTo>
                  <a:cubicBezTo>
                    <a:pt x="0" y="373984"/>
                    <a:pt x="19506" y="433594"/>
                    <a:pt x="52912" y="483041"/>
                  </a:cubicBezTo>
                  <a:lnTo>
                    <a:pt x="90129" y="528148"/>
                  </a:lnTo>
                  <a:lnTo>
                    <a:pt x="135220" y="565351"/>
                  </a:lnTo>
                  <a:cubicBezTo>
                    <a:pt x="184667" y="598757"/>
                    <a:pt x="244277" y="618264"/>
                    <a:pt x="308442" y="618264"/>
                  </a:cubicBezTo>
                  <a:cubicBezTo>
                    <a:pt x="393996" y="618264"/>
                    <a:pt x="471451" y="583586"/>
                    <a:pt x="527517" y="52752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8" name="Forme libre : forme 37">
              <a:extLst>
                <a:ext uri="{FF2B5EF4-FFF2-40B4-BE49-F238E27FC236}">
                  <a16:creationId xmlns:a16="http://schemas.microsoft.com/office/drawing/2014/main" id="{D2367128-F6B6-4F1D-D9FD-C914913A0A67}"/>
                </a:ext>
              </a:extLst>
            </p:cNvPr>
            <p:cNvSpPr/>
            <p:nvPr/>
          </p:nvSpPr>
          <p:spPr>
            <a:xfrm rot="18900000" flipV="1">
              <a:off x="6049252" y="4849913"/>
              <a:ext cx="1613106" cy="619638"/>
            </a:xfrm>
            <a:custGeom>
              <a:avLst/>
              <a:gdLst>
                <a:gd name="connsiteX0" fmla="*/ 1522363 w 1613106"/>
                <a:gd name="connsiteY0" fmla="*/ 528894 h 619638"/>
                <a:gd name="connsiteX1" fmla="*/ 1613106 w 1613106"/>
                <a:gd name="connsiteY1" fmla="*/ 309819 h 619638"/>
                <a:gd name="connsiteX2" fmla="*/ 1303287 w 1613106"/>
                <a:gd name="connsiteY2" fmla="*/ 0 h 619638"/>
                <a:gd name="connsiteX3" fmla="*/ 528132 w 1613106"/>
                <a:gd name="connsiteY3" fmla="*/ 0 h 619638"/>
                <a:gd name="connsiteX4" fmla="*/ 528132 w 1613106"/>
                <a:gd name="connsiteY4" fmla="*/ 308445 h 619638"/>
                <a:gd name="connsiteX5" fmla="*/ 218313 w 1613106"/>
                <a:gd name="connsiteY5" fmla="*/ 618264 h 619638"/>
                <a:gd name="connsiteX6" fmla="*/ 45091 w 1613106"/>
                <a:gd name="connsiteY6" fmla="*/ 565351 h 619638"/>
                <a:gd name="connsiteX7" fmla="*/ 0 w 1613106"/>
                <a:gd name="connsiteY7" fmla="*/ 528148 h 619638"/>
                <a:gd name="connsiteX8" fmla="*/ 615 w 1613106"/>
                <a:gd name="connsiteY8" fmla="*/ 528894 h 619638"/>
                <a:gd name="connsiteX9" fmla="*/ 219690 w 1613106"/>
                <a:gd name="connsiteY9" fmla="*/ 619638 h 619638"/>
                <a:gd name="connsiteX10" fmla="*/ 1303287 w 1613106"/>
                <a:gd name="connsiteY10" fmla="*/ 619638 h 619638"/>
                <a:gd name="connsiteX11" fmla="*/ 1522363 w 1613106"/>
                <a:gd name="connsiteY11" fmla="*/ 528894 h 61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3106" h="619638">
                  <a:moveTo>
                    <a:pt x="1522363" y="528894"/>
                  </a:moveTo>
                  <a:cubicBezTo>
                    <a:pt x="1578428" y="472828"/>
                    <a:pt x="1613106" y="395373"/>
                    <a:pt x="1613106" y="309819"/>
                  </a:cubicBezTo>
                  <a:cubicBezTo>
                    <a:pt x="1613106" y="138711"/>
                    <a:pt x="1474395" y="0"/>
                    <a:pt x="1303287" y="0"/>
                  </a:cubicBezTo>
                  <a:lnTo>
                    <a:pt x="528132" y="0"/>
                  </a:lnTo>
                  <a:lnTo>
                    <a:pt x="528132" y="308445"/>
                  </a:lnTo>
                  <a:cubicBezTo>
                    <a:pt x="528132" y="479553"/>
                    <a:pt x="389421" y="618264"/>
                    <a:pt x="218313" y="618264"/>
                  </a:cubicBezTo>
                  <a:cubicBezTo>
                    <a:pt x="154148" y="618264"/>
                    <a:pt x="94538" y="598757"/>
                    <a:pt x="45091" y="565351"/>
                  </a:cubicBezTo>
                  <a:lnTo>
                    <a:pt x="0" y="528148"/>
                  </a:lnTo>
                  <a:lnTo>
                    <a:pt x="615" y="528894"/>
                  </a:lnTo>
                  <a:cubicBezTo>
                    <a:pt x="56681" y="584960"/>
                    <a:pt x="134136" y="619638"/>
                    <a:pt x="219690" y="619638"/>
                  </a:cubicBezTo>
                  <a:lnTo>
                    <a:pt x="1303287" y="619638"/>
                  </a:lnTo>
                  <a:cubicBezTo>
                    <a:pt x="1388841" y="619638"/>
                    <a:pt x="1466296" y="584960"/>
                    <a:pt x="1522363" y="52889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9" name="Forme libre : forme 38">
              <a:extLst>
                <a:ext uri="{FF2B5EF4-FFF2-40B4-BE49-F238E27FC236}">
                  <a16:creationId xmlns:a16="http://schemas.microsoft.com/office/drawing/2014/main" id="{B051A0D3-7A6D-0EFE-839D-2C21A0EAEA50}"/>
                </a:ext>
              </a:extLst>
            </p:cNvPr>
            <p:cNvSpPr/>
            <p:nvPr/>
          </p:nvSpPr>
          <p:spPr>
            <a:xfrm rot="18900000" flipV="1">
              <a:off x="6545979" y="5185063"/>
              <a:ext cx="619638" cy="1613119"/>
            </a:xfrm>
            <a:custGeom>
              <a:avLst/>
              <a:gdLst>
                <a:gd name="connsiteX0" fmla="*/ 91506 w 619638"/>
                <a:gd name="connsiteY0" fmla="*/ 1613119 h 1613119"/>
                <a:gd name="connsiteX1" fmla="*/ 54289 w 619638"/>
                <a:gd name="connsiteY1" fmla="*/ 1568012 h 1613119"/>
                <a:gd name="connsiteX2" fmla="*/ 1377 w 619638"/>
                <a:gd name="connsiteY2" fmla="*/ 1394790 h 1613119"/>
                <a:gd name="connsiteX3" fmla="*/ 311196 w 619638"/>
                <a:gd name="connsiteY3" fmla="*/ 1084971 h 1613119"/>
                <a:gd name="connsiteX4" fmla="*/ 619638 w 619638"/>
                <a:gd name="connsiteY4" fmla="*/ 1084971 h 1613119"/>
                <a:gd name="connsiteX5" fmla="*/ 619638 w 619638"/>
                <a:gd name="connsiteY5" fmla="*/ 309818 h 1613119"/>
                <a:gd name="connsiteX6" fmla="*/ 309819 w 619638"/>
                <a:gd name="connsiteY6" fmla="*/ 0 h 1613119"/>
                <a:gd name="connsiteX7" fmla="*/ 1 w 619638"/>
                <a:gd name="connsiteY7" fmla="*/ 309818 h 1613119"/>
                <a:gd name="connsiteX8" fmla="*/ 1 w 619638"/>
                <a:gd name="connsiteY8" fmla="*/ 1393416 h 1613119"/>
                <a:gd name="connsiteX9" fmla="*/ 90744 w 619638"/>
                <a:gd name="connsiteY9" fmla="*/ 1612491 h 1613119"/>
                <a:gd name="connsiteX10" fmla="*/ 91506 w 619638"/>
                <a:gd name="connsiteY10" fmla="*/ 1613119 h 1613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638" h="1613119">
                  <a:moveTo>
                    <a:pt x="91506" y="1613119"/>
                  </a:moveTo>
                  <a:lnTo>
                    <a:pt x="54289" y="1568012"/>
                  </a:lnTo>
                  <a:cubicBezTo>
                    <a:pt x="20883" y="1518565"/>
                    <a:pt x="1377" y="1458955"/>
                    <a:pt x="1377" y="1394790"/>
                  </a:cubicBezTo>
                  <a:cubicBezTo>
                    <a:pt x="1377" y="1223682"/>
                    <a:pt x="140088" y="1084971"/>
                    <a:pt x="311196" y="1084971"/>
                  </a:cubicBezTo>
                  <a:lnTo>
                    <a:pt x="619638" y="1084971"/>
                  </a:lnTo>
                  <a:lnTo>
                    <a:pt x="619638" y="309818"/>
                  </a:lnTo>
                  <a:cubicBezTo>
                    <a:pt x="619637" y="138711"/>
                    <a:pt x="480926" y="0"/>
                    <a:pt x="309819" y="0"/>
                  </a:cubicBezTo>
                  <a:cubicBezTo>
                    <a:pt x="138711" y="0"/>
                    <a:pt x="0" y="138711"/>
                    <a:pt x="1" y="309818"/>
                  </a:cubicBezTo>
                  <a:lnTo>
                    <a:pt x="1" y="1393416"/>
                  </a:lnTo>
                  <a:cubicBezTo>
                    <a:pt x="0" y="1478970"/>
                    <a:pt x="34678" y="1556424"/>
                    <a:pt x="90744" y="1612491"/>
                  </a:cubicBezTo>
                  <a:lnTo>
                    <a:pt x="91506" y="1613119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1710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1 Chapitre Gris bleu">
    <p:bg bwMode="lt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F07CDE3-FEF6-46EE-F3B3-C9C91AECE745}"/>
              </a:ext>
            </a:extLst>
          </p:cNvPr>
          <p:cNvSpPr/>
          <p:nvPr userDrawn="1"/>
        </p:nvSpPr>
        <p:spPr bwMode="ltGray">
          <a:xfrm>
            <a:off x="0" y="6035040"/>
            <a:ext cx="12191999" cy="822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5" name="Graphique 44">
            <a:extLst>
              <a:ext uri="{FF2B5EF4-FFF2-40B4-BE49-F238E27FC236}">
                <a16:creationId xmlns:a16="http://schemas.microsoft.com/office/drawing/2014/main" id="{CBAF51E0-CBB2-25DC-6EC3-9AD9A2230239}"/>
              </a:ext>
            </a:extLst>
          </p:cNvPr>
          <p:cNvGrpSpPr/>
          <p:nvPr userDrawn="1"/>
        </p:nvGrpSpPr>
        <p:grpSpPr>
          <a:xfrm>
            <a:off x="11259577" y="6260485"/>
            <a:ext cx="300749" cy="346882"/>
            <a:chOff x="3319467" y="228600"/>
            <a:chExt cx="5551926" cy="6403562"/>
          </a:xfrm>
          <a:solidFill>
            <a:schemeClr val="accent1"/>
          </a:solidFill>
        </p:grpSpPr>
        <p:sp>
          <p:nvSpPr>
            <p:cNvPr id="26" name="Forme libre : forme 25">
              <a:extLst>
                <a:ext uri="{FF2B5EF4-FFF2-40B4-BE49-F238E27FC236}">
                  <a16:creationId xmlns:a16="http://schemas.microsoft.com/office/drawing/2014/main" id="{7EB0C079-7207-726D-AD5C-3081DB09D356}"/>
                </a:ext>
              </a:extLst>
            </p:cNvPr>
            <p:cNvSpPr/>
            <p:nvPr/>
          </p:nvSpPr>
          <p:spPr>
            <a:xfrm>
              <a:off x="3319467" y="1781949"/>
              <a:ext cx="1254828" cy="3190491"/>
            </a:xfrm>
            <a:custGeom>
              <a:avLst/>
              <a:gdLst>
                <a:gd name="connsiteX0" fmla="*/ 185 w 1254828"/>
                <a:gd name="connsiteY0" fmla="*/ 186391 h 3190491"/>
                <a:gd name="connsiteX1" fmla="*/ 174017 w 1254828"/>
                <a:gd name="connsiteY1" fmla="*/ 178 h 3190491"/>
                <a:gd name="connsiteX2" fmla="*/ 360040 w 1254828"/>
                <a:gd name="connsiteY2" fmla="*/ 169913 h 3190491"/>
                <a:gd name="connsiteX3" fmla="*/ 481198 w 1254828"/>
                <a:gd name="connsiteY3" fmla="*/ 2822340 h 3190491"/>
                <a:gd name="connsiteX4" fmla="*/ 1064509 w 1254828"/>
                <a:gd name="connsiteY4" fmla="*/ 2795670 h 3190491"/>
                <a:gd name="connsiteX5" fmla="*/ 1254628 w 1254828"/>
                <a:gd name="connsiteY5" fmla="*/ 2965310 h 3190491"/>
                <a:gd name="connsiteX6" fmla="*/ 1080987 w 1254828"/>
                <a:gd name="connsiteY6" fmla="*/ 3155525 h 3190491"/>
                <a:gd name="connsiteX7" fmla="*/ 319749 w 1254828"/>
                <a:gd name="connsiteY7" fmla="*/ 3190291 h 3190491"/>
                <a:gd name="connsiteX8" fmla="*/ 129535 w 1254828"/>
                <a:gd name="connsiteY8" fmla="*/ 3016650 h 3190491"/>
                <a:gd name="connsiteX9" fmla="*/ 185 w 1254828"/>
                <a:gd name="connsiteY9" fmla="*/ 186391 h 319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54828" h="3190491">
                  <a:moveTo>
                    <a:pt x="185" y="186391"/>
                  </a:moveTo>
                  <a:cubicBezTo>
                    <a:pt x="-4291" y="89332"/>
                    <a:pt x="72861" y="4845"/>
                    <a:pt x="174017" y="178"/>
                  </a:cubicBezTo>
                  <a:cubicBezTo>
                    <a:pt x="271076" y="-4204"/>
                    <a:pt x="355563" y="72949"/>
                    <a:pt x="360040" y="169913"/>
                  </a:cubicBezTo>
                  <a:lnTo>
                    <a:pt x="481198" y="2822340"/>
                  </a:lnTo>
                  <a:lnTo>
                    <a:pt x="1064509" y="2795670"/>
                  </a:lnTo>
                  <a:cubicBezTo>
                    <a:pt x="1165569" y="2791003"/>
                    <a:pt x="1250151" y="2868251"/>
                    <a:pt x="1254628" y="2965310"/>
                  </a:cubicBezTo>
                  <a:cubicBezTo>
                    <a:pt x="1259295" y="3066371"/>
                    <a:pt x="1182047" y="3150953"/>
                    <a:pt x="1080987" y="3155525"/>
                  </a:cubicBezTo>
                  <a:lnTo>
                    <a:pt x="319749" y="3190291"/>
                  </a:lnTo>
                  <a:cubicBezTo>
                    <a:pt x="218689" y="3194958"/>
                    <a:pt x="134107" y="3117710"/>
                    <a:pt x="129535" y="3016650"/>
                  </a:cubicBezTo>
                  <a:lnTo>
                    <a:pt x="185" y="18639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" name="Forme libre : forme 26">
              <a:extLst>
                <a:ext uri="{FF2B5EF4-FFF2-40B4-BE49-F238E27FC236}">
                  <a16:creationId xmlns:a16="http://schemas.microsoft.com/office/drawing/2014/main" id="{70EA9E5A-B835-C45D-5153-C65B24B0497C}"/>
                </a:ext>
              </a:extLst>
            </p:cNvPr>
            <p:cNvSpPr/>
            <p:nvPr/>
          </p:nvSpPr>
          <p:spPr>
            <a:xfrm>
              <a:off x="5104446" y="1808321"/>
              <a:ext cx="330708" cy="559212"/>
            </a:xfrm>
            <a:custGeom>
              <a:avLst/>
              <a:gdLst>
                <a:gd name="connsiteX0" fmla="*/ 330708 w 330708"/>
                <a:gd name="connsiteY0" fmla="*/ 391954 h 559212"/>
                <a:gd name="connsiteX1" fmla="*/ 167164 w 330708"/>
                <a:gd name="connsiteY1" fmla="*/ 559213 h 559212"/>
                <a:gd name="connsiteX2" fmla="*/ 0 w 330708"/>
                <a:gd name="connsiteY2" fmla="*/ 391954 h 559212"/>
                <a:gd name="connsiteX3" fmla="*/ 0 w 330708"/>
                <a:gd name="connsiteY3" fmla="*/ 163449 h 559212"/>
                <a:gd name="connsiteX4" fmla="*/ 167164 w 330708"/>
                <a:gd name="connsiteY4" fmla="*/ 0 h 559212"/>
                <a:gd name="connsiteX5" fmla="*/ 330708 w 330708"/>
                <a:gd name="connsiteY5" fmla="*/ 163449 h 559212"/>
                <a:gd name="connsiteX6" fmla="*/ 330708 w 330708"/>
                <a:gd name="connsiteY6" fmla="*/ 391954 h 559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559212">
                  <a:moveTo>
                    <a:pt x="330708" y="391954"/>
                  </a:moveTo>
                  <a:cubicBezTo>
                    <a:pt x="330708" y="484822"/>
                    <a:pt x="256413" y="559213"/>
                    <a:pt x="167164" y="559213"/>
                  </a:cubicBezTo>
                  <a:cubicBezTo>
                    <a:pt x="77915" y="559213"/>
                    <a:pt x="0" y="484918"/>
                    <a:pt x="0" y="391954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3919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" name="Forme libre : forme 27">
              <a:extLst>
                <a:ext uri="{FF2B5EF4-FFF2-40B4-BE49-F238E27FC236}">
                  <a16:creationId xmlns:a16="http://schemas.microsoft.com/office/drawing/2014/main" id="{98850C97-97FE-6036-C892-74AB3666D875}"/>
                </a:ext>
              </a:extLst>
            </p:cNvPr>
            <p:cNvSpPr/>
            <p:nvPr/>
          </p:nvSpPr>
          <p:spPr>
            <a:xfrm>
              <a:off x="5104446" y="2882646"/>
              <a:ext cx="330708" cy="2068734"/>
            </a:xfrm>
            <a:custGeom>
              <a:avLst/>
              <a:gdLst>
                <a:gd name="connsiteX0" fmla="*/ 330708 w 330708"/>
                <a:gd name="connsiteY0" fmla="*/ 1901476 h 2068734"/>
                <a:gd name="connsiteX1" fmla="*/ 167164 w 330708"/>
                <a:gd name="connsiteY1" fmla="*/ 2068735 h 2068734"/>
                <a:gd name="connsiteX2" fmla="*/ 0 w 330708"/>
                <a:gd name="connsiteY2" fmla="*/ 1901476 h 2068734"/>
                <a:gd name="connsiteX3" fmla="*/ 0 w 330708"/>
                <a:gd name="connsiteY3" fmla="*/ 163449 h 2068734"/>
                <a:gd name="connsiteX4" fmla="*/ 167164 w 330708"/>
                <a:gd name="connsiteY4" fmla="*/ 0 h 2068734"/>
                <a:gd name="connsiteX5" fmla="*/ 330708 w 330708"/>
                <a:gd name="connsiteY5" fmla="*/ 163449 h 2068734"/>
                <a:gd name="connsiteX6" fmla="*/ 330708 w 330708"/>
                <a:gd name="connsiteY6" fmla="*/ 1901476 h 206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2068734">
                  <a:moveTo>
                    <a:pt x="330708" y="1901476"/>
                  </a:moveTo>
                  <a:cubicBezTo>
                    <a:pt x="330708" y="1994344"/>
                    <a:pt x="256413" y="2068735"/>
                    <a:pt x="167164" y="2068735"/>
                  </a:cubicBezTo>
                  <a:cubicBezTo>
                    <a:pt x="77915" y="2068735"/>
                    <a:pt x="0" y="1994440"/>
                    <a:pt x="0" y="1901476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190147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9" name="Forme libre : forme 28">
              <a:extLst>
                <a:ext uri="{FF2B5EF4-FFF2-40B4-BE49-F238E27FC236}">
                  <a16:creationId xmlns:a16="http://schemas.microsoft.com/office/drawing/2014/main" id="{4CB3047C-42B4-B8D5-B107-AC194B3BF94B}"/>
                </a:ext>
              </a:extLst>
            </p:cNvPr>
            <p:cNvSpPr/>
            <p:nvPr/>
          </p:nvSpPr>
          <p:spPr>
            <a:xfrm>
              <a:off x="6236683" y="2168270"/>
              <a:ext cx="1065561" cy="2788348"/>
            </a:xfrm>
            <a:custGeom>
              <a:avLst/>
              <a:gdLst>
                <a:gd name="connsiteX0" fmla="*/ 321374 w 1065561"/>
                <a:gd name="connsiteY0" fmla="*/ 2625852 h 2788348"/>
                <a:gd name="connsiteX1" fmla="*/ 162496 w 1065561"/>
                <a:gd name="connsiteY1" fmla="*/ 2788349 h 2788348"/>
                <a:gd name="connsiteX2" fmla="*/ 0 w 1065561"/>
                <a:gd name="connsiteY2" fmla="*/ 2625852 h 2788348"/>
                <a:gd name="connsiteX3" fmla="*/ 0 w 1065561"/>
                <a:gd name="connsiteY3" fmla="*/ 158877 h 2788348"/>
                <a:gd name="connsiteX4" fmla="*/ 162496 w 1065561"/>
                <a:gd name="connsiteY4" fmla="*/ 0 h 2788348"/>
                <a:gd name="connsiteX5" fmla="*/ 903065 w 1065561"/>
                <a:gd name="connsiteY5" fmla="*/ 0 h 2788348"/>
                <a:gd name="connsiteX6" fmla="*/ 1065562 w 1065561"/>
                <a:gd name="connsiteY6" fmla="*/ 158877 h 2788348"/>
                <a:gd name="connsiteX7" fmla="*/ 903065 w 1065561"/>
                <a:gd name="connsiteY7" fmla="*/ 321374 h 2788348"/>
                <a:gd name="connsiteX8" fmla="*/ 321374 w 1065561"/>
                <a:gd name="connsiteY8" fmla="*/ 321374 h 2788348"/>
                <a:gd name="connsiteX9" fmla="*/ 321374 w 1065561"/>
                <a:gd name="connsiteY9" fmla="*/ 1216914 h 2788348"/>
                <a:gd name="connsiteX10" fmla="*/ 740569 w 1065561"/>
                <a:gd name="connsiteY10" fmla="*/ 1216914 h 2788348"/>
                <a:gd name="connsiteX11" fmla="*/ 903065 w 1065561"/>
                <a:gd name="connsiteY11" fmla="*/ 1375791 h 2788348"/>
                <a:gd name="connsiteX12" fmla="*/ 740569 w 1065561"/>
                <a:gd name="connsiteY12" fmla="*/ 1538288 h 2788348"/>
                <a:gd name="connsiteX13" fmla="*/ 321374 w 1065561"/>
                <a:gd name="connsiteY13" fmla="*/ 1538288 h 2788348"/>
                <a:gd name="connsiteX14" fmla="*/ 321374 w 1065561"/>
                <a:gd name="connsiteY14" fmla="*/ 2625757 h 278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65561" h="2788348">
                  <a:moveTo>
                    <a:pt x="321374" y="2625852"/>
                  </a:moveTo>
                  <a:cubicBezTo>
                    <a:pt x="321374" y="2716149"/>
                    <a:pt x="249174" y="2788349"/>
                    <a:pt x="162496" y="2788349"/>
                  </a:cubicBezTo>
                  <a:cubicBezTo>
                    <a:pt x="75819" y="2788349"/>
                    <a:pt x="0" y="2716149"/>
                    <a:pt x="0" y="2625852"/>
                  </a:cubicBezTo>
                  <a:lnTo>
                    <a:pt x="0" y="158877"/>
                  </a:lnTo>
                  <a:cubicBezTo>
                    <a:pt x="0" y="72200"/>
                    <a:pt x="72200" y="0"/>
                    <a:pt x="162496" y="0"/>
                  </a:cubicBezTo>
                  <a:lnTo>
                    <a:pt x="903065" y="0"/>
                  </a:lnTo>
                  <a:cubicBezTo>
                    <a:pt x="993362" y="0"/>
                    <a:pt x="1065562" y="72200"/>
                    <a:pt x="1065562" y="158877"/>
                  </a:cubicBezTo>
                  <a:cubicBezTo>
                    <a:pt x="1065562" y="245554"/>
                    <a:pt x="993362" y="321374"/>
                    <a:pt x="903065" y="321374"/>
                  </a:cubicBezTo>
                  <a:lnTo>
                    <a:pt x="321374" y="321374"/>
                  </a:lnTo>
                  <a:lnTo>
                    <a:pt x="321374" y="1216914"/>
                  </a:lnTo>
                  <a:lnTo>
                    <a:pt x="740569" y="1216914"/>
                  </a:lnTo>
                  <a:cubicBezTo>
                    <a:pt x="830866" y="1216914"/>
                    <a:pt x="903065" y="1289114"/>
                    <a:pt x="903065" y="1375791"/>
                  </a:cubicBezTo>
                  <a:cubicBezTo>
                    <a:pt x="903065" y="1462468"/>
                    <a:pt x="830866" y="1538288"/>
                    <a:pt x="740569" y="1538288"/>
                  </a:cubicBezTo>
                  <a:lnTo>
                    <a:pt x="321374" y="1538288"/>
                  </a:lnTo>
                  <a:lnTo>
                    <a:pt x="321374" y="262575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0" name="Forme libre : forme 29">
              <a:extLst>
                <a:ext uri="{FF2B5EF4-FFF2-40B4-BE49-F238E27FC236}">
                  <a16:creationId xmlns:a16="http://schemas.microsoft.com/office/drawing/2014/main" id="{136C6289-7E30-F8AC-080C-6E52C9B7CFC3}"/>
                </a:ext>
              </a:extLst>
            </p:cNvPr>
            <p:cNvSpPr/>
            <p:nvPr/>
          </p:nvSpPr>
          <p:spPr>
            <a:xfrm>
              <a:off x="7800593" y="2168366"/>
              <a:ext cx="1070800" cy="2751391"/>
            </a:xfrm>
            <a:custGeom>
              <a:avLst/>
              <a:gdLst>
                <a:gd name="connsiteX0" fmla="*/ 908400 w 1070800"/>
                <a:gd name="connsiteY0" fmla="*/ 2429923 h 2751391"/>
                <a:gd name="connsiteX1" fmla="*/ 321469 w 1070800"/>
                <a:gd name="connsiteY1" fmla="*/ 2429923 h 2751391"/>
                <a:gd name="connsiteX2" fmla="*/ 321469 w 1070800"/>
                <a:gd name="connsiteY2" fmla="*/ 1522476 h 2751391"/>
                <a:gd name="connsiteX3" fmla="*/ 740664 w 1070800"/>
                <a:gd name="connsiteY3" fmla="*/ 1522476 h 2751391"/>
                <a:gd name="connsiteX4" fmla="*/ 903161 w 1070800"/>
                <a:gd name="connsiteY4" fmla="*/ 1359980 h 2751391"/>
                <a:gd name="connsiteX5" fmla="*/ 740664 w 1070800"/>
                <a:gd name="connsiteY5" fmla="*/ 1201103 h 2751391"/>
                <a:gd name="connsiteX6" fmla="*/ 321469 w 1070800"/>
                <a:gd name="connsiteY6" fmla="*/ 1201103 h 2751391"/>
                <a:gd name="connsiteX7" fmla="*/ 321469 w 1070800"/>
                <a:gd name="connsiteY7" fmla="*/ 321374 h 2751391"/>
                <a:gd name="connsiteX8" fmla="*/ 903161 w 1070800"/>
                <a:gd name="connsiteY8" fmla="*/ 321374 h 2751391"/>
                <a:gd name="connsiteX9" fmla="*/ 1065657 w 1070800"/>
                <a:gd name="connsiteY9" fmla="*/ 158877 h 2751391"/>
                <a:gd name="connsiteX10" fmla="*/ 903161 w 1070800"/>
                <a:gd name="connsiteY10" fmla="*/ 0 h 2751391"/>
                <a:gd name="connsiteX11" fmla="*/ 162496 w 1070800"/>
                <a:gd name="connsiteY11" fmla="*/ 0 h 2751391"/>
                <a:gd name="connsiteX12" fmla="*/ 0 w 1070800"/>
                <a:gd name="connsiteY12" fmla="*/ 158877 h 2751391"/>
                <a:gd name="connsiteX13" fmla="*/ 0 w 1070800"/>
                <a:gd name="connsiteY13" fmla="*/ 2588895 h 2751391"/>
                <a:gd name="connsiteX14" fmla="*/ 162496 w 1070800"/>
                <a:gd name="connsiteY14" fmla="*/ 2751392 h 2751391"/>
                <a:gd name="connsiteX15" fmla="*/ 165068 w 1070800"/>
                <a:gd name="connsiteY15" fmla="*/ 2751296 h 2751391"/>
                <a:gd name="connsiteX16" fmla="*/ 167735 w 1070800"/>
                <a:gd name="connsiteY16" fmla="*/ 2751392 h 2751391"/>
                <a:gd name="connsiteX17" fmla="*/ 908304 w 1070800"/>
                <a:gd name="connsiteY17" fmla="*/ 2751392 h 2751391"/>
                <a:gd name="connsiteX18" fmla="*/ 1070801 w 1070800"/>
                <a:gd name="connsiteY18" fmla="*/ 2592515 h 2751391"/>
                <a:gd name="connsiteX19" fmla="*/ 908304 w 1070800"/>
                <a:gd name="connsiteY19" fmla="*/ 2430018 h 275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70800" h="2751391">
                  <a:moveTo>
                    <a:pt x="908400" y="2429923"/>
                  </a:moveTo>
                  <a:lnTo>
                    <a:pt x="321469" y="2429923"/>
                  </a:lnTo>
                  <a:lnTo>
                    <a:pt x="321469" y="1522476"/>
                  </a:lnTo>
                  <a:lnTo>
                    <a:pt x="740664" y="1522476"/>
                  </a:lnTo>
                  <a:cubicBezTo>
                    <a:pt x="830961" y="1522476"/>
                    <a:pt x="903161" y="1450277"/>
                    <a:pt x="903161" y="1359980"/>
                  </a:cubicBezTo>
                  <a:cubicBezTo>
                    <a:pt x="903161" y="1269683"/>
                    <a:pt x="830961" y="1201103"/>
                    <a:pt x="740664" y="1201103"/>
                  </a:cubicBezTo>
                  <a:lnTo>
                    <a:pt x="321469" y="1201103"/>
                  </a:lnTo>
                  <a:lnTo>
                    <a:pt x="321469" y="321374"/>
                  </a:lnTo>
                  <a:lnTo>
                    <a:pt x="903161" y="321374"/>
                  </a:lnTo>
                  <a:cubicBezTo>
                    <a:pt x="993458" y="321374"/>
                    <a:pt x="1065657" y="249174"/>
                    <a:pt x="1065657" y="158877"/>
                  </a:cubicBezTo>
                  <a:cubicBezTo>
                    <a:pt x="1065657" y="68580"/>
                    <a:pt x="993458" y="0"/>
                    <a:pt x="903161" y="0"/>
                  </a:cubicBezTo>
                  <a:lnTo>
                    <a:pt x="162496" y="0"/>
                  </a:lnTo>
                  <a:cubicBezTo>
                    <a:pt x="72200" y="0"/>
                    <a:pt x="0" y="72200"/>
                    <a:pt x="0" y="158877"/>
                  </a:cubicBezTo>
                  <a:lnTo>
                    <a:pt x="0" y="2588895"/>
                  </a:lnTo>
                  <a:cubicBezTo>
                    <a:pt x="0" y="2679192"/>
                    <a:pt x="72200" y="2751392"/>
                    <a:pt x="162496" y="2751392"/>
                  </a:cubicBezTo>
                  <a:cubicBezTo>
                    <a:pt x="163354" y="2751392"/>
                    <a:pt x="164211" y="2751296"/>
                    <a:pt x="165068" y="2751296"/>
                  </a:cubicBezTo>
                  <a:cubicBezTo>
                    <a:pt x="166021" y="2751296"/>
                    <a:pt x="166878" y="2751392"/>
                    <a:pt x="167735" y="2751392"/>
                  </a:cubicBezTo>
                  <a:lnTo>
                    <a:pt x="908304" y="2751392"/>
                  </a:lnTo>
                  <a:cubicBezTo>
                    <a:pt x="998601" y="2751392"/>
                    <a:pt x="1070801" y="2679192"/>
                    <a:pt x="1070801" y="2592515"/>
                  </a:cubicBezTo>
                  <a:cubicBezTo>
                    <a:pt x="1070801" y="2505837"/>
                    <a:pt x="998601" y="2430018"/>
                    <a:pt x="908304" y="24300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0" name="Forme libre : forme 39">
              <a:extLst>
                <a:ext uri="{FF2B5EF4-FFF2-40B4-BE49-F238E27FC236}">
                  <a16:creationId xmlns:a16="http://schemas.microsoft.com/office/drawing/2014/main" id="{25E00BEC-6BE5-4265-626E-88AA157B0A64}"/>
                </a:ext>
              </a:extLst>
            </p:cNvPr>
            <p:cNvSpPr/>
            <p:nvPr/>
          </p:nvSpPr>
          <p:spPr>
            <a:xfrm>
              <a:off x="3605502" y="228600"/>
              <a:ext cx="4960413" cy="1495996"/>
            </a:xfrm>
            <a:custGeom>
              <a:avLst/>
              <a:gdLst>
                <a:gd name="connsiteX0" fmla="*/ 4782117 w 4960413"/>
                <a:gd name="connsiteY0" fmla="*/ 1495997 h 1495996"/>
                <a:gd name="connsiteX1" fmla="*/ 4642195 w 4960413"/>
                <a:gd name="connsiteY1" fmla="*/ 1428464 h 1495996"/>
                <a:gd name="connsiteX2" fmla="*/ 2426965 w 4960413"/>
                <a:gd name="connsiteY2" fmla="*/ 356807 h 1495996"/>
                <a:gd name="connsiteX3" fmla="*/ 311844 w 4960413"/>
                <a:gd name="connsiteY3" fmla="*/ 1309211 h 1495996"/>
                <a:gd name="connsiteX4" fmla="*/ 60098 w 4960413"/>
                <a:gd name="connsiteY4" fmla="*/ 1324451 h 1495996"/>
                <a:gd name="connsiteX5" fmla="*/ 44858 w 4960413"/>
                <a:gd name="connsiteY5" fmla="*/ 1072706 h 1495996"/>
                <a:gd name="connsiteX6" fmla="*/ 2427061 w 4960413"/>
                <a:gd name="connsiteY6" fmla="*/ 0 h 1495996"/>
                <a:gd name="connsiteX7" fmla="*/ 4921849 w 4960413"/>
                <a:gd name="connsiteY7" fmla="*/ 1206818 h 1495996"/>
                <a:gd name="connsiteX8" fmla="*/ 4892798 w 4960413"/>
                <a:gd name="connsiteY8" fmla="*/ 1457420 h 1495996"/>
                <a:gd name="connsiteX9" fmla="*/ 4782117 w 4960413"/>
                <a:gd name="connsiteY9" fmla="*/ 1495997 h 1495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60413" h="1495996">
                  <a:moveTo>
                    <a:pt x="4782117" y="1495997"/>
                  </a:moveTo>
                  <a:cubicBezTo>
                    <a:pt x="4729539" y="1495997"/>
                    <a:pt x="4677437" y="1472851"/>
                    <a:pt x="4642195" y="1428464"/>
                  </a:cubicBezTo>
                  <a:cubicBezTo>
                    <a:pt x="4102413" y="747427"/>
                    <a:pt x="3294979" y="356807"/>
                    <a:pt x="2426965" y="356807"/>
                  </a:cubicBezTo>
                  <a:cubicBezTo>
                    <a:pt x="1618960" y="356807"/>
                    <a:pt x="848006" y="703898"/>
                    <a:pt x="311844" y="1309211"/>
                  </a:cubicBezTo>
                  <a:cubicBezTo>
                    <a:pt x="246502" y="1382935"/>
                    <a:pt x="133822" y="1389698"/>
                    <a:pt x="60098" y="1324451"/>
                  </a:cubicBezTo>
                  <a:cubicBezTo>
                    <a:pt x="-13625" y="1259110"/>
                    <a:pt x="-20483" y="1146429"/>
                    <a:pt x="44858" y="1072706"/>
                  </a:cubicBezTo>
                  <a:cubicBezTo>
                    <a:pt x="648743" y="390906"/>
                    <a:pt x="1517042" y="0"/>
                    <a:pt x="2427061" y="0"/>
                  </a:cubicBezTo>
                  <a:cubicBezTo>
                    <a:pt x="3404612" y="0"/>
                    <a:pt x="4313868" y="439865"/>
                    <a:pt x="4921849" y="1206818"/>
                  </a:cubicBezTo>
                  <a:cubicBezTo>
                    <a:pt x="4982999" y="1283970"/>
                    <a:pt x="4970046" y="1396175"/>
                    <a:pt x="4892798" y="1457420"/>
                  </a:cubicBezTo>
                  <a:cubicBezTo>
                    <a:pt x="4860032" y="1483424"/>
                    <a:pt x="4820979" y="1495997"/>
                    <a:pt x="4782117" y="14959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1" name="Forme libre : forme 40">
              <a:extLst>
                <a:ext uri="{FF2B5EF4-FFF2-40B4-BE49-F238E27FC236}">
                  <a16:creationId xmlns:a16="http://schemas.microsoft.com/office/drawing/2014/main" id="{DB4819AF-9F88-465C-94B9-18D6548DE2D5}"/>
                </a:ext>
              </a:extLst>
            </p:cNvPr>
            <p:cNvSpPr/>
            <p:nvPr/>
          </p:nvSpPr>
          <p:spPr>
            <a:xfrm>
              <a:off x="3749206" y="5390947"/>
              <a:ext cx="546290" cy="567405"/>
            </a:xfrm>
            <a:custGeom>
              <a:avLst/>
              <a:gdLst>
                <a:gd name="connsiteX0" fmla="*/ 100703 w 546290"/>
                <a:gd name="connsiteY0" fmla="*/ 485502 h 567405"/>
                <a:gd name="connsiteX1" fmla="*/ 881 w 546290"/>
                <a:gd name="connsiteY1" fmla="*/ 299193 h 567405"/>
                <a:gd name="connsiteX2" fmla="*/ 74890 w 546290"/>
                <a:gd name="connsiteY2" fmla="*/ 100501 h 567405"/>
                <a:gd name="connsiteX3" fmla="*/ 260342 w 546290"/>
                <a:gd name="connsiteY3" fmla="*/ 489 h 567405"/>
                <a:gd name="connsiteX4" fmla="*/ 450651 w 546290"/>
                <a:gd name="connsiteY4" fmla="*/ 72402 h 567405"/>
                <a:gd name="connsiteX5" fmla="*/ 545711 w 546290"/>
                <a:gd name="connsiteY5" fmla="*/ 252520 h 567405"/>
                <a:gd name="connsiteX6" fmla="*/ 478083 w 546290"/>
                <a:gd name="connsiteY6" fmla="*/ 437972 h 567405"/>
                <a:gd name="connsiteX7" fmla="*/ 373784 w 546290"/>
                <a:gd name="connsiteY7" fmla="*/ 505408 h 567405"/>
                <a:gd name="connsiteX8" fmla="*/ 278725 w 546290"/>
                <a:gd name="connsiteY8" fmla="*/ 476929 h 567405"/>
                <a:gd name="connsiteX9" fmla="*/ 250721 w 546290"/>
                <a:gd name="connsiteY9" fmla="*/ 393966 h 567405"/>
                <a:gd name="connsiteX10" fmla="*/ 159091 w 546290"/>
                <a:gd name="connsiteY10" fmla="*/ 370439 h 567405"/>
                <a:gd name="connsiteX11" fmla="*/ 122229 w 546290"/>
                <a:gd name="connsiteY11" fmla="*/ 290810 h 567405"/>
                <a:gd name="connsiteX12" fmla="*/ 175188 w 546290"/>
                <a:gd name="connsiteY12" fmla="*/ 181464 h 567405"/>
                <a:gd name="connsiteX13" fmla="*/ 338542 w 546290"/>
                <a:gd name="connsiteY13" fmla="*/ 128219 h 567405"/>
                <a:gd name="connsiteX14" fmla="*/ 375308 w 546290"/>
                <a:gd name="connsiteY14" fmla="*/ 150888 h 567405"/>
                <a:gd name="connsiteX15" fmla="*/ 432268 w 546290"/>
                <a:gd name="connsiteY15" fmla="*/ 236994 h 567405"/>
                <a:gd name="connsiteX16" fmla="*/ 436078 w 546290"/>
                <a:gd name="connsiteY16" fmla="*/ 250805 h 567405"/>
                <a:gd name="connsiteX17" fmla="*/ 423981 w 546290"/>
                <a:gd name="connsiteY17" fmla="*/ 278618 h 567405"/>
                <a:gd name="connsiteX18" fmla="*/ 327683 w 546290"/>
                <a:gd name="connsiteY18" fmla="*/ 386823 h 567405"/>
                <a:gd name="connsiteX19" fmla="*/ 331970 w 546290"/>
                <a:gd name="connsiteY19" fmla="*/ 438448 h 567405"/>
                <a:gd name="connsiteX20" fmla="*/ 378737 w 546290"/>
                <a:gd name="connsiteY20" fmla="*/ 444544 h 567405"/>
                <a:gd name="connsiteX21" fmla="*/ 436268 w 546290"/>
                <a:gd name="connsiteY21" fmla="*/ 400729 h 567405"/>
                <a:gd name="connsiteX22" fmla="*/ 491609 w 546290"/>
                <a:gd name="connsiteY22" fmla="*/ 253091 h 567405"/>
                <a:gd name="connsiteX23" fmla="*/ 416266 w 546290"/>
                <a:gd name="connsiteY23" fmla="*/ 110502 h 567405"/>
                <a:gd name="connsiteX24" fmla="*/ 264914 w 546290"/>
                <a:gd name="connsiteY24" fmla="*/ 53352 h 567405"/>
                <a:gd name="connsiteX25" fmla="*/ 117848 w 546290"/>
                <a:gd name="connsiteY25" fmla="*/ 132695 h 567405"/>
                <a:gd name="connsiteX26" fmla="*/ 56888 w 546290"/>
                <a:gd name="connsiteY26" fmla="*/ 293287 h 567405"/>
                <a:gd name="connsiteX27" fmla="*/ 136612 w 546290"/>
                <a:gd name="connsiteY27" fmla="*/ 446259 h 567405"/>
                <a:gd name="connsiteX28" fmla="*/ 256341 w 546290"/>
                <a:gd name="connsiteY28" fmla="*/ 518172 h 567405"/>
                <a:gd name="connsiteX29" fmla="*/ 269962 w 546290"/>
                <a:gd name="connsiteY29" fmla="*/ 526364 h 567405"/>
                <a:gd name="connsiteX30" fmla="*/ 274153 w 546290"/>
                <a:gd name="connsiteY30" fmla="*/ 540270 h 567405"/>
                <a:gd name="connsiteX31" fmla="*/ 264247 w 546290"/>
                <a:gd name="connsiteY31" fmla="*/ 560177 h 567405"/>
                <a:gd name="connsiteX32" fmla="*/ 238529 w 546290"/>
                <a:gd name="connsiteY32" fmla="*/ 566083 h 567405"/>
                <a:gd name="connsiteX33" fmla="*/ 100798 w 546290"/>
                <a:gd name="connsiteY33" fmla="*/ 485406 h 567405"/>
                <a:gd name="connsiteX34" fmla="*/ 332922 w 546290"/>
                <a:gd name="connsiteY34" fmla="*/ 203752 h 567405"/>
                <a:gd name="connsiteX35" fmla="*/ 287107 w 546290"/>
                <a:gd name="connsiteY35" fmla="*/ 188512 h 567405"/>
                <a:gd name="connsiteX36" fmla="*/ 230433 w 546290"/>
                <a:gd name="connsiteY36" fmla="*/ 225374 h 567405"/>
                <a:gd name="connsiteX37" fmla="*/ 196715 w 546290"/>
                <a:gd name="connsiteY37" fmla="*/ 285095 h 567405"/>
                <a:gd name="connsiteX38" fmla="*/ 209859 w 546290"/>
                <a:gd name="connsiteY38" fmla="*/ 324624 h 567405"/>
                <a:gd name="connsiteX39" fmla="*/ 278249 w 546290"/>
                <a:gd name="connsiteY39" fmla="*/ 339674 h 567405"/>
                <a:gd name="connsiteX40" fmla="*/ 362259 w 546290"/>
                <a:gd name="connsiteY40" fmla="*/ 245281 h 567405"/>
                <a:gd name="connsiteX41" fmla="*/ 333017 w 546290"/>
                <a:gd name="connsiteY41" fmla="*/ 203656 h 567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46290" h="567405">
                  <a:moveTo>
                    <a:pt x="100703" y="485502"/>
                  </a:moveTo>
                  <a:cubicBezTo>
                    <a:pt x="40124" y="431590"/>
                    <a:pt x="6881" y="369582"/>
                    <a:pt x="881" y="299193"/>
                  </a:cubicBezTo>
                  <a:cubicBezTo>
                    <a:pt x="-5120" y="228898"/>
                    <a:pt x="19550" y="162699"/>
                    <a:pt x="74890" y="100501"/>
                  </a:cubicBezTo>
                  <a:cubicBezTo>
                    <a:pt x="130421" y="38112"/>
                    <a:pt x="192238" y="4774"/>
                    <a:pt x="260342" y="489"/>
                  </a:cubicBezTo>
                  <a:cubicBezTo>
                    <a:pt x="328541" y="-3798"/>
                    <a:pt x="391977" y="20110"/>
                    <a:pt x="450651" y="72402"/>
                  </a:cubicBezTo>
                  <a:cubicBezTo>
                    <a:pt x="509420" y="124694"/>
                    <a:pt x="541043" y="184702"/>
                    <a:pt x="545711" y="252520"/>
                  </a:cubicBezTo>
                  <a:cubicBezTo>
                    <a:pt x="550283" y="320338"/>
                    <a:pt x="527804" y="382155"/>
                    <a:pt x="478083" y="437972"/>
                  </a:cubicBezTo>
                  <a:cubicBezTo>
                    <a:pt x="443603" y="476739"/>
                    <a:pt x="408836" y="499218"/>
                    <a:pt x="373784" y="505408"/>
                  </a:cubicBezTo>
                  <a:cubicBezTo>
                    <a:pt x="338732" y="511600"/>
                    <a:pt x="307014" y="502075"/>
                    <a:pt x="278725" y="476929"/>
                  </a:cubicBezTo>
                  <a:cubicBezTo>
                    <a:pt x="250436" y="451783"/>
                    <a:pt x="241101" y="424160"/>
                    <a:pt x="250721" y="393966"/>
                  </a:cubicBezTo>
                  <a:cubicBezTo>
                    <a:pt x="213193" y="399205"/>
                    <a:pt x="182618" y="391394"/>
                    <a:pt x="159091" y="370439"/>
                  </a:cubicBezTo>
                  <a:cubicBezTo>
                    <a:pt x="135564" y="349484"/>
                    <a:pt x="123182" y="322910"/>
                    <a:pt x="122229" y="290810"/>
                  </a:cubicBezTo>
                  <a:cubicBezTo>
                    <a:pt x="121562" y="258330"/>
                    <a:pt x="139184" y="221945"/>
                    <a:pt x="175188" y="181464"/>
                  </a:cubicBezTo>
                  <a:cubicBezTo>
                    <a:pt x="227957" y="122123"/>
                    <a:pt x="282344" y="104406"/>
                    <a:pt x="338542" y="128219"/>
                  </a:cubicBezTo>
                  <a:cubicBezTo>
                    <a:pt x="351972" y="133839"/>
                    <a:pt x="364259" y="141459"/>
                    <a:pt x="375308" y="150888"/>
                  </a:cubicBezTo>
                  <a:cubicBezTo>
                    <a:pt x="401597" y="174225"/>
                    <a:pt x="420552" y="202990"/>
                    <a:pt x="432268" y="236994"/>
                  </a:cubicBezTo>
                  <a:cubicBezTo>
                    <a:pt x="434363" y="242995"/>
                    <a:pt x="435602" y="247662"/>
                    <a:pt x="436078" y="250805"/>
                  </a:cubicBezTo>
                  <a:cubicBezTo>
                    <a:pt x="437126" y="259092"/>
                    <a:pt x="433125" y="268332"/>
                    <a:pt x="423981" y="278618"/>
                  </a:cubicBezTo>
                  <a:lnTo>
                    <a:pt x="327683" y="386823"/>
                  </a:lnTo>
                  <a:cubicBezTo>
                    <a:pt x="311872" y="404634"/>
                    <a:pt x="313301" y="421779"/>
                    <a:pt x="331970" y="438448"/>
                  </a:cubicBezTo>
                  <a:cubicBezTo>
                    <a:pt x="344447" y="449592"/>
                    <a:pt x="360068" y="451593"/>
                    <a:pt x="378737" y="444544"/>
                  </a:cubicBezTo>
                  <a:cubicBezTo>
                    <a:pt x="397406" y="437495"/>
                    <a:pt x="416552" y="422827"/>
                    <a:pt x="436268" y="400729"/>
                  </a:cubicBezTo>
                  <a:cubicBezTo>
                    <a:pt x="476559" y="355390"/>
                    <a:pt x="495038" y="306146"/>
                    <a:pt x="491609" y="253091"/>
                  </a:cubicBezTo>
                  <a:cubicBezTo>
                    <a:pt x="488180" y="200037"/>
                    <a:pt x="463034" y="152507"/>
                    <a:pt x="416266" y="110502"/>
                  </a:cubicBezTo>
                  <a:cubicBezTo>
                    <a:pt x="369498" y="68878"/>
                    <a:pt x="319016" y="49828"/>
                    <a:pt x="264914" y="53352"/>
                  </a:cubicBezTo>
                  <a:cubicBezTo>
                    <a:pt x="210907" y="56686"/>
                    <a:pt x="161948" y="83166"/>
                    <a:pt x="117848" y="132695"/>
                  </a:cubicBezTo>
                  <a:cubicBezTo>
                    <a:pt x="73747" y="182225"/>
                    <a:pt x="53363" y="235756"/>
                    <a:pt x="56888" y="293287"/>
                  </a:cubicBezTo>
                  <a:cubicBezTo>
                    <a:pt x="60317" y="350723"/>
                    <a:pt x="86891" y="401776"/>
                    <a:pt x="136612" y="446259"/>
                  </a:cubicBezTo>
                  <a:cubicBezTo>
                    <a:pt x="174331" y="480168"/>
                    <a:pt x="214241" y="504170"/>
                    <a:pt x="256341" y="518172"/>
                  </a:cubicBezTo>
                  <a:cubicBezTo>
                    <a:pt x="262151" y="520744"/>
                    <a:pt x="266723" y="523506"/>
                    <a:pt x="269962" y="526364"/>
                  </a:cubicBezTo>
                  <a:cubicBezTo>
                    <a:pt x="273200" y="529221"/>
                    <a:pt x="274629" y="533889"/>
                    <a:pt x="274153" y="540270"/>
                  </a:cubicBezTo>
                  <a:cubicBezTo>
                    <a:pt x="273677" y="546652"/>
                    <a:pt x="270343" y="553319"/>
                    <a:pt x="264247" y="560177"/>
                  </a:cubicBezTo>
                  <a:cubicBezTo>
                    <a:pt x="258151" y="567036"/>
                    <a:pt x="249578" y="569035"/>
                    <a:pt x="238529" y="566083"/>
                  </a:cubicBezTo>
                  <a:cubicBezTo>
                    <a:pt x="190523" y="551319"/>
                    <a:pt x="144613" y="524458"/>
                    <a:pt x="100798" y="485406"/>
                  </a:cubicBezTo>
                  <a:moveTo>
                    <a:pt x="332922" y="203752"/>
                  </a:moveTo>
                  <a:cubicBezTo>
                    <a:pt x="319682" y="191941"/>
                    <a:pt x="304442" y="186892"/>
                    <a:pt x="287107" y="188512"/>
                  </a:cubicBezTo>
                  <a:cubicBezTo>
                    <a:pt x="269962" y="189940"/>
                    <a:pt x="251007" y="202228"/>
                    <a:pt x="230433" y="225374"/>
                  </a:cubicBezTo>
                  <a:cubicBezTo>
                    <a:pt x="209764" y="248615"/>
                    <a:pt x="198524" y="268522"/>
                    <a:pt x="196715" y="285095"/>
                  </a:cubicBezTo>
                  <a:cubicBezTo>
                    <a:pt x="194905" y="301764"/>
                    <a:pt x="199286" y="314908"/>
                    <a:pt x="209859" y="324624"/>
                  </a:cubicBezTo>
                  <a:cubicBezTo>
                    <a:pt x="227766" y="340245"/>
                    <a:pt x="250626" y="345293"/>
                    <a:pt x="278249" y="339674"/>
                  </a:cubicBezTo>
                  <a:lnTo>
                    <a:pt x="362259" y="245281"/>
                  </a:lnTo>
                  <a:cubicBezTo>
                    <a:pt x="355973" y="229374"/>
                    <a:pt x="346257" y="215467"/>
                    <a:pt x="333017" y="20365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2" name="Forme libre : forme 41">
              <a:extLst>
                <a:ext uri="{FF2B5EF4-FFF2-40B4-BE49-F238E27FC236}">
                  <a16:creationId xmlns:a16="http://schemas.microsoft.com/office/drawing/2014/main" id="{3261CF7A-CA83-380A-F6C7-8B9C962C6443}"/>
                </a:ext>
              </a:extLst>
            </p:cNvPr>
            <p:cNvSpPr/>
            <p:nvPr/>
          </p:nvSpPr>
          <p:spPr>
            <a:xfrm>
              <a:off x="4362046" y="5781046"/>
              <a:ext cx="399278" cy="467401"/>
            </a:xfrm>
            <a:custGeom>
              <a:avLst/>
              <a:gdLst>
                <a:gd name="connsiteX0" fmla="*/ 311680 w 399278"/>
                <a:gd name="connsiteY0" fmla="*/ 47967 h 467401"/>
                <a:gd name="connsiteX1" fmla="*/ 392166 w 399278"/>
                <a:gd name="connsiteY1" fmla="*/ 122548 h 467401"/>
                <a:gd name="connsiteX2" fmla="*/ 379879 w 399278"/>
                <a:gd name="connsiteY2" fmla="*/ 217227 h 467401"/>
                <a:gd name="connsiteX3" fmla="*/ 274342 w 399278"/>
                <a:gd name="connsiteY3" fmla="*/ 274186 h 467401"/>
                <a:gd name="connsiteX4" fmla="*/ 289011 w 399278"/>
                <a:gd name="connsiteY4" fmla="*/ 402773 h 467401"/>
                <a:gd name="connsiteX5" fmla="*/ 209953 w 399278"/>
                <a:gd name="connsiteY5" fmla="*/ 466401 h 467401"/>
                <a:gd name="connsiteX6" fmla="*/ 97177 w 399278"/>
                <a:gd name="connsiteY6" fmla="*/ 436397 h 467401"/>
                <a:gd name="connsiteX7" fmla="*/ 19453 w 399278"/>
                <a:gd name="connsiteY7" fmla="*/ 392963 h 467401"/>
                <a:gd name="connsiteX8" fmla="*/ 2117 w 399278"/>
                <a:gd name="connsiteY8" fmla="*/ 374770 h 467401"/>
                <a:gd name="connsiteX9" fmla="*/ 3546 w 399278"/>
                <a:gd name="connsiteY9" fmla="*/ 352196 h 467401"/>
                <a:gd name="connsiteX10" fmla="*/ 192617 w 399278"/>
                <a:gd name="connsiteY10" fmla="*/ 13677 h 467401"/>
                <a:gd name="connsiteX11" fmla="*/ 211286 w 399278"/>
                <a:gd name="connsiteY11" fmla="*/ 342 h 467401"/>
                <a:gd name="connsiteX12" fmla="*/ 235956 w 399278"/>
                <a:gd name="connsiteY12" fmla="*/ 5581 h 467401"/>
                <a:gd name="connsiteX13" fmla="*/ 311680 w 399278"/>
                <a:gd name="connsiteY13" fmla="*/ 47872 h 467401"/>
                <a:gd name="connsiteX14" fmla="*/ 143373 w 399278"/>
                <a:gd name="connsiteY14" fmla="*/ 242087 h 467401"/>
                <a:gd name="connsiteX15" fmla="*/ 80603 w 399278"/>
                <a:gd name="connsiteY15" fmla="*/ 354482 h 467401"/>
                <a:gd name="connsiteX16" fmla="*/ 130038 w 399278"/>
                <a:gd name="connsiteY16" fmla="*/ 382104 h 467401"/>
                <a:gd name="connsiteX17" fmla="*/ 190046 w 399278"/>
                <a:gd name="connsiteY17" fmla="*/ 398964 h 467401"/>
                <a:gd name="connsiteX18" fmla="*/ 231479 w 399278"/>
                <a:gd name="connsiteY18" fmla="*/ 365435 h 467401"/>
                <a:gd name="connsiteX19" fmla="*/ 239385 w 399278"/>
                <a:gd name="connsiteY19" fmla="*/ 313143 h 467401"/>
                <a:gd name="connsiteX20" fmla="*/ 192236 w 399278"/>
                <a:gd name="connsiteY20" fmla="*/ 269423 h 467401"/>
                <a:gd name="connsiteX21" fmla="*/ 143373 w 399278"/>
                <a:gd name="connsiteY21" fmla="*/ 242087 h 467401"/>
                <a:gd name="connsiteX22" fmla="*/ 235099 w 399278"/>
                <a:gd name="connsiteY22" fmla="*/ 77780 h 467401"/>
                <a:gd name="connsiteX23" fmla="*/ 174330 w 399278"/>
                <a:gd name="connsiteY23" fmla="*/ 186652 h 467401"/>
                <a:gd name="connsiteX24" fmla="*/ 222716 w 399278"/>
                <a:gd name="connsiteY24" fmla="*/ 213702 h 467401"/>
                <a:gd name="connsiteX25" fmla="*/ 276342 w 399278"/>
                <a:gd name="connsiteY25" fmla="*/ 224275 h 467401"/>
                <a:gd name="connsiteX26" fmla="*/ 316538 w 399278"/>
                <a:gd name="connsiteY26" fmla="*/ 190461 h 467401"/>
                <a:gd name="connsiteX27" fmla="*/ 323872 w 399278"/>
                <a:gd name="connsiteY27" fmla="*/ 142455 h 467401"/>
                <a:gd name="connsiteX28" fmla="*/ 281676 w 399278"/>
                <a:gd name="connsiteY28" fmla="*/ 103784 h 467401"/>
                <a:gd name="connsiteX29" fmla="*/ 235194 w 399278"/>
                <a:gd name="connsiteY29" fmla="*/ 77780 h 467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9278" h="467401">
                  <a:moveTo>
                    <a:pt x="311680" y="47967"/>
                  </a:moveTo>
                  <a:cubicBezTo>
                    <a:pt x="352733" y="70923"/>
                    <a:pt x="379593" y="95783"/>
                    <a:pt x="392166" y="122548"/>
                  </a:cubicBezTo>
                  <a:cubicBezTo>
                    <a:pt x="404739" y="149409"/>
                    <a:pt x="400644" y="180936"/>
                    <a:pt x="379879" y="217227"/>
                  </a:cubicBezTo>
                  <a:cubicBezTo>
                    <a:pt x="356733" y="258755"/>
                    <a:pt x="321491" y="277711"/>
                    <a:pt x="274342" y="274186"/>
                  </a:cubicBezTo>
                  <a:cubicBezTo>
                    <a:pt x="312918" y="308285"/>
                    <a:pt x="317871" y="351243"/>
                    <a:pt x="289011" y="402773"/>
                  </a:cubicBezTo>
                  <a:cubicBezTo>
                    <a:pt x="267770" y="440779"/>
                    <a:pt x="241481" y="461924"/>
                    <a:pt x="209953" y="466401"/>
                  </a:cubicBezTo>
                  <a:cubicBezTo>
                    <a:pt x="178520" y="470782"/>
                    <a:pt x="140897" y="460781"/>
                    <a:pt x="97177" y="436397"/>
                  </a:cubicBezTo>
                  <a:lnTo>
                    <a:pt x="19453" y="392963"/>
                  </a:lnTo>
                  <a:cubicBezTo>
                    <a:pt x="11166" y="388296"/>
                    <a:pt x="5356" y="382295"/>
                    <a:pt x="2117" y="374770"/>
                  </a:cubicBezTo>
                  <a:cubicBezTo>
                    <a:pt x="-1121" y="367245"/>
                    <a:pt x="-645" y="359816"/>
                    <a:pt x="3546" y="352196"/>
                  </a:cubicBezTo>
                  <a:lnTo>
                    <a:pt x="192617" y="13677"/>
                  </a:lnTo>
                  <a:cubicBezTo>
                    <a:pt x="196904" y="5962"/>
                    <a:pt x="203190" y="1486"/>
                    <a:pt x="211286" y="342"/>
                  </a:cubicBezTo>
                  <a:cubicBezTo>
                    <a:pt x="219383" y="-801"/>
                    <a:pt x="227574" y="914"/>
                    <a:pt x="235956" y="5581"/>
                  </a:cubicBezTo>
                  <a:lnTo>
                    <a:pt x="311680" y="47872"/>
                  </a:lnTo>
                  <a:close/>
                  <a:moveTo>
                    <a:pt x="143373" y="242087"/>
                  </a:moveTo>
                  <a:lnTo>
                    <a:pt x="80603" y="354482"/>
                  </a:lnTo>
                  <a:lnTo>
                    <a:pt x="130038" y="382104"/>
                  </a:lnTo>
                  <a:cubicBezTo>
                    <a:pt x="153946" y="395439"/>
                    <a:pt x="174044" y="401154"/>
                    <a:pt x="190046" y="398964"/>
                  </a:cubicBezTo>
                  <a:cubicBezTo>
                    <a:pt x="206333" y="396963"/>
                    <a:pt x="220145" y="385724"/>
                    <a:pt x="231479" y="365435"/>
                  </a:cubicBezTo>
                  <a:cubicBezTo>
                    <a:pt x="242719" y="345243"/>
                    <a:pt x="245386" y="327812"/>
                    <a:pt x="239385" y="313143"/>
                  </a:cubicBezTo>
                  <a:cubicBezTo>
                    <a:pt x="233385" y="298475"/>
                    <a:pt x="217668" y="283902"/>
                    <a:pt x="192236" y="269423"/>
                  </a:cubicBezTo>
                  <a:lnTo>
                    <a:pt x="143373" y="242087"/>
                  </a:lnTo>
                  <a:close/>
                  <a:moveTo>
                    <a:pt x="235099" y="77780"/>
                  </a:moveTo>
                  <a:lnTo>
                    <a:pt x="174330" y="186652"/>
                  </a:lnTo>
                  <a:lnTo>
                    <a:pt x="222716" y="213702"/>
                  </a:lnTo>
                  <a:cubicBezTo>
                    <a:pt x="242052" y="224752"/>
                    <a:pt x="259959" y="228276"/>
                    <a:pt x="276342" y="224275"/>
                  </a:cubicBezTo>
                  <a:cubicBezTo>
                    <a:pt x="292725" y="220275"/>
                    <a:pt x="306156" y="209035"/>
                    <a:pt x="316538" y="190461"/>
                  </a:cubicBezTo>
                  <a:cubicBezTo>
                    <a:pt x="326920" y="171887"/>
                    <a:pt x="329301" y="155885"/>
                    <a:pt x="323872" y="142455"/>
                  </a:cubicBezTo>
                  <a:cubicBezTo>
                    <a:pt x="318062" y="129120"/>
                    <a:pt x="303965" y="116262"/>
                    <a:pt x="281676" y="103784"/>
                  </a:cubicBezTo>
                  <a:lnTo>
                    <a:pt x="235194" y="777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3" name="Forme libre : forme 42">
              <a:extLst>
                <a:ext uri="{FF2B5EF4-FFF2-40B4-BE49-F238E27FC236}">
                  <a16:creationId xmlns:a16="http://schemas.microsoft.com/office/drawing/2014/main" id="{96BCDF67-180D-C6EF-0204-FCC6A89BB63E}"/>
                </a:ext>
              </a:extLst>
            </p:cNvPr>
            <p:cNvSpPr/>
            <p:nvPr/>
          </p:nvSpPr>
          <p:spPr>
            <a:xfrm>
              <a:off x="4761394" y="5957067"/>
              <a:ext cx="452211" cy="522723"/>
            </a:xfrm>
            <a:custGeom>
              <a:avLst/>
              <a:gdLst>
                <a:gd name="connsiteX0" fmla="*/ 2344 w 452211"/>
                <a:gd name="connsiteY0" fmla="*/ 389440 h 522723"/>
                <a:gd name="connsiteX1" fmla="*/ 140551 w 452211"/>
                <a:gd name="connsiteY1" fmla="*/ 17679 h 522723"/>
                <a:gd name="connsiteX2" fmla="*/ 183604 w 452211"/>
                <a:gd name="connsiteY2" fmla="*/ 3963 h 522723"/>
                <a:gd name="connsiteX3" fmla="*/ 212846 w 452211"/>
                <a:gd name="connsiteY3" fmla="*/ 28347 h 522723"/>
                <a:gd name="connsiteX4" fmla="*/ 216561 w 452211"/>
                <a:gd name="connsiteY4" fmla="*/ 45873 h 522723"/>
                <a:gd name="connsiteX5" fmla="*/ 283712 w 452211"/>
                <a:gd name="connsiteY5" fmla="*/ 384487 h 522723"/>
                <a:gd name="connsiteX6" fmla="*/ 386106 w 452211"/>
                <a:gd name="connsiteY6" fmla="*/ 109024 h 522723"/>
                <a:gd name="connsiteX7" fmla="*/ 402298 w 452211"/>
                <a:gd name="connsiteY7" fmla="*/ 92546 h 522723"/>
                <a:gd name="connsiteX8" fmla="*/ 427730 w 452211"/>
                <a:gd name="connsiteY8" fmla="*/ 94736 h 522723"/>
                <a:gd name="connsiteX9" fmla="*/ 448590 w 452211"/>
                <a:gd name="connsiteY9" fmla="*/ 110071 h 522723"/>
                <a:gd name="connsiteX10" fmla="*/ 450209 w 452211"/>
                <a:gd name="connsiteY10" fmla="*/ 132836 h 522723"/>
                <a:gd name="connsiteX11" fmla="*/ 312001 w 452211"/>
                <a:gd name="connsiteY11" fmla="*/ 504693 h 522723"/>
                <a:gd name="connsiteX12" fmla="*/ 271044 w 452211"/>
                <a:gd name="connsiteY12" fmla="*/ 519170 h 522723"/>
                <a:gd name="connsiteX13" fmla="*/ 249517 w 452211"/>
                <a:gd name="connsiteY13" fmla="*/ 505835 h 522723"/>
                <a:gd name="connsiteX14" fmla="*/ 239611 w 452211"/>
                <a:gd name="connsiteY14" fmla="*/ 491548 h 522723"/>
                <a:gd name="connsiteX15" fmla="*/ 235135 w 452211"/>
                <a:gd name="connsiteY15" fmla="*/ 473355 h 522723"/>
                <a:gd name="connsiteX16" fmla="*/ 168555 w 452211"/>
                <a:gd name="connsiteY16" fmla="*/ 138361 h 522723"/>
                <a:gd name="connsiteX17" fmla="*/ 66352 w 452211"/>
                <a:gd name="connsiteY17" fmla="*/ 413348 h 522723"/>
                <a:gd name="connsiteX18" fmla="*/ 50445 w 452211"/>
                <a:gd name="connsiteY18" fmla="*/ 429921 h 522723"/>
                <a:gd name="connsiteX19" fmla="*/ 24727 w 452211"/>
                <a:gd name="connsiteY19" fmla="*/ 427635 h 522723"/>
                <a:gd name="connsiteX20" fmla="*/ 2248 w 452211"/>
                <a:gd name="connsiteY20" fmla="*/ 389535 h 52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52211" h="522723">
                  <a:moveTo>
                    <a:pt x="2344" y="389440"/>
                  </a:moveTo>
                  <a:lnTo>
                    <a:pt x="140551" y="17679"/>
                  </a:lnTo>
                  <a:cubicBezTo>
                    <a:pt x="147028" y="248"/>
                    <a:pt x="161411" y="-4229"/>
                    <a:pt x="183604" y="3963"/>
                  </a:cubicBezTo>
                  <a:cubicBezTo>
                    <a:pt x="200273" y="10154"/>
                    <a:pt x="209989" y="18346"/>
                    <a:pt x="212846" y="28347"/>
                  </a:cubicBezTo>
                  <a:cubicBezTo>
                    <a:pt x="213989" y="31871"/>
                    <a:pt x="215227" y="37681"/>
                    <a:pt x="216561" y="45873"/>
                  </a:cubicBezTo>
                  <a:lnTo>
                    <a:pt x="283712" y="384487"/>
                  </a:lnTo>
                  <a:lnTo>
                    <a:pt x="386106" y="109024"/>
                  </a:lnTo>
                  <a:cubicBezTo>
                    <a:pt x="389440" y="100165"/>
                    <a:pt x="394774" y="94641"/>
                    <a:pt x="402298" y="92546"/>
                  </a:cubicBezTo>
                  <a:cubicBezTo>
                    <a:pt x="409823" y="90545"/>
                    <a:pt x="418205" y="91212"/>
                    <a:pt x="427730" y="94736"/>
                  </a:cubicBezTo>
                  <a:cubicBezTo>
                    <a:pt x="437160" y="98260"/>
                    <a:pt x="444113" y="103404"/>
                    <a:pt x="448590" y="110071"/>
                  </a:cubicBezTo>
                  <a:cubicBezTo>
                    <a:pt x="452781" y="116739"/>
                    <a:pt x="453352" y="124264"/>
                    <a:pt x="450209" y="132836"/>
                  </a:cubicBezTo>
                  <a:lnTo>
                    <a:pt x="312001" y="504693"/>
                  </a:lnTo>
                  <a:cubicBezTo>
                    <a:pt x="305524" y="522028"/>
                    <a:pt x="291904" y="526885"/>
                    <a:pt x="271044" y="519170"/>
                  </a:cubicBezTo>
                  <a:cubicBezTo>
                    <a:pt x="261900" y="515741"/>
                    <a:pt x="254756" y="511360"/>
                    <a:pt x="249517" y="505835"/>
                  </a:cubicBezTo>
                  <a:cubicBezTo>
                    <a:pt x="244279" y="500406"/>
                    <a:pt x="240945" y="495644"/>
                    <a:pt x="239611" y="491548"/>
                  </a:cubicBezTo>
                  <a:cubicBezTo>
                    <a:pt x="238278" y="487547"/>
                    <a:pt x="236754" y="481452"/>
                    <a:pt x="235135" y="473355"/>
                  </a:cubicBezTo>
                  <a:lnTo>
                    <a:pt x="168555" y="138361"/>
                  </a:lnTo>
                  <a:lnTo>
                    <a:pt x="66352" y="413348"/>
                  </a:lnTo>
                  <a:cubicBezTo>
                    <a:pt x="63304" y="422110"/>
                    <a:pt x="58065" y="427635"/>
                    <a:pt x="50445" y="429921"/>
                  </a:cubicBezTo>
                  <a:cubicBezTo>
                    <a:pt x="42920" y="432207"/>
                    <a:pt x="34348" y="431445"/>
                    <a:pt x="24727" y="427635"/>
                  </a:cubicBezTo>
                  <a:cubicBezTo>
                    <a:pt x="3296" y="419634"/>
                    <a:pt x="-4229" y="406966"/>
                    <a:pt x="2248" y="3895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4" name="Forme libre : forme 43">
              <a:extLst>
                <a:ext uri="{FF2B5EF4-FFF2-40B4-BE49-F238E27FC236}">
                  <a16:creationId xmlns:a16="http://schemas.microsoft.com/office/drawing/2014/main" id="{BC91AEAB-CED2-1998-07EB-C35B4E0885EF}"/>
                </a:ext>
              </a:extLst>
            </p:cNvPr>
            <p:cNvSpPr/>
            <p:nvPr/>
          </p:nvSpPr>
          <p:spPr>
            <a:xfrm>
              <a:off x="5262000" y="6106780"/>
              <a:ext cx="330188" cy="441242"/>
            </a:xfrm>
            <a:custGeom>
              <a:avLst/>
              <a:gdLst>
                <a:gd name="connsiteX0" fmla="*/ 79905 w 330188"/>
                <a:gd name="connsiteY0" fmla="*/ 21794 h 441242"/>
                <a:gd name="connsiteX1" fmla="*/ 93525 w 330188"/>
                <a:gd name="connsiteY1" fmla="*/ 3126 h 441242"/>
                <a:gd name="connsiteX2" fmla="*/ 119148 w 330188"/>
                <a:gd name="connsiteY2" fmla="*/ 1125 h 441242"/>
                <a:gd name="connsiteX3" fmla="*/ 202015 w 330188"/>
                <a:gd name="connsiteY3" fmla="*/ 18270 h 441242"/>
                <a:gd name="connsiteX4" fmla="*/ 312029 w 330188"/>
                <a:gd name="connsiteY4" fmla="*/ 73134 h 441242"/>
                <a:gd name="connsiteX5" fmla="*/ 324411 w 330188"/>
                <a:gd name="connsiteY5" fmla="*/ 189149 h 441242"/>
                <a:gd name="connsiteX6" fmla="*/ 260022 w 330188"/>
                <a:gd name="connsiteY6" fmla="*/ 293733 h 441242"/>
                <a:gd name="connsiteX7" fmla="*/ 142198 w 330188"/>
                <a:gd name="connsiteY7" fmla="*/ 306401 h 441242"/>
                <a:gd name="connsiteX8" fmla="*/ 93144 w 330188"/>
                <a:gd name="connsiteY8" fmla="*/ 296305 h 441242"/>
                <a:gd name="connsiteX9" fmla="*/ 67522 w 330188"/>
                <a:gd name="connsiteY9" fmla="*/ 420416 h 441242"/>
                <a:gd name="connsiteX10" fmla="*/ 53997 w 330188"/>
                <a:gd name="connsiteY10" fmla="*/ 438513 h 441242"/>
                <a:gd name="connsiteX11" fmla="*/ 28755 w 330188"/>
                <a:gd name="connsiteY11" fmla="*/ 440037 h 441242"/>
                <a:gd name="connsiteX12" fmla="*/ 5895 w 330188"/>
                <a:gd name="connsiteY12" fmla="*/ 428417 h 441242"/>
                <a:gd name="connsiteX13" fmla="*/ 752 w 330188"/>
                <a:gd name="connsiteY13" fmla="*/ 405842 h 441242"/>
                <a:gd name="connsiteX14" fmla="*/ 79905 w 330188"/>
                <a:gd name="connsiteY14" fmla="*/ 21890 h 441242"/>
                <a:gd name="connsiteX15" fmla="*/ 139722 w 330188"/>
                <a:gd name="connsiteY15" fmla="*/ 70182 h 441242"/>
                <a:gd name="connsiteX16" fmla="*/ 106384 w 330188"/>
                <a:gd name="connsiteY16" fmla="*/ 231726 h 441242"/>
                <a:gd name="connsiteX17" fmla="*/ 149151 w 330188"/>
                <a:gd name="connsiteY17" fmla="*/ 244965 h 441242"/>
                <a:gd name="connsiteX18" fmla="*/ 219922 w 330188"/>
                <a:gd name="connsiteY18" fmla="*/ 240298 h 441242"/>
                <a:gd name="connsiteX19" fmla="*/ 256308 w 330188"/>
                <a:gd name="connsiteY19" fmla="*/ 180195 h 441242"/>
                <a:gd name="connsiteX20" fmla="*/ 250116 w 330188"/>
                <a:gd name="connsiteY20" fmla="*/ 111901 h 441242"/>
                <a:gd name="connsiteX21" fmla="*/ 189347 w 330188"/>
                <a:gd name="connsiteY21" fmla="*/ 80373 h 441242"/>
                <a:gd name="connsiteX22" fmla="*/ 139626 w 330188"/>
                <a:gd name="connsiteY22" fmla="*/ 70086 h 441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0188" h="441242">
                  <a:moveTo>
                    <a:pt x="79905" y="21794"/>
                  </a:moveTo>
                  <a:cubicBezTo>
                    <a:pt x="81810" y="12651"/>
                    <a:pt x="86286" y="6459"/>
                    <a:pt x="93525" y="3126"/>
                  </a:cubicBezTo>
                  <a:cubicBezTo>
                    <a:pt x="100764" y="-208"/>
                    <a:pt x="109242" y="-875"/>
                    <a:pt x="119148" y="1125"/>
                  </a:cubicBezTo>
                  <a:lnTo>
                    <a:pt x="202015" y="18270"/>
                  </a:lnTo>
                  <a:cubicBezTo>
                    <a:pt x="256403" y="29510"/>
                    <a:pt x="293074" y="47798"/>
                    <a:pt x="312029" y="73134"/>
                  </a:cubicBezTo>
                  <a:cubicBezTo>
                    <a:pt x="330984" y="98470"/>
                    <a:pt x="335079" y="137237"/>
                    <a:pt x="324411" y="189149"/>
                  </a:cubicBezTo>
                  <a:cubicBezTo>
                    <a:pt x="313743" y="240869"/>
                    <a:pt x="292312" y="275731"/>
                    <a:pt x="260022" y="293733"/>
                  </a:cubicBezTo>
                  <a:cubicBezTo>
                    <a:pt x="227733" y="311735"/>
                    <a:pt x="188585" y="315926"/>
                    <a:pt x="142198" y="306401"/>
                  </a:cubicBezTo>
                  <a:cubicBezTo>
                    <a:pt x="122767" y="302401"/>
                    <a:pt x="106384" y="299068"/>
                    <a:pt x="93144" y="296305"/>
                  </a:cubicBezTo>
                  <a:lnTo>
                    <a:pt x="67522" y="420416"/>
                  </a:lnTo>
                  <a:cubicBezTo>
                    <a:pt x="65522" y="429179"/>
                    <a:pt x="61045" y="435275"/>
                    <a:pt x="53997" y="438513"/>
                  </a:cubicBezTo>
                  <a:cubicBezTo>
                    <a:pt x="47043" y="441561"/>
                    <a:pt x="38661" y="442037"/>
                    <a:pt x="28755" y="440037"/>
                  </a:cubicBezTo>
                  <a:cubicBezTo>
                    <a:pt x="18849" y="437942"/>
                    <a:pt x="11229" y="434132"/>
                    <a:pt x="5895" y="428417"/>
                  </a:cubicBezTo>
                  <a:cubicBezTo>
                    <a:pt x="561" y="422607"/>
                    <a:pt x="-1153" y="415177"/>
                    <a:pt x="752" y="405842"/>
                  </a:cubicBezTo>
                  <a:lnTo>
                    <a:pt x="79905" y="21890"/>
                  </a:lnTo>
                  <a:close/>
                  <a:moveTo>
                    <a:pt x="139722" y="70182"/>
                  </a:moveTo>
                  <a:lnTo>
                    <a:pt x="106384" y="231726"/>
                  </a:lnTo>
                  <a:cubicBezTo>
                    <a:pt x="120386" y="237536"/>
                    <a:pt x="134578" y="242012"/>
                    <a:pt x="149151" y="244965"/>
                  </a:cubicBezTo>
                  <a:cubicBezTo>
                    <a:pt x="178393" y="250966"/>
                    <a:pt x="202015" y="249442"/>
                    <a:pt x="219922" y="240298"/>
                  </a:cubicBezTo>
                  <a:cubicBezTo>
                    <a:pt x="237829" y="231154"/>
                    <a:pt x="249926" y="211151"/>
                    <a:pt x="256308" y="180195"/>
                  </a:cubicBezTo>
                  <a:cubicBezTo>
                    <a:pt x="262689" y="149239"/>
                    <a:pt x="260594" y="126474"/>
                    <a:pt x="250116" y="111901"/>
                  </a:cubicBezTo>
                  <a:cubicBezTo>
                    <a:pt x="239639" y="97328"/>
                    <a:pt x="219351" y="86850"/>
                    <a:pt x="189347" y="80373"/>
                  </a:cubicBezTo>
                  <a:lnTo>
                    <a:pt x="139626" y="700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5" name="Forme libre : forme 44">
              <a:extLst>
                <a:ext uri="{FF2B5EF4-FFF2-40B4-BE49-F238E27FC236}">
                  <a16:creationId xmlns:a16="http://schemas.microsoft.com/office/drawing/2014/main" id="{27E43941-9E16-F140-F4C8-3F5A2EF60CC9}"/>
                </a:ext>
              </a:extLst>
            </p:cNvPr>
            <p:cNvSpPr/>
            <p:nvPr/>
          </p:nvSpPr>
          <p:spPr>
            <a:xfrm>
              <a:off x="5935503" y="6183328"/>
              <a:ext cx="274236" cy="448833"/>
            </a:xfrm>
            <a:custGeom>
              <a:avLst/>
              <a:gdLst>
                <a:gd name="connsiteX0" fmla="*/ 0 w 274236"/>
                <a:gd name="connsiteY0" fmla="*/ 29258 h 448833"/>
                <a:gd name="connsiteX1" fmla="*/ 9430 w 274236"/>
                <a:gd name="connsiteY1" fmla="*/ 8113 h 448833"/>
                <a:gd name="connsiteX2" fmla="*/ 34100 w 274236"/>
                <a:gd name="connsiteY2" fmla="*/ 778 h 448833"/>
                <a:gd name="connsiteX3" fmla="*/ 118681 w 274236"/>
                <a:gd name="connsiteY3" fmla="*/ 16 h 448833"/>
                <a:gd name="connsiteX4" fmla="*/ 237744 w 274236"/>
                <a:gd name="connsiteY4" fmla="*/ 30591 h 448833"/>
                <a:gd name="connsiteX5" fmla="*/ 274225 w 274236"/>
                <a:gd name="connsiteY5" fmla="*/ 141367 h 448833"/>
                <a:gd name="connsiteX6" fmla="*/ 233267 w 274236"/>
                <a:gd name="connsiteY6" fmla="*/ 257096 h 448833"/>
                <a:gd name="connsiteX7" fmla="*/ 120777 w 274236"/>
                <a:gd name="connsiteY7" fmla="*/ 294243 h 448833"/>
                <a:gd name="connsiteX8" fmla="*/ 70676 w 274236"/>
                <a:gd name="connsiteY8" fmla="*/ 294719 h 448833"/>
                <a:gd name="connsiteX9" fmla="*/ 71819 w 274236"/>
                <a:gd name="connsiteY9" fmla="*/ 421497 h 448833"/>
                <a:gd name="connsiteX10" fmla="*/ 62389 w 274236"/>
                <a:gd name="connsiteY10" fmla="*/ 441976 h 448833"/>
                <a:gd name="connsiteX11" fmla="*/ 38005 w 274236"/>
                <a:gd name="connsiteY11" fmla="*/ 448834 h 448833"/>
                <a:gd name="connsiteX12" fmla="*/ 13240 w 274236"/>
                <a:gd name="connsiteY12" fmla="*/ 442262 h 448833"/>
                <a:gd name="connsiteX13" fmla="*/ 3429 w 274236"/>
                <a:gd name="connsiteY13" fmla="*/ 421307 h 448833"/>
                <a:gd name="connsiteX14" fmla="*/ 95 w 274236"/>
                <a:gd name="connsiteY14" fmla="*/ 29258 h 448833"/>
                <a:gd name="connsiteX15" fmla="*/ 68675 w 274236"/>
                <a:gd name="connsiteY15" fmla="*/ 63929 h 448833"/>
                <a:gd name="connsiteX16" fmla="*/ 70104 w 274236"/>
                <a:gd name="connsiteY16" fmla="*/ 228902 h 448833"/>
                <a:gd name="connsiteX17" fmla="*/ 114681 w 274236"/>
                <a:gd name="connsiteY17" fmla="*/ 232902 h 448833"/>
                <a:gd name="connsiteX18" fmla="*/ 182880 w 274236"/>
                <a:gd name="connsiteY18" fmla="*/ 213472 h 448833"/>
                <a:gd name="connsiteX19" fmla="*/ 205835 w 274236"/>
                <a:gd name="connsiteY19" fmla="*/ 147082 h 448833"/>
                <a:gd name="connsiteX20" fmla="*/ 185452 w 274236"/>
                <a:gd name="connsiteY20" fmla="*/ 81645 h 448833"/>
                <a:gd name="connsiteX21" fmla="*/ 119444 w 274236"/>
                <a:gd name="connsiteY21" fmla="*/ 63643 h 448833"/>
                <a:gd name="connsiteX22" fmla="*/ 68675 w 274236"/>
                <a:gd name="connsiteY22" fmla="*/ 64024 h 448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74236" h="448833">
                  <a:moveTo>
                    <a:pt x="0" y="29258"/>
                  </a:moveTo>
                  <a:cubicBezTo>
                    <a:pt x="0" y="19923"/>
                    <a:pt x="3048" y="12970"/>
                    <a:pt x="9430" y="8113"/>
                  </a:cubicBezTo>
                  <a:cubicBezTo>
                    <a:pt x="15812" y="3255"/>
                    <a:pt x="24003" y="873"/>
                    <a:pt x="34100" y="778"/>
                  </a:cubicBezTo>
                  <a:lnTo>
                    <a:pt x="118681" y="16"/>
                  </a:lnTo>
                  <a:cubicBezTo>
                    <a:pt x="174212" y="-460"/>
                    <a:pt x="213931" y="9732"/>
                    <a:pt x="237744" y="30591"/>
                  </a:cubicBezTo>
                  <a:cubicBezTo>
                    <a:pt x="261556" y="51451"/>
                    <a:pt x="273749" y="88313"/>
                    <a:pt x="274225" y="141367"/>
                  </a:cubicBezTo>
                  <a:cubicBezTo>
                    <a:pt x="274701" y="194231"/>
                    <a:pt x="260985" y="232807"/>
                    <a:pt x="233267" y="257096"/>
                  </a:cubicBezTo>
                  <a:cubicBezTo>
                    <a:pt x="205550" y="281480"/>
                    <a:pt x="168021" y="293863"/>
                    <a:pt x="120777" y="294243"/>
                  </a:cubicBezTo>
                  <a:cubicBezTo>
                    <a:pt x="100965" y="294434"/>
                    <a:pt x="84296" y="294529"/>
                    <a:pt x="70676" y="294719"/>
                  </a:cubicBezTo>
                  <a:lnTo>
                    <a:pt x="71819" y="421497"/>
                  </a:lnTo>
                  <a:cubicBezTo>
                    <a:pt x="71628" y="430451"/>
                    <a:pt x="68580" y="437309"/>
                    <a:pt x="62389" y="441976"/>
                  </a:cubicBezTo>
                  <a:cubicBezTo>
                    <a:pt x="56197" y="446453"/>
                    <a:pt x="48101" y="448739"/>
                    <a:pt x="38005" y="448834"/>
                  </a:cubicBezTo>
                  <a:cubicBezTo>
                    <a:pt x="27908" y="448834"/>
                    <a:pt x="19621" y="446739"/>
                    <a:pt x="13240" y="442262"/>
                  </a:cubicBezTo>
                  <a:cubicBezTo>
                    <a:pt x="6858" y="437785"/>
                    <a:pt x="3524" y="430832"/>
                    <a:pt x="3429" y="421307"/>
                  </a:cubicBezTo>
                  <a:lnTo>
                    <a:pt x="95" y="29258"/>
                  </a:lnTo>
                  <a:close/>
                  <a:moveTo>
                    <a:pt x="68675" y="63929"/>
                  </a:moveTo>
                  <a:lnTo>
                    <a:pt x="70104" y="228902"/>
                  </a:lnTo>
                  <a:cubicBezTo>
                    <a:pt x="84963" y="231664"/>
                    <a:pt x="99822" y="232998"/>
                    <a:pt x="114681" y="232902"/>
                  </a:cubicBezTo>
                  <a:cubicBezTo>
                    <a:pt x="144589" y="232617"/>
                    <a:pt x="167354" y="226139"/>
                    <a:pt x="182880" y="213472"/>
                  </a:cubicBezTo>
                  <a:cubicBezTo>
                    <a:pt x="198406" y="200708"/>
                    <a:pt x="206121" y="178610"/>
                    <a:pt x="205835" y="147082"/>
                  </a:cubicBezTo>
                  <a:cubicBezTo>
                    <a:pt x="205550" y="115554"/>
                    <a:pt x="198787" y="93742"/>
                    <a:pt x="185452" y="81645"/>
                  </a:cubicBezTo>
                  <a:cubicBezTo>
                    <a:pt x="172117" y="69644"/>
                    <a:pt x="150114" y="63643"/>
                    <a:pt x="119444" y="63643"/>
                  </a:cubicBezTo>
                  <a:lnTo>
                    <a:pt x="68675" y="6402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6" name="Forme libre : forme 45">
              <a:extLst>
                <a:ext uri="{FF2B5EF4-FFF2-40B4-BE49-F238E27FC236}">
                  <a16:creationId xmlns:a16="http://schemas.microsoft.com/office/drawing/2014/main" id="{666A4505-B648-6EE0-6AF5-EC50245EE149}"/>
                </a:ext>
              </a:extLst>
            </p:cNvPr>
            <p:cNvSpPr/>
            <p:nvPr/>
          </p:nvSpPr>
          <p:spPr>
            <a:xfrm>
              <a:off x="6296609" y="6156289"/>
              <a:ext cx="335474" cy="465516"/>
            </a:xfrm>
            <a:custGeom>
              <a:avLst/>
              <a:gdLst>
                <a:gd name="connsiteX0" fmla="*/ 653 w 335474"/>
                <a:gd name="connsiteY0" fmla="*/ 447488 h 465516"/>
                <a:gd name="connsiteX1" fmla="*/ 367 w 335474"/>
                <a:gd name="connsiteY1" fmla="*/ 435677 h 465516"/>
                <a:gd name="connsiteX2" fmla="*/ 66661 w 335474"/>
                <a:gd name="connsiteY2" fmla="*/ 34579 h 465516"/>
                <a:gd name="connsiteX3" fmla="*/ 97237 w 335474"/>
                <a:gd name="connsiteY3" fmla="*/ 4194 h 465516"/>
                <a:gd name="connsiteX4" fmla="*/ 125812 w 335474"/>
                <a:gd name="connsiteY4" fmla="*/ 384 h 465516"/>
                <a:gd name="connsiteX5" fmla="*/ 163150 w 335474"/>
                <a:gd name="connsiteY5" fmla="*/ 24292 h 465516"/>
                <a:gd name="connsiteX6" fmla="*/ 331837 w 335474"/>
                <a:gd name="connsiteY6" fmla="*/ 391767 h 465516"/>
                <a:gd name="connsiteX7" fmla="*/ 335362 w 335474"/>
                <a:gd name="connsiteY7" fmla="*/ 404149 h 465516"/>
                <a:gd name="connsiteX8" fmla="*/ 328599 w 335474"/>
                <a:gd name="connsiteY8" fmla="*/ 418627 h 465516"/>
                <a:gd name="connsiteX9" fmla="*/ 306120 w 335474"/>
                <a:gd name="connsiteY9" fmla="*/ 428247 h 465516"/>
                <a:gd name="connsiteX10" fmla="*/ 263353 w 335474"/>
                <a:gd name="connsiteY10" fmla="*/ 406054 h 465516"/>
                <a:gd name="connsiteX11" fmla="*/ 228872 w 335474"/>
                <a:gd name="connsiteY11" fmla="*/ 328711 h 465516"/>
                <a:gd name="connsiteX12" fmla="*/ 73996 w 335474"/>
                <a:gd name="connsiteY12" fmla="*/ 349571 h 465516"/>
                <a:gd name="connsiteX13" fmla="*/ 61899 w 335474"/>
                <a:gd name="connsiteY13" fmla="*/ 430057 h 465516"/>
                <a:gd name="connsiteX14" fmla="*/ 53612 w 335474"/>
                <a:gd name="connsiteY14" fmla="*/ 455298 h 465516"/>
                <a:gd name="connsiteX15" fmla="*/ 32657 w 335474"/>
                <a:gd name="connsiteY15" fmla="*/ 465014 h 465516"/>
                <a:gd name="connsiteX16" fmla="*/ 10083 w 335474"/>
                <a:gd name="connsiteY16" fmla="*/ 461204 h 465516"/>
                <a:gd name="connsiteX17" fmla="*/ 749 w 335474"/>
                <a:gd name="connsiteY17" fmla="*/ 447488 h 465516"/>
                <a:gd name="connsiteX18" fmla="*/ 115525 w 335474"/>
                <a:gd name="connsiteY18" fmla="*/ 74394 h 465516"/>
                <a:gd name="connsiteX19" fmla="*/ 83616 w 335474"/>
                <a:gd name="connsiteY19" fmla="*/ 286134 h 465516"/>
                <a:gd name="connsiteX20" fmla="*/ 202774 w 335474"/>
                <a:gd name="connsiteY20" fmla="*/ 270037 h 465516"/>
                <a:gd name="connsiteX21" fmla="*/ 115429 w 335474"/>
                <a:gd name="connsiteY21" fmla="*/ 74394 h 4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35474" h="465516">
                  <a:moveTo>
                    <a:pt x="653" y="447488"/>
                  </a:moveTo>
                  <a:cubicBezTo>
                    <a:pt x="-109" y="441963"/>
                    <a:pt x="-204" y="438058"/>
                    <a:pt x="367" y="435677"/>
                  </a:cubicBezTo>
                  <a:lnTo>
                    <a:pt x="66661" y="34579"/>
                  </a:lnTo>
                  <a:cubicBezTo>
                    <a:pt x="69233" y="16672"/>
                    <a:pt x="79425" y="6576"/>
                    <a:pt x="97237" y="4194"/>
                  </a:cubicBezTo>
                  <a:lnTo>
                    <a:pt x="125812" y="384"/>
                  </a:lnTo>
                  <a:cubicBezTo>
                    <a:pt x="142861" y="-1902"/>
                    <a:pt x="155339" y="6004"/>
                    <a:pt x="163150" y="24292"/>
                  </a:cubicBezTo>
                  <a:lnTo>
                    <a:pt x="331837" y="391767"/>
                  </a:lnTo>
                  <a:cubicBezTo>
                    <a:pt x="333552" y="395386"/>
                    <a:pt x="334790" y="399577"/>
                    <a:pt x="335362" y="404149"/>
                  </a:cubicBezTo>
                  <a:cubicBezTo>
                    <a:pt x="336028" y="408721"/>
                    <a:pt x="333742" y="413579"/>
                    <a:pt x="328599" y="418627"/>
                  </a:cubicBezTo>
                  <a:cubicBezTo>
                    <a:pt x="323455" y="423866"/>
                    <a:pt x="315931" y="427104"/>
                    <a:pt x="306120" y="428247"/>
                  </a:cubicBezTo>
                  <a:cubicBezTo>
                    <a:pt x="285641" y="431010"/>
                    <a:pt x="271449" y="423580"/>
                    <a:pt x="263353" y="406054"/>
                  </a:cubicBezTo>
                  <a:lnTo>
                    <a:pt x="228872" y="328711"/>
                  </a:lnTo>
                  <a:lnTo>
                    <a:pt x="73996" y="349571"/>
                  </a:lnTo>
                  <a:lnTo>
                    <a:pt x="61899" y="430057"/>
                  </a:lnTo>
                  <a:cubicBezTo>
                    <a:pt x="60756" y="441392"/>
                    <a:pt x="57994" y="449869"/>
                    <a:pt x="53612" y="455298"/>
                  </a:cubicBezTo>
                  <a:cubicBezTo>
                    <a:pt x="49135" y="460537"/>
                    <a:pt x="42182" y="463776"/>
                    <a:pt x="32657" y="465014"/>
                  </a:cubicBezTo>
                  <a:cubicBezTo>
                    <a:pt x="23132" y="466347"/>
                    <a:pt x="15607" y="465014"/>
                    <a:pt x="10083" y="461204"/>
                  </a:cubicBezTo>
                  <a:cubicBezTo>
                    <a:pt x="4558" y="457394"/>
                    <a:pt x="1510" y="452822"/>
                    <a:pt x="749" y="447488"/>
                  </a:cubicBezTo>
                  <a:moveTo>
                    <a:pt x="115525" y="74394"/>
                  </a:moveTo>
                  <a:lnTo>
                    <a:pt x="83616" y="286134"/>
                  </a:lnTo>
                  <a:lnTo>
                    <a:pt x="202774" y="270037"/>
                  </a:lnTo>
                  <a:lnTo>
                    <a:pt x="115429" y="74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7" name="Forme libre : forme 46">
              <a:extLst>
                <a:ext uri="{FF2B5EF4-FFF2-40B4-BE49-F238E27FC236}">
                  <a16:creationId xmlns:a16="http://schemas.microsoft.com/office/drawing/2014/main" id="{90EE6A87-F3B9-4CF6-716A-20B2576CB242}"/>
                </a:ext>
              </a:extLst>
            </p:cNvPr>
            <p:cNvSpPr/>
            <p:nvPr/>
          </p:nvSpPr>
          <p:spPr>
            <a:xfrm>
              <a:off x="6670016" y="6070844"/>
              <a:ext cx="373970" cy="468437"/>
            </a:xfrm>
            <a:custGeom>
              <a:avLst/>
              <a:gdLst>
                <a:gd name="connsiteX0" fmla="*/ 172934 w 373970"/>
                <a:gd name="connsiteY0" fmla="*/ 430349 h 468437"/>
                <a:gd name="connsiteX1" fmla="*/ 169409 w 373970"/>
                <a:gd name="connsiteY1" fmla="*/ 453209 h 468437"/>
                <a:gd name="connsiteX2" fmla="*/ 147692 w 373970"/>
                <a:gd name="connsiteY2" fmla="*/ 466354 h 468437"/>
                <a:gd name="connsiteX3" fmla="*/ 122070 w 373970"/>
                <a:gd name="connsiteY3" fmla="*/ 466449 h 468437"/>
                <a:gd name="connsiteX4" fmla="*/ 107116 w 373970"/>
                <a:gd name="connsiteY4" fmla="*/ 448732 h 468437"/>
                <a:gd name="connsiteX5" fmla="*/ 1293 w 373970"/>
                <a:gd name="connsiteY5" fmla="*/ 71257 h 468437"/>
                <a:gd name="connsiteX6" fmla="*/ 4722 w 373970"/>
                <a:gd name="connsiteY6" fmla="*/ 48397 h 468437"/>
                <a:gd name="connsiteX7" fmla="*/ 26344 w 373970"/>
                <a:gd name="connsiteY7" fmla="*/ 34967 h 468437"/>
                <a:gd name="connsiteX8" fmla="*/ 112069 w 373970"/>
                <a:gd name="connsiteY8" fmla="*/ 10963 h 468437"/>
                <a:gd name="connsiteX9" fmla="*/ 230274 w 373970"/>
                <a:gd name="connsiteY9" fmla="*/ 8678 h 468437"/>
                <a:gd name="connsiteX10" fmla="*/ 295139 w 373970"/>
                <a:gd name="connsiteY10" fmla="*/ 100689 h 468437"/>
                <a:gd name="connsiteX11" fmla="*/ 261516 w 373970"/>
                <a:gd name="connsiteY11" fmla="*/ 236420 h 468437"/>
                <a:gd name="connsiteX12" fmla="*/ 364862 w 373970"/>
                <a:gd name="connsiteY12" fmla="*/ 362722 h 468437"/>
                <a:gd name="connsiteX13" fmla="*/ 373054 w 373970"/>
                <a:gd name="connsiteY13" fmla="*/ 378724 h 468437"/>
                <a:gd name="connsiteX14" fmla="*/ 370863 w 373970"/>
                <a:gd name="connsiteY14" fmla="*/ 396059 h 468437"/>
                <a:gd name="connsiteX15" fmla="*/ 352004 w 373970"/>
                <a:gd name="connsiteY15" fmla="*/ 409013 h 468437"/>
                <a:gd name="connsiteX16" fmla="*/ 303712 w 373970"/>
                <a:gd name="connsiteY16" fmla="*/ 393678 h 468437"/>
                <a:gd name="connsiteX17" fmla="*/ 204080 w 373970"/>
                <a:gd name="connsiteY17" fmla="*/ 270901 h 468437"/>
                <a:gd name="connsiteX18" fmla="*/ 174457 w 373970"/>
                <a:gd name="connsiteY18" fmla="*/ 281092 h 468437"/>
                <a:gd name="connsiteX19" fmla="*/ 133405 w 373970"/>
                <a:gd name="connsiteY19" fmla="*/ 289379 h 468437"/>
                <a:gd name="connsiteX20" fmla="*/ 172934 w 373970"/>
                <a:gd name="connsiteY20" fmla="*/ 430349 h 468437"/>
                <a:gd name="connsiteX21" fmla="*/ 76636 w 373970"/>
                <a:gd name="connsiteY21" fmla="*/ 86782 h 468437"/>
                <a:gd name="connsiteX22" fmla="*/ 116641 w 373970"/>
                <a:gd name="connsiteY22" fmla="*/ 229467 h 468437"/>
                <a:gd name="connsiteX23" fmla="*/ 175124 w 373970"/>
                <a:gd name="connsiteY23" fmla="*/ 216894 h 468437"/>
                <a:gd name="connsiteX24" fmla="*/ 230179 w 373970"/>
                <a:gd name="connsiteY24" fmla="*/ 122120 h 468437"/>
                <a:gd name="connsiteX25" fmla="*/ 195603 w 373970"/>
                <a:gd name="connsiteY25" fmla="*/ 69828 h 468437"/>
                <a:gd name="connsiteX26" fmla="*/ 129976 w 373970"/>
                <a:gd name="connsiteY26" fmla="*/ 71828 h 468437"/>
                <a:gd name="connsiteX27" fmla="*/ 76636 w 373970"/>
                <a:gd name="connsiteY27" fmla="*/ 86782 h 46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73970" h="468437">
                  <a:moveTo>
                    <a:pt x="172934" y="430349"/>
                  </a:moveTo>
                  <a:cubicBezTo>
                    <a:pt x="175220" y="439302"/>
                    <a:pt x="174077" y="446923"/>
                    <a:pt x="169409" y="453209"/>
                  </a:cubicBezTo>
                  <a:cubicBezTo>
                    <a:pt x="164647" y="459210"/>
                    <a:pt x="157408" y="463686"/>
                    <a:pt x="147692" y="466354"/>
                  </a:cubicBezTo>
                  <a:cubicBezTo>
                    <a:pt x="137977" y="469116"/>
                    <a:pt x="129404" y="469116"/>
                    <a:pt x="122070" y="466449"/>
                  </a:cubicBezTo>
                  <a:cubicBezTo>
                    <a:pt x="114640" y="463782"/>
                    <a:pt x="109687" y="457972"/>
                    <a:pt x="107116" y="448732"/>
                  </a:cubicBezTo>
                  <a:lnTo>
                    <a:pt x="1293" y="71257"/>
                  </a:lnTo>
                  <a:cubicBezTo>
                    <a:pt x="-1183" y="62303"/>
                    <a:pt x="-136" y="54683"/>
                    <a:pt x="4722" y="48397"/>
                  </a:cubicBezTo>
                  <a:cubicBezTo>
                    <a:pt x="9580" y="42110"/>
                    <a:pt x="16723" y="37633"/>
                    <a:pt x="26344" y="34967"/>
                  </a:cubicBezTo>
                  <a:lnTo>
                    <a:pt x="112069" y="10963"/>
                  </a:lnTo>
                  <a:cubicBezTo>
                    <a:pt x="161218" y="-2848"/>
                    <a:pt x="200556" y="-3610"/>
                    <a:pt x="230274" y="8678"/>
                  </a:cubicBezTo>
                  <a:cubicBezTo>
                    <a:pt x="259992" y="20869"/>
                    <a:pt x="281614" y="51540"/>
                    <a:pt x="295139" y="100689"/>
                  </a:cubicBezTo>
                  <a:cubicBezTo>
                    <a:pt x="311808" y="160125"/>
                    <a:pt x="300569" y="205368"/>
                    <a:pt x="261516" y="236420"/>
                  </a:cubicBezTo>
                  <a:lnTo>
                    <a:pt x="364862" y="362722"/>
                  </a:lnTo>
                  <a:cubicBezTo>
                    <a:pt x="368768" y="367865"/>
                    <a:pt x="371530" y="373199"/>
                    <a:pt x="373054" y="378724"/>
                  </a:cubicBezTo>
                  <a:cubicBezTo>
                    <a:pt x="374768" y="384248"/>
                    <a:pt x="374102" y="389963"/>
                    <a:pt x="370863" y="396059"/>
                  </a:cubicBezTo>
                  <a:cubicBezTo>
                    <a:pt x="367720" y="402345"/>
                    <a:pt x="361433" y="406632"/>
                    <a:pt x="352004" y="409013"/>
                  </a:cubicBezTo>
                  <a:cubicBezTo>
                    <a:pt x="332192" y="414538"/>
                    <a:pt x="316094" y="409394"/>
                    <a:pt x="303712" y="393678"/>
                  </a:cubicBezTo>
                  <a:lnTo>
                    <a:pt x="204080" y="270901"/>
                  </a:lnTo>
                  <a:cubicBezTo>
                    <a:pt x="196270" y="274425"/>
                    <a:pt x="186364" y="277759"/>
                    <a:pt x="174457" y="281092"/>
                  </a:cubicBezTo>
                  <a:cubicBezTo>
                    <a:pt x="162551" y="284426"/>
                    <a:pt x="148835" y="287188"/>
                    <a:pt x="133405" y="289379"/>
                  </a:cubicBezTo>
                  <a:lnTo>
                    <a:pt x="172934" y="430349"/>
                  </a:lnTo>
                  <a:close/>
                  <a:moveTo>
                    <a:pt x="76636" y="86782"/>
                  </a:moveTo>
                  <a:lnTo>
                    <a:pt x="116641" y="229467"/>
                  </a:lnTo>
                  <a:cubicBezTo>
                    <a:pt x="132167" y="227657"/>
                    <a:pt x="151693" y="223466"/>
                    <a:pt x="175124" y="216894"/>
                  </a:cubicBezTo>
                  <a:cubicBezTo>
                    <a:pt x="225607" y="202987"/>
                    <a:pt x="243990" y="171364"/>
                    <a:pt x="230179" y="122120"/>
                  </a:cubicBezTo>
                  <a:cubicBezTo>
                    <a:pt x="222178" y="93736"/>
                    <a:pt x="210653" y="76305"/>
                    <a:pt x="195603" y="69828"/>
                  </a:cubicBezTo>
                  <a:cubicBezTo>
                    <a:pt x="180458" y="63351"/>
                    <a:pt x="158646" y="64018"/>
                    <a:pt x="129976" y="71828"/>
                  </a:cubicBezTo>
                  <a:lnTo>
                    <a:pt x="76636" y="867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8" name="Forme libre : forme 47">
              <a:extLst>
                <a:ext uri="{FF2B5EF4-FFF2-40B4-BE49-F238E27FC236}">
                  <a16:creationId xmlns:a16="http://schemas.microsoft.com/office/drawing/2014/main" id="{FF2B63E6-E55B-C306-1235-BF617BC2934C}"/>
                </a:ext>
              </a:extLst>
            </p:cNvPr>
            <p:cNvSpPr/>
            <p:nvPr/>
          </p:nvSpPr>
          <p:spPr>
            <a:xfrm>
              <a:off x="7050454" y="5974176"/>
              <a:ext cx="216666" cy="426937"/>
            </a:xfrm>
            <a:custGeom>
              <a:avLst/>
              <a:gdLst>
                <a:gd name="connsiteX0" fmla="*/ 2426 w 216666"/>
                <a:gd name="connsiteY0" fmla="*/ 42480 h 426937"/>
                <a:gd name="connsiteX1" fmla="*/ 3474 w 216666"/>
                <a:gd name="connsiteY1" fmla="*/ 19334 h 426937"/>
                <a:gd name="connsiteX2" fmla="*/ 23858 w 216666"/>
                <a:gd name="connsiteY2" fmla="*/ 3713 h 426937"/>
                <a:gd name="connsiteX3" fmla="*/ 49480 w 216666"/>
                <a:gd name="connsiteY3" fmla="*/ 1046 h 426937"/>
                <a:gd name="connsiteX4" fmla="*/ 65863 w 216666"/>
                <a:gd name="connsiteY4" fmla="*/ 16762 h 426937"/>
                <a:gd name="connsiteX5" fmla="*/ 214453 w 216666"/>
                <a:gd name="connsiteY5" fmla="*/ 384523 h 426937"/>
                <a:gd name="connsiteX6" fmla="*/ 213405 w 216666"/>
                <a:gd name="connsiteY6" fmla="*/ 407668 h 426937"/>
                <a:gd name="connsiteX7" fmla="*/ 193307 w 216666"/>
                <a:gd name="connsiteY7" fmla="*/ 423099 h 426937"/>
                <a:gd name="connsiteX8" fmla="*/ 167781 w 216666"/>
                <a:gd name="connsiteY8" fmla="*/ 426052 h 426937"/>
                <a:gd name="connsiteX9" fmla="*/ 151016 w 216666"/>
                <a:gd name="connsiteY9" fmla="*/ 410145 h 426937"/>
                <a:gd name="connsiteX10" fmla="*/ 2426 w 216666"/>
                <a:gd name="connsiteY10" fmla="*/ 42384 h 4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66" h="426937">
                  <a:moveTo>
                    <a:pt x="2426" y="42480"/>
                  </a:moveTo>
                  <a:cubicBezTo>
                    <a:pt x="-1098" y="33622"/>
                    <a:pt x="-812" y="26002"/>
                    <a:pt x="3474" y="19334"/>
                  </a:cubicBezTo>
                  <a:cubicBezTo>
                    <a:pt x="7665" y="12762"/>
                    <a:pt x="14523" y="7523"/>
                    <a:pt x="23858" y="3713"/>
                  </a:cubicBezTo>
                  <a:cubicBezTo>
                    <a:pt x="33192" y="-97"/>
                    <a:pt x="41765" y="-954"/>
                    <a:pt x="49480" y="1046"/>
                  </a:cubicBezTo>
                  <a:cubicBezTo>
                    <a:pt x="57195" y="3047"/>
                    <a:pt x="62624" y="8285"/>
                    <a:pt x="65863" y="16762"/>
                  </a:cubicBezTo>
                  <a:lnTo>
                    <a:pt x="214453" y="384523"/>
                  </a:lnTo>
                  <a:cubicBezTo>
                    <a:pt x="217691" y="393190"/>
                    <a:pt x="217406" y="400906"/>
                    <a:pt x="213405" y="407668"/>
                  </a:cubicBezTo>
                  <a:cubicBezTo>
                    <a:pt x="209405" y="414145"/>
                    <a:pt x="202642" y="419384"/>
                    <a:pt x="193307" y="423099"/>
                  </a:cubicBezTo>
                  <a:cubicBezTo>
                    <a:pt x="183973" y="426909"/>
                    <a:pt x="175400" y="427861"/>
                    <a:pt x="167781" y="426052"/>
                  </a:cubicBezTo>
                  <a:cubicBezTo>
                    <a:pt x="160160" y="424242"/>
                    <a:pt x="154541" y="418908"/>
                    <a:pt x="151016" y="410145"/>
                  </a:cubicBezTo>
                  <a:lnTo>
                    <a:pt x="2426" y="4238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9" name="Forme libre : forme 48">
              <a:extLst>
                <a:ext uri="{FF2B5EF4-FFF2-40B4-BE49-F238E27FC236}">
                  <a16:creationId xmlns:a16="http://schemas.microsoft.com/office/drawing/2014/main" id="{8F9A99AD-7291-53B1-9808-8FBA23CD9A2E}"/>
                </a:ext>
              </a:extLst>
            </p:cNvPr>
            <p:cNvSpPr/>
            <p:nvPr/>
          </p:nvSpPr>
          <p:spPr>
            <a:xfrm>
              <a:off x="7249146" y="5827322"/>
              <a:ext cx="402092" cy="465771"/>
            </a:xfrm>
            <a:custGeom>
              <a:avLst/>
              <a:gdLst>
                <a:gd name="connsiteX0" fmla="*/ 96247 w 402092"/>
                <a:gd name="connsiteY0" fmla="*/ 28552 h 465771"/>
                <a:gd name="connsiteX1" fmla="*/ 202451 w 402092"/>
                <a:gd name="connsiteY1" fmla="*/ 834 h 465771"/>
                <a:gd name="connsiteX2" fmla="*/ 275603 w 402092"/>
                <a:gd name="connsiteY2" fmla="*/ 62080 h 465771"/>
                <a:gd name="connsiteX3" fmla="*/ 266935 w 402092"/>
                <a:gd name="connsiteY3" fmla="*/ 181714 h 465771"/>
                <a:gd name="connsiteX4" fmla="*/ 383235 w 402092"/>
                <a:gd name="connsiteY4" fmla="*/ 238483 h 465771"/>
                <a:gd name="connsiteX5" fmla="*/ 394380 w 402092"/>
                <a:gd name="connsiteY5" fmla="*/ 339353 h 465771"/>
                <a:gd name="connsiteX6" fmla="*/ 308464 w 402092"/>
                <a:gd name="connsiteY6" fmla="*/ 418315 h 465771"/>
                <a:gd name="connsiteX7" fmla="*/ 230073 w 402092"/>
                <a:gd name="connsiteY7" fmla="*/ 460511 h 465771"/>
                <a:gd name="connsiteX8" fmla="*/ 205404 w 402092"/>
                <a:gd name="connsiteY8" fmla="*/ 465369 h 465771"/>
                <a:gd name="connsiteX9" fmla="*/ 187116 w 402092"/>
                <a:gd name="connsiteY9" fmla="*/ 452034 h 465771"/>
                <a:gd name="connsiteX10" fmla="*/ 3474 w 402092"/>
                <a:gd name="connsiteY10" fmla="*/ 110563 h 465771"/>
                <a:gd name="connsiteX11" fmla="*/ 2235 w 402092"/>
                <a:gd name="connsiteY11" fmla="*/ 87702 h 465771"/>
                <a:gd name="connsiteX12" fmla="*/ 19952 w 402092"/>
                <a:gd name="connsiteY12" fmla="*/ 69700 h 465771"/>
                <a:gd name="connsiteX13" fmla="*/ 96342 w 402092"/>
                <a:gd name="connsiteY13" fmla="*/ 28647 h 465771"/>
                <a:gd name="connsiteX14" fmla="*/ 80245 w 402092"/>
                <a:gd name="connsiteY14" fmla="*/ 109134 h 465771"/>
                <a:gd name="connsiteX15" fmla="*/ 139300 w 402092"/>
                <a:gd name="connsiteY15" fmla="*/ 218957 h 465771"/>
                <a:gd name="connsiteX16" fmla="*/ 188068 w 402092"/>
                <a:gd name="connsiteY16" fmla="*/ 192763 h 465771"/>
                <a:gd name="connsiteX17" fmla="*/ 225882 w 402092"/>
                <a:gd name="connsiteY17" fmla="*/ 153234 h 465771"/>
                <a:gd name="connsiteX18" fmla="*/ 218929 w 402092"/>
                <a:gd name="connsiteY18" fmla="*/ 101132 h 465771"/>
                <a:gd name="connsiteX19" fmla="*/ 182448 w 402092"/>
                <a:gd name="connsiteY19" fmla="*/ 69128 h 465771"/>
                <a:gd name="connsiteX20" fmla="*/ 127108 w 402092"/>
                <a:gd name="connsiteY20" fmla="*/ 83892 h 465771"/>
                <a:gd name="connsiteX21" fmla="*/ 80245 w 402092"/>
                <a:gd name="connsiteY21" fmla="*/ 109134 h 465771"/>
                <a:gd name="connsiteX22" fmla="*/ 169399 w 402092"/>
                <a:gd name="connsiteY22" fmla="*/ 274773 h 465771"/>
                <a:gd name="connsiteX23" fmla="*/ 230359 w 402092"/>
                <a:gd name="connsiteY23" fmla="*/ 388121 h 465771"/>
                <a:gd name="connsiteX24" fmla="*/ 280175 w 402092"/>
                <a:gd name="connsiteY24" fmla="*/ 361260 h 465771"/>
                <a:gd name="connsiteX25" fmla="*/ 326657 w 402092"/>
                <a:gd name="connsiteY25" fmla="*/ 319731 h 465771"/>
                <a:gd name="connsiteX26" fmla="*/ 320656 w 402092"/>
                <a:gd name="connsiteY26" fmla="*/ 266772 h 465771"/>
                <a:gd name="connsiteX27" fmla="*/ 280841 w 402092"/>
                <a:gd name="connsiteY27" fmla="*/ 231911 h 465771"/>
                <a:gd name="connsiteX28" fmla="*/ 218643 w 402092"/>
                <a:gd name="connsiteY28" fmla="*/ 248198 h 465771"/>
                <a:gd name="connsiteX29" fmla="*/ 169304 w 402092"/>
                <a:gd name="connsiteY29" fmla="*/ 274773 h 46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2092" h="465771">
                  <a:moveTo>
                    <a:pt x="96247" y="28552"/>
                  </a:moveTo>
                  <a:cubicBezTo>
                    <a:pt x="137681" y="6264"/>
                    <a:pt x="173019" y="-2976"/>
                    <a:pt x="202451" y="834"/>
                  </a:cubicBezTo>
                  <a:cubicBezTo>
                    <a:pt x="231788" y="4645"/>
                    <a:pt x="256172" y="25123"/>
                    <a:pt x="275603" y="62080"/>
                  </a:cubicBezTo>
                  <a:cubicBezTo>
                    <a:pt x="298082" y="103895"/>
                    <a:pt x="295224" y="143805"/>
                    <a:pt x="266935" y="181714"/>
                  </a:cubicBezTo>
                  <a:cubicBezTo>
                    <a:pt x="316465" y="167522"/>
                    <a:pt x="355232" y="186477"/>
                    <a:pt x="383235" y="238483"/>
                  </a:cubicBezTo>
                  <a:cubicBezTo>
                    <a:pt x="403905" y="276773"/>
                    <a:pt x="407524" y="310397"/>
                    <a:pt x="394380" y="339353"/>
                  </a:cubicBezTo>
                  <a:cubicBezTo>
                    <a:pt x="381140" y="368214"/>
                    <a:pt x="352470" y="394503"/>
                    <a:pt x="308464" y="418315"/>
                  </a:cubicBezTo>
                  <a:lnTo>
                    <a:pt x="230073" y="460511"/>
                  </a:lnTo>
                  <a:cubicBezTo>
                    <a:pt x="221691" y="464987"/>
                    <a:pt x="213500" y="466607"/>
                    <a:pt x="205404" y="465369"/>
                  </a:cubicBezTo>
                  <a:cubicBezTo>
                    <a:pt x="197307" y="464035"/>
                    <a:pt x="191307" y="459653"/>
                    <a:pt x="187116" y="452034"/>
                  </a:cubicBezTo>
                  <a:lnTo>
                    <a:pt x="3474" y="110563"/>
                  </a:lnTo>
                  <a:cubicBezTo>
                    <a:pt x="-717" y="102752"/>
                    <a:pt x="-1098" y="95132"/>
                    <a:pt x="2235" y="87702"/>
                  </a:cubicBezTo>
                  <a:cubicBezTo>
                    <a:pt x="5664" y="80273"/>
                    <a:pt x="11570" y="74272"/>
                    <a:pt x="19952" y="69700"/>
                  </a:cubicBezTo>
                  <a:lnTo>
                    <a:pt x="96342" y="28647"/>
                  </a:lnTo>
                  <a:close/>
                  <a:moveTo>
                    <a:pt x="80245" y="109134"/>
                  </a:moveTo>
                  <a:lnTo>
                    <a:pt x="139300" y="218957"/>
                  </a:lnTo>
                  <a:lnTo>
                    <a:pt x="188068" y="192763"/>
                  </a:lnTo>
                  <a:cubicBezTo>
                    <a:pt x="207785" y="182381"/>
                    <a:pt x="220358" y="169236"/>
                    <a:pt x="225882" y="153234"/>
                  </a:cubicBezTo>
                  <a:cubicBezTo>
                    <a:pt x="231312" y="137232"/>
                    <a:pt x="229025" y="119897"/>
                    <a:pt x="218929" y="101132"/>
                  </a:cubicBezTo>
                  <a:cubicBezTo>
                    <a:pt x="208833" y="82368"/>
                    <a:pt x="196641" y="71700"/>
                    <a:pt x="182448" y="69128"/>
                  </a:cubicBezTo>
                  <a:cubicBezTo>
                    <a:pt x="168066" y="66843"/>
                    <a:pt x="149682" y="71796"/>
                    <a:pt x="127108" y="83892"/>
                  </a:cubicBezTo>
                  <a:lnTo>
                    <a:pt x="80245" y="109134"/>
                  </a:lnTo>
                  <a:close/>
                  <a:moveTo>
                    <a:pt x="169399" y="274773"/>
                  </a:moveTo>
                  <a:lnTo>
                    <a:pt x="230359" y="388121"/>
                  </a:lnTo>
                  <a:lnTo>
                    <a:pt x="280175" y="361260"/>
                  </a:lnTo>
                  <a:cubicBezTo>
                    <a:pt x="304368" y="348211"/>
                    <a:pt x="319894" y="334400"/>
                    <a:pt x="326657" y="319731"/>
                  </a:cubicBezTo>
                  <a:cubicBezTo>
                    <a:pt x="333705" y="304968"/>
                    <a:pt x="331705" y="287251"/>
                    <a:pt x="320656" y="266772"/>
                  </a:cubicBezTo>
                  <a:cubicBezTo>
                    <a:pt x="309702" y="246389"/>
                    <a:pt x="296463" y="234768"/>
                    <a:pt x="280841" y="231911"/>
                  </a:cubicBezTo>
                  <a:cubicBezTo>
                    <a:pt x="265221" y="229054"/>
                    <a:pt x="244551" y="234482"/>
                    <a:pt x="218643" y="248198"/>
                  </a:cubicBezTo>
                  <a:lnTo>
                    <a:pt x="169304" y="27477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0" name="Forme libre : forme 49">
              <a:extLst>
                <a:ext uri="{FF2B5EF4-FFF2-40B4-BE49-F238E27FC236}">
                  <a16:creationId xmlns:a16="http://schemas.microsoft.com/office/drawing/2014/main" id="{8425137A-EAFC-1B1F-F707-963881039971}"/>
                </a:ext>
              </a:extLst>
            </p:cNvPr>
            <p:cNvSpPr/>
            <p:nvPr/>
          </p:nvSpPr>
          <p:spPr>
            <a:xfrm>
              <a:off x="7642409" y="5637243"/>
              <a:ext cx="417193" cy="467371"/>
            </a:xfrm>
            <a:custGeom>
              <a:avLst/>
              <a:gdLst>
                <a:gd name="connsiteX0" fmla="*/ 141039 w 417193"/>
                <a:gd name="connsiteY0" fmla="*/ 459804 h 467371"/>
                <a:gd name="connsiteX1" fmla="*/ 135134 w 417193"/>
                <a:gd name="connsiteY1" fmla="*/ 449518 h 467371"/>
                <a:gd name="connsiteX2" fmla="*/ 2832 w 417193"/>
                <a:gd name="connsiteY2" fmla="*/ 65183 h 467371"/>
                <a:gd name="connsiteX3" fmla="*/ 15309 w 417193"/>
                <a:gd name="connsiteY3" fmla="*/ 23845 h 467371"/>
                <a:gd name="connsiteX4" fmla="*/ 38646 w 417193"/>
                <a:gd name="connsiteY4" fmla="*/ 6890 h 467371"/>
                <a:gd name="connsiteX5" fmla="*/ 82841 w 417193"/>
                <a:gd name="connsiteY5" fmla="*/ 10129 h 467371"/>
                <a:gd name="connsiteX6" fmla="*/ 405930 w 417193"/>
                <a:gd name="connsiteY6" fmla="*/ 253207 h 467371"/>
                <a:gd name="connsiteX7" fmla="*/ 414883 w 417193"/>
                <a:gd name="connsiteY7" fmla="*/ 262351 h 467371"/>
                <a:gd name="connsiteX8" fmla="*/ 415740 w 417193"/>
                <a:gd name="connsiteY8" fmla="*/ 278353 h 467371"/>
                <a:gd name="connsiteX9" fmla="*/ 400500 w 417193"/>
                <a:gd name="connsiteY9" fmla="*/ 297498 h 467371"/>
                <a:gd name="connsiteX10" fmla="*/ 352399 w 417193"/>
                <a:gd name="connsiteY10" fmla="*/ 298260 h 467371"/>
                <a:gd name="connsiteX11" fmla="*/ 285248 w 417193"/>
                <a:gd name="connsiteY11" fmla="*/ 246635 h 467371"/>
                <a:gd name="connsiteX12" fmla="*/ 158851 w 417193"/>
                <a:gd name="connsiteY12" fmla="*/ 338646 h 467371"/>
                <a:gd name="connsiteX13" fmla="*/ 186474 w 417193"/>
                <a:gd name="connsiteY13" fmla="*/ 415227 h 467371"/>
                <a:gd name="connsiteX14" fmla="*/ 191141 w 417193"/>
                <a:gd name="connsiteY14" fmla="*/ 441326 h 467371"/>
                <a:gd name="connsiteX15" fmla="*/ 177330 w 417193"/>
                <a:gd name="connsiteY15" fmla="*/ 459899 h 467371"/>
                <a:gd name="connsiteX16" fmla="*/ 155613 w 417193"/>
                <a:gd name="connsiteY16" fmla="*/ 467234 h 467371"/>
                <a:gd name="connsiteX17" fmla="*/ 140849 w 417193"/>
                <a:gd name="connsiteY17" fmla="*/ 459614 h 467371"/>
                <a:gd name="connsiteX18" fmla="*/ 64458 w 417193"/>
                <a:gd name="connsiteY18" fmla="*/ 76804 h 467371"/>
                <a:gd name="connsiteX19" fmla="*/ 137039 w 417193"/>
                <a:gd name="connsiteY19" fmla="*/ 278258 h 467371"/>
                <a:gd name="connsiteX20" fmla="*/ 234289 w 417193"/>
                <a:gd name="connsiteY20" fmla="*/ 207487 h 467371"/>
                <a:gd name="connsiteX21" fmla="*/ 64458 w 417193"/>
                <a:gd name="connsiteY21" fmla="*/ 76804 h 467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7193" h="467371">
                  <a:moveTo>
                    <a:pt x="141039" y="459804"/>
                  </a:moveTo>
                  <a:cubicBezTo>
                    <a:pt x="137801" y="455328"/>
                    <a:pt x="135800" y="451899"/>
                    <a:pt x="135134" y="449518"/>
                  </a:cubicBezTo>
                  <a:lnTo>
                    <a:pt x="2832" y="65183"/>
                  </a:lnTo>
                  <a:cubicBezTo>
                    <a:pt x="-3455" y="48229"/>
                    <a:pt x="736" y="34513"/>
                    <a:pt x="15309" y="23845"/>
                  </a:cubicBezTo>
                  <a:lnTo>
                    <a:pt x="38646" y="6890"/>
                  </a:lnTo>
                  <a:cubicBezTo>
                    <a:pt x="52552" y="-3301"/>
                    <a:pt x="67316" y="-2158"/>
                    <a:pt x="82841" y="10129"/>
                  </a:cubicBezTo>
                  <a:lnTo>
                    <a:pt x="405930" y="253207"/>
                  </a:lnTo>
                  <a:cubicBezTo>
                    <a:pt x="409168" y="255588"/>
                    <a:pt x="412216" y="258636"/>
                    <a:pt x="414883" y="262351"/>
                  </a:cubicBezTo>
                  <a:cubicBezTo>
                    <a:pt x="417645" y="266066"/>
                    <a:pt x="417931" y="271400"/>
                    <a:pt x="415740" y="278353"/>
                  </a:cubicBezTo>
                  <a:cubicBezTo>
                    <a:pt x="413740" y="285401"/>
                    <a:pt x="408597" y="291783"/>
                    <a:pt x="400500" y="297498"/>
                  </a:cubicBezTo>
                  <a:cubicBezTo>
                    <a:pt x="383832" y="309690"/>
                    <a:pt x="367734" y="309976"/>
                    <a:pt x="352399" y="298260"/>
                  </a:cubicBezTo>
                  <a:lnTo>
                    <a:pt x="285248" y="246635"/>
                  </a:lnTo>
                  <a:lnTo>
                    <a:pt x="158851" y="338646"/>
                  </a:lnTo>
                  <a:lnTo>
                    <a:pt x="186474" y="415227"/>
                  </a:lnTo>
                  <a:cubicBezTo>
                    <a:pt x="190855" y="425800"/>
                    <a:pt x="192474" y="434468"/>
                    <a:pt x="191141" y="441326"/>
                  </a:cubicBezTo>
                  <a:cubicBezTo>
                    <a:pt x="189712" y="447993"/>
                    <a:pt x="185140" y="454185"/>
                    <a:pt x="177330" y="459899"/>
                  </a:cubicBezTo>
                  <a:cubicBezTo>
                    <a:pt x="169519" y="465614"/>
                    <a:pt x="162280" y="467995"/>
                    <a:pt x="155613" y="467234"/>
                  </a:cubicBezTo>
                  <a:cubicBezTo>
                    <a:pt x="148945" y="466472"/>
                    <a:pt x="144087" y="463900"/>
                    <a:pt x="140849" y="459614"/>
                  </a:cubicBezTo>
                  <a:moveTo>
                    <a:pt x="64458" y="76804"/>
                  </a:moveTo>
                  <a:lnTo>
                    <a:pt x="137039" y="278258"/>
                  </a:lnTo>
                  <a:lnTo>
                    <a:pt x="234289" y="207487"/>
                  </a:lnTo>
                  <a:lnTo>
                    <a:pt x="64458" y="7680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1" name="Forme libre : forme 50">
              <a:extLst>
                <a:ext uri="{FF2B5EF4-FFF2-40B4-BE49-F238E27FC236}">
                  <a16:creationId xmlns:a16="http://schemas.microsoft.com/office/drawing/2014/main" id="{6D9B61D4-C560-B796-B241-A86AF620C6C4}"/>
                </a:ext>
              </a:extLst>
            </p:cNvPr>
            <p:cNvSpPr/>
            <p:nvPr/>
          </p:nvSpPr>
          <p:spPr>
            <a:xfrm>
              <a:off x="7901339" y="5362910"/>
              <a:ext cx="414994" cy="434933"/>
            </a:xfrm>
            <a:custGeom>
              <a:avLst/>
              <a:gdLst>
                <a:gd name="connsiteX0" fmla="*/ 48130 w 414994"/>
                <a:gd name="connsiteY0" fmla="*/ 45670 h 434933"/>
                <a:gd name="connsiteX1" fmla="*/ 138617 w 414994"/>
                <a:gd name="connsiteY1" fmla="*/ 712 h 434933"/>
                <a:gd name="connsiteX2" fmla="*/ 217579 w 414994"/>
                <a:gd name="connsiteY2" fmla="*/ 27573 h 434933"/>
                <a:gd name="connsiteX3" fmla="*/ 227295 w 414994"/>
                <a:gd name="connsiteY3" fmla="*/ 52528 h 434933"/>
                <a:gd name="connsiteX4" fmla="*/ 213484 w 414994"/>
                <a:gd name="connsiteY4" fmla="*/ 77770 h 434933"/>
                <a:gd name="connsiteX5" fmla="*/ 174336 w 414994"/>
                <a:gd name="connsiteY5" fmla="*/ 84342 h 434933"/>
                <a:gd name="connsiteX6" fmla="*/ 134045 w 414994"/>
                <a:gd name="connsiteY6" fmla="*/ 71483 h 434933"/>
                <a:gd name="connsiteX7" fmla="*/ 91469 w 414994"/>
                <a:gd name="connsiteY7" fmla="*/ 92057 h 434933"/>
                <a:gd name="connsiteX8" fmla="*/ 67465 w 414994"/>
                <a:gd name="connsiteY8" fmla="*/ 133872 h 434933"/>
                <a:gd name="connsiteX9" fmla="*/ 81848 w 414994"/>
                <a:gd name="connsiteY9" fmla="*/ 174925 h 434933"/>
                <a:gd name="connsiteX10" fmla="*/ 128521 w 414994"/>
                <a:gd name="connsiteY10" fmla="*/ 193213 h 434933"/>
                <a:gd name="connsiteX11" fmla="*/ 188814 w 414994"/>
                <a:gd name="connsiteY11" fmla="*/ 183592 h 434933"/>
                <a:gd name="connsiteX12" fmla="*/ 253203 w 414994"/>
                <a:gd name="connsiteY12" fmla="*/ 166543 h 434933"/>
                <a:gd name="connsiteX13" fmla="*/ 319878 w 414994"/>
                <a:gd name="connsiteY13" fmla="*/ 164066 h 434933"/>
                <a:gd name="connsiteX14" fmla="*/ 378171 w 414994"/>
                <a:gd name="connsiteY14" fmla="*/ 195594 h 434933"/>
                <a:gd name="connsiteX15" fmla="*/ 414366 w 414994"/>
                <a:gd name="connsiteY15" fmla="*/ 288082 h 434933"/>
                <a:gd name="connsiteX16" fmla="*/ 363503 w 414994"/>
                <a:gd name="connsiteY16" fmla="*/ 380760 h 434933"/>
                <a:gd name="connsiteX17" fmla="*/ 286826 w 414994"/>
                <a:gd name="connsiteY17" fmla="*/ 426194 h 434933"/>
                <a:gd name="connsiteX18" fmla="*/ 220151 w 414994"/>
                <a:gd name="connsiteY18" fmla="*/ 424861 h 434933"/>
                <a:gd name="connsiteX19" fmla="*/ 210340 w 414994"/>
                <a:gd name="connsiteY19" fmla="*/ 401620 h 434933"/>
                <a:gd name="connsiteX20" fmla="*/ 217008 w 414994"/>
                <a:gd name="connsiteY20" fmla="*/ 379331 h 434933"/>
                <a:gd name="connsiteX21" fmla="*/ 233867 w 414994"/>
                <a:gd name="connsiteY21" fmla="*/ 370949 h 434933"/>
                <a:gd name="connsiteX22" fmla="*/ 322068 w 414994"/>
                <a:gd name="connsiteY22" fmla="*/ 332468 h 434933"/>
                <a:gd name="connsiteX23" fmla="*/ 333880 w 414994"/>
                <a:gd name="connsiteY23" fmla="*/ 248362 h 434933"/>
                <a:gd name="connsiteX24" fmla="*/ 291303 w 414994"/>
                <a:gd name="connsiteY24" fmla="*/ 233885 h 434933"/>
                <a:gd name="connsiteX25" fmla="*/ 231391 w 414994"/>
                <a:gd name="connsiteY25" fmla="*/ 244362 h 434933"/>
                <a:gd name="connsiteX26" fmla="*/ 166049 w 414994"/>
                <a:gd name="connsiteY26" fmla="*/ 261126 h 434933"/>
                <a:gd name="connsiteX27" fmla="*/ 97564 w 414994"/>
                <a:gd name="connsiteY27" fmla="*/ 261126 h 434933"/>
                <a:gd name="connsiteX28" fmla="*/ 36604 w 414994"/>
                <a:gd name="connsiteY28" fmla="*/ 226455 h 434933"/>
                <a:gd name="connsiteX29" fmla="*/ 600 w 414994"/>
                <a:gd name="connsiteY29" fmla="*/ 134634 h 434933"/>
                <a:gd name="connsiteX30" fmla="*/ 48034 w 414994"/>
                <a:gd name="connsiteY30" fmla="*/ 45670 h 434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14994" h="434933">
                  <a:moveTo>
                    <a:pt x="48130" y="45670"/>
                  </a:moveTo>
                  <a:cubicBezTo>
                    <a:pt x="75943" y="19095"/>
                    <a:pt x="106137" y="4141"/>
                    <a:pt x="138617" y="712"/>
                  </a:cubicBezTo>
                  <a:cubicBezTo>
                    <a:pt x="171193" y="-2717"/>
                    <a:pt x="197482" y="6237"/>
                    <a:pt x="217579" y="27573"/>
                  </a:cubicBezTo>
                  <a:cubicBezTo>
                    <a:pt x="224819" y="35193"/>
                    <a:pt x="228057" y="43575"/>
                    <a:pt x="227295" y="52528"/>
                  </a:cubicBezTo>
                  <a:cubicBezTo>
                    <a:pt x="226438" y="61577"/>
                    <a:pt x="221866" y="69959"/>
                    <a:pt x="213484" y="77770"/>
                  </a:cubicBezTo>
                  <a:cubicBezTo>
                    <a:pt x="199577" y="91010"/>
                    <a:pt x="186528" y="93200"/>
                    <a:pt x="174336" y="84342"/>
                  </a:cubicBezTo>
                  <a:cubicBezTo>
                    <a:pt x="162049" y="75484"/>
                    <a:pt x="148714" y="71197"/>
                    <a:pt x="134045" y="71483"/>
                  </a:cubicBezTo>
                  <a:cubicBezTo>
                    <a:pt x="119472" y="71769"/>
                    <a:pt x="105280" y="78627"/>
                    <a:pt x="91469" y="92057"/>
                  </a:cubicBezTo>
                  <a:cubicBezTo>
                    <a:pt x="77848" y="105106"/>
                    <a:pt x="69847" y="119013"/>
                    <a:pt x="67465" y="133872"/>
                  </a:cubicBezTo>
                  <a:cubicBezTo>
                    <a:pt x="65084" y="148731"/>
                    <a:pt x="69847" y="162352"/>
                    <a:pt x="81848" y="174925"/>
                  </a:cubicBezTo>
                  <a:cubicBezTo>
                    <a:pt x="93850" y="187497"/>
                    <a:pt x="109375" y="193593"/>
                    <a:pt x="128521" y="193213"/>
                  </a:cubicBezTo>
                  <a:cubicBezTo>
                    <a:pt x="147571" y="192736"/>
                    <a:pt x="167669" y="189498"/>
                    <a:pt x="188814" y="183592"/>
                  </a:cubicBezTo>
                  <a:cubicBezTo>
                    <a:pt x="209959" y="177591"/>
                    <a:pt x="231486" y="171972"/>
                    <a:pt x="253203" y="166543"/>
                  </a:cubicBezTo>
                  <a:cubicBezTo>
                    <a:pt x="275015" y="161113"/>
                    <a:pt x="297208" y="160351"/>
                    <a:pt x="319878" y="164066"/>
                  </a:cubicBezTo>
                  <a:cubicBezTo>
                    <a:pt x="342547" y="167781"/>
                    <a:pt x="361978" y="178354"/>
                    <a:pt x="378171" y="195594"/>
                  </a:cubicBezTo>
                  <a:cubicBezTo>
                    <a:pt x="405984" y="224645"/>
                    <a:pt x="417985" y="255506"/>
                    <a:pt x="414366" y="288082"/>
                  </a:cubicBezTo>
                  <a:cubicBezTo>
                    <a:pt x="410746" y="320657"/>
                    <a:pt x="393792" y="351518"/>
                    <a:pt x="363503" y="380760"/>
                  </a:cubicBezTo>
                  <a:cubicBezTo>
                    <a:pt x="344453" y="398952"/>
                    <a:pt x="318926" y="414097"/>
                    <a:pt x="286826" y="426194"/>
                  </a:cubicBezTo>
                  <a:cubicBezTo>
                    <a:pt x="254727" y="438291"/>
                    <a:pt x="232534" y="437815"/>
                    <a:pt x="220151" y="424861"/>
                  </a:cubicBezTo>
                  <a:cubicBezTo>
                    <a:pt x="214531" y="419051"/>
                    <a:pt x="211293" y="411335"/>
                    <a:pt x="210340" y="401620"/>
                  </a:cubicBezTo>
                  <a:cubicBezTo>
                    <a:pt x="209388" y="391904"/>
                    <a:pt x="211674" y="384570"/>
                    <a:pt x="217008" y="379331"/>
                  </a:cubicBezTo>
                  <a:cubicBezTo>
                    <a:pt x="222437" y="374188"/>
                    <a:pt x="228057" y="371426"/>
                    <a:pt x="233867" y="370949"/>
                  </a:cubicBezTo>
                  <a:cubicBezTo>
                    <a:pt x="268348" y="368282"/>
                    <a:pt x="297684" y="355423"/>
                    <a:pt x="322068" y="332468"/>
                  </a:cubicBezTo>
                  <a:cubicBezTo>
                    <a:pt x="354168" y="301702"/>
                    <a:pt x="358169" y="273699"/>
                    <a:pt x="333880" y="248362"/>
                  </a:cubicBezTo>
                  <a:cubicBezTo>
                    <a:pt x="323878" y="237885"/>
                    <a:pt x="309686" y="233122"/>
                    <a:pt x="291303" y="233885"/>
                  </a:cubicBezTo>
                  <a:cubicBezTo>
                    <a:pt x="272920" y="234646"/>
                    <a:pt x="252917" y="238170"/>
                    <a:pt x="231391" y="244362"/>
                  </a:cubicBezTo>
                  <a:cubicBezTo>
                    <a:pt x="209959" y="250648"/>
                    <a:pt x="188147" y="256173"/>
                    <a:pt x="166049" y="261126"/>
                  </a:cubicBezTo>
                  <a:cubicBezTo>
                    <a:pt x="143665" y="265698"/>
                    <a:pt x="120805" y="265698"/>
                    <a:pt x="97564" y="261126"/>
                  </a:cubicBezTo>
                  <a:cubicBezTo>
                    <a:pt x="74323" y="256553"/>
                    <a:pt x="53940" y="244933"/>
                    <a:pt x="36604" y="226455"/>
                  </a:cubicBezTo>
                  <a:cubicBezTo>
                    <a:pt x="9077" y="197689"/>
                    <a:pt x="-2924" y="167114"/>
                    <a:pt x="600" y="134634"/>
                  </a:cubicBezTo>
                  <a:cubicBezTo>
                    <a:pt x="4410" y="101868"/>
                    <a:pt x="20221" y="72245"/>
                    <a:pt x="48034" y="456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pic>
        <p:nvPicPr>
          <p:cNvPr id="52" name="Image 51" descr="Une image contenant graphisme, Graphique, drapeau&#10;&#10;Description générée automatiquement">
            <a:extLst>
              <a:ext uri="{FF2B5EF4-FFF2-40B4-BE49-F238E27FC236}">
                <a16:creationId xmlns:a16="http://schemas.microsoft.com/office/drawing/2014/main" id="{1C5422E1-2403-BE2A-08EF-65A9A21124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4998" y="6254748"/>
            <a:ext cx="1707867" cy="353841"/>
          </a:xfrm>
          <a:prstGeom prst="rect">
            <a:avLst/>
          </a:prstGeom>
        </p:spPr>
      </p:pic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662F456-3002-4E4E-AD3F-ECB3B309C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DFEB3-5516-4F20-A9A0-1BE8DA6AA0BB}" type="datetime1">
              <a:rPr lang="fr-FR" smtClean="0"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C24024C-0B31-8242-FED6-44007ABF6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CED75C-CA95-9196-9D59-F6426436C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23517" y="6346492"/>
            <a:ext cx="344966" cy="200055"/>
          </a:xfrm>
          <a:prstGeom prst="rect">
            <a:avLst/>
          </a:prstGeom>
        </p:spPr>
        <p:txBody>
          <a:bodyPr/>
          <a:lstStyle/>
          <a:p>
            <a:fld id="{12EA5F4A-9FB0-4812-AB35-92F9E0180226}" type="slidenum">
              <a:rPr lang="fr-FR" smtClean="0"/>
              <a:t>‹#›</a:t>
            </a:fld>
            <a:endParaRPr lang="fr-FR"/>
          </a:p>
        </p:txBody>
      </p:sp>
      <p:sp>
        <p:nvSpPr>
          <p:cNvPr id="5" name="Rectangle : avec coins arrondis en haut 4">
            <a:extLst>
              <a:ext uri="{FF2B5EF4-FFF2-40B4-BE49-F238E27FC236}">
                <a16:creationId xmlns:a16="http://schemas.microsoft.com/office/drawing/2014/main" id="{97C8D201-623A-FEAF-A65D-4201CBD5190A}"/>
              </a:ext>
            </a:extLst>
          </p:cNvPr>
          <p:cNvSpPr/>
          <p:nvPr userDrawn="1"/>
        </p:nvSpPr>
        <p:spPr>
          <a:xfrm rot="16200000">
            <a:off x="6713824" y="-239005"/>
            <a:ext cx="4443306" cy="651304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6" name="Graphique 44">
            <a:extLst>
              <a:ext uri="{FF2B5EF4-FFF2-40B4-BE49-F238E27FC236}">
                <a16:creationId xmlns:a16="http://schemas.microsoft.com/office/drawing/2014/main" id="{7052B22E-4EEF-1D34-890B-5110AD063750}"/>
              </a:ext>
            </a:extLst>
          </p:cNvPr>
          <p:cNvGrpSpPr/>
          <p:nvPr userDrawn="1"/>
        </p:nvGrpSpPr>
        <p:grpSpPr>
          <a:xfrm>
            <a:off x="1599720" y="1828799"/>
            <a:ext cx="2077411" cy="2396068"/>
            <a:chOff x="3319466" y="228601"/>
            <a:chExt cx="5551927" cy="6403564"/>
          </a:xfrm>
          <a:solidFill>
            <a:schemeClr val="accent6"/>
          </a:solidFill>
        </p:grpSpPr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551C0E94-F96C-729D-980B-BB20E4C05E2F}"/>
                </a:ext>
              </a:extLst>
            </p:cNvPr>
            <p:cNvSpPr/>
            <p:nvPr/>
          </p:nvSpPr>
          <p:spPr>
            <a:xfrm>
              <a:off x="3319466" y="1781951"/>
              <a:ext cx="1254828" cy="3190491"/>
            </a:xfrm>
            <a:custGeom>
              <a:avLst/>
              <a:gdLst>
                <a:gd name="connsiteX0" fmla="*/ 185 w 1254828"/>
                <a:gd name="connsiteY0" fmla="*/ 186391 h 3190491"/>
                <a:gd name="connsiteX1" fmla="*/ 174017 w 1254828"/>
                <a:gd name="connsiteY1" fmla="*/ 178 h 3190491"/>
                <a:gd name="connsiteX2" fmla="*/ 360040 w 1254828"/>
                <a:gd name="connsiteY2" fmla="*/ 169913 h 3190491"/>
                <a:gd name="connsiteX3" fmla="*/ 481198 w 1254828"/>
                <a:gd name="connsiteY3" fmla="*/ 2822340 h 3190491"/>
                <a:gd name="connsiteX4" fmla="*/ 1064509 w 1254828"/>
                <a:gd name="connsiteY4" fmla="*/ 2795670 h 3190491"/>
                <a:gd name="connsiteX5" fmla="*/ 1254628 w 1254828"/>
                <a:gd name="connsiteY5" fmla="*/ 2965310 h 3190491"/>
                <a:gd name="connsiteX6" fmla="*/ 1080987 w 1254828"/>
                <a:gd name="connsiteY6" fmla="*/ 3155525 h 3190491"/>
                <a:gd name="connsiteX7" fmla="*/ 319749 w 1254828"/>
                <a:gd name="connsiteY7" fmla="*/ 3190291 h 3190491"/>
                <a:gd name="connsiteX8" fmla="*/ 129535 w 1254828"/>
                <a:gd name="connsiteY8" fmla="*/ 3016650 h 3190491"/>
                <a:gd name="connsiteX9" fmla="*/ 185 w 1254828"/>
                <a:gd name="connsiteY9" fmla="*/ 186391 h 319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54828" h="3190491">
                  <a:moveTo>
                    <a:pt x="185" y="186391"/>
                  </a:moveTo>
                  <a:cubicBezTo>
                    <a:pt x="-4291" y="89332"/>
                    <a:pt x="72861" y="4845"/>
                    <a:pt x="174017" y="178"/>
                  </a:cubicBezTo>
                  <a:cubicBezTo>
                    <a:pt x="271076" y="-4204"/>
                    <a:pt x="355563" y="72949"/>
                    <a:pt x="360040" y="169913"/>
                  </a:cubicBezTo>
                  <a:lnTo>
                    <a:pt x="481198" y="2822340"/>
                  </a:lnTo>
                  <a:lnTo>
                    <a:pt x="1064509" y="2795670"/>
                  </a:lnTo>
                  <a:cubicBezTo>
                    <a:pt x="1165569" y="2791003"/>
                    <a:pt x="1250151" y="2868251"/>
                    <a:pt x="1254628" y="2965310"/>
                  </a:cubicBezTo>
                  <a:cubicBezTo>
                    <a:pt x="1259295" y="3066371"/>
                    <a:pt x="1182047" y="3150953"/>
                    <a:pt x="1080987" y="3155525"/>
                  </a:cubicBezTo>
                  <a:lnTo>
                    <a:pt x="319749" y="3190291"/>
                  </a:lnTo>
                  <a:cubicBezTo>
                    <a:pt x="218689" y="3194958"/>
                    <a:pt x="134107" y="3117710"/>
                    <a:pt x="129535" y="3016650"/>
                  </a:cubicBezTo>
                  <a:lnTo>
                    <a:pt x="185" y="18639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04E956AA-831B-6804-8175-A53B06EB839C}"/>
                </a:ext>
              </a:extLst>
            </p:cNvPr>
            <p:cNvSpPr/>
            <p:nvPr/>
          </p:nvSpPr>
          <p:spPr>
            <a:xfrm>
              <a:off x="5104447" y="1808323"/>
              <a:ext cx="330708" cy="559213"/>
            </a:xfrm>
            <a:custGeom>
              <a:avLst/>
              <a:gdLst>
                <a:gd name="connsiteX0" fmla="*/ 330708 w 330708"/>
                <a:gd name="connsiteY0" fmla="*/ 391954 h 559212"/>
                <a:gd name="connsiteX1" fmla="*/ 167164 w 330708"/>
                <a:gd name="connsiteY1" fmla="*/ 559213 h 559212"/>
                <a:gd name="connsiteX2" fmla="*/ 0 w 330708"/>
                <a:gd name="connsiteY2" fmla="*/ 391954 h 559212"/>
                <a:gd name="connsiteX3" fmla="*/ 0 w 330708"/>
                <a:gd name="connsiteY3" fmla="*/ 163449 h 559212"/>
                <a:gd name="connsiteX4" fmla="*/ 167164 w 330708"/>
                <a:gd name="connsiteY4" fmla="*/ 0 h 559212"/>
                <a:gd name="connsiteX5" fmla="*/ 330708 w 330708"/>
                <a:gd name="connsiteY5" fmla="*/ 163449 h 559212"/>
                <a:gd name="connsiteX6" fmla="*/ 330708 w 330708"/>
                <a:gd name="connsiteY6" fmla="*/ 391954 h 559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559212">
                  <a:moveTo>
                    <a:pt x="330708" y="391954"/>
                  </a:moveTo>
                  <a:cubicBezTo>
                    <a:pt x="330708" y="484822"/>
                    <a:pt x="256413" y="559213"/>
                    <a:pt x="167164" y="559213"/>
                  </a:cubicBezTo>
                  <a:cubicBezTo>
                    <a:pt x="77915" y="559213"/>
                    <a:pt x="0" y="484918"/>
                    <a:pt x="0" y="391954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3919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2AFC4464-5EE8-74B4-431B-39D817D06423}"/>
                </a:ext>
              </a:extLst>
            </p:cNvPr>
            <p:cNvSpPr/>
            <p:nvPr/>
          </p:nvSpPr>
          <p:spPr>
            <a:xfrm>
              <a:off x="5104447" y="2882648"/>
              <a:ext cx="330708" cy="2068735"/>
            </a:xfrm>
            <a:custGeom>
              <a:avLst/>
              <a:gdLst>
                <a:gd name="connsiteX0" fmla="*/ 330708 w 330708"/>
                <a:gd name="connsiteY0" fmla="*/ 1901476 h 2068734"/>
                <a:gd name="connsiteX1" fmla="*/ 167164 w 330708"/>
                <a:gd name="connsiteY1" fmla="*/ 2068735 h 2068734"/>
                <a:gd name="connsiteX2" fmla="*/ 0 w 330708"/>
                <a:gd name="connsiteY2" fmla="*/ 1901476 h 2068734"/>
                <a:gd name="connsiteX3" fmla="*/ 0 w 330708"/>
                <a:gd name="connsiteY3" fmla="*/ 163449 h 2068734"/>
                <a:gd name="connsiteX4" fmla="*/ 167164 w 330708"/>
                <a:gd name="connsiteY4" fmla="*/ 0 h 2068734"/>
                <a:gd name="connsiteX5" fmla="*/ 330708 w 330708"/>
                <a:gd name="connsiteY5" fmla="*/ 163449 h 2068734"/>
                <a:gd name="connsiteX6" fmla="*/ 330708 w 330708"/>
                <a:gd name="connsiteY6" fmla="*/ 1901476 h 206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2068734">
                  <a:moveTo>
                    <a:pt x="330708" y="1901476"/>
                  </a:moveTo>
                  <a:cubicBezTo>
                    <a:pt x="330708" y="1994344"/>
                    <a:pt x="256413" y="2068735"/>
                    <a:pt x="167164" y="2068735"/>
                  </a:cubicBezTo>
                  <a:cubicBezTo>
                    <a:pt x="77915" y="2068735"/>
                    <a:pt x="0" y="1994440"/>
                    <a:pt x="0" y="1901476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190147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6FEEF9A8-492C-4E47-8982-9A5F233DB7D0}"/>
                </a:ext>
              </a:extLst>
            </p:cNvPr>
            <p:cNvSpPr/>
            <p:nvPr/>
          </p:nvSpPr>
          <p:spPr>
            <a:xfrm>
              <a:off x="6236683" y="2168270"/>
              <a:ext cx="1065560" cy="2788348"/>
            </a:xfrm>
            <a:custGeom>
              <a:avLst/>
              <a:gdLst>
                <a:gd name="connsiteX0" fmla="*/ 321374 w 1065561"/>
                <a:gd name="connsiteY0" fmla="*/ 2625852 h 2788348"/>
                <a:gd name="connsiteX1" fmla="*/ 162496 w 1065561"/>
                <a:gd name="connsiteY1" fmla="*/ 2788349 h 2788348"/>
                <a:gd name="connsiteX2" fmla="*/ 0 w 1065561"/>
                <a:gd name="connsiteY2" fmla="*/ 2625852 h 2788348"/>
                <a:gd name="connsiteX3" fmla="*/ 0 w 1065561"/>
                <a:gd name="connsiteY3" fmla="*/ 158877 h 2788348"/>
                <a:gd name="connsiteX4" fmla="*/ 162496 w 1065561"/>
                <a:gd name="connsiteY4" fmla="*/ 0 h 2788348"/>
                <a:gd name="connsiteX5" fmla="*/ 903065 w 1065561"/>
                <a:gd name="connsiteY5" fmla="*/ 0 h 2788348"/>
                <a:gd name="connsiteX6" fmla="*/ 1065562 w 1065561"/>
                <a:gd name="connsiteY6" fmla="*/ 158877 h 2788348"/>
                <a:gd name="connsiteX7" fmla="*/ 903065 w 1065561"/>
                <a:gd name="connsiteY7" fmla="*/ 321374 h 2788348"/>
                <a:gd name="connsiteX8" fmla="*/ 321374 w 1065561"/>
                <a:gd name="connsiteY8" fmla="*/ 321374 h 2788348"/>
                <a:gd name="connsiteX9" fmla="*/ 321374 w 1065561"/>
                <a:gd name="connsiteY9" fmla="*/ 1216914 h 2788348"/>
                <a:gd name="connsiteX10" fmla="*/ 740569 w 1065561"/>
                <a:gd name="connsiteY10" fmla="*/ 1216914 h 2788348"/>
                <a:gd name="connsiteX11" fmla="*/ 903065 w 1065561"/>
                <a:gd name="connsiteY11" fmla="*/ 1375791 h 2788348"/>
                <a:gd name="connsiteX12" fmla="*/ 740569 w 1065561"/>
                <a:gd name="connsiteY12" fmla="*/ 1538288 h 2788348"/>
                <a:gd name="connsiteX13" fmla="*/ 321374 w 1065561"/>
                <a:gd name="connsiteY13" fmla="*/ 1538288 h 2788348"/>
                <a:gd name="connsiteX14" fmla="*/ 321374 w 1065561"/>
                <a:gd name="connsiteY14" fmla="*/ 2625757 h 278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65561" h="2788348">
                  <a:moveTo>
                    <a:pt x="321374" y="2625852"/>
                  </a:moveTo>
                  <a:cubicBezTo>
                    <a:pt x="321374" y="2716149"/>
                    <a:pt x="249174" y="2788349"/>
                    <a:pt x="162496" y="2788349"/>
                  </a:cubicBezTo>
                  <a:cubicBezTo>
                    <a:pt x="75819" y="2788349"/>
                    <a:pt x="0" y="2716149"/>
                    <a:pt x="0" y="2625852"/>
                  </a:cubicBezTo>
                  <a:lnTo>
                    <a:pt x="0" y="158877"/>
                  </a:lnTo>
                  <a:cubicBezTo>
                    <a:pt x="0" y="72200"/>
                    <a:pt x="72200" y="0"/>
                    <a:pt x="162496" y="0"/>
                  </a:cubicBezTo>
                  <a:lnTo>
                    <a:pt x="903065" y="0"/>
                  </a:lnTo>
                  <a:cubicBezTo>
                    <a:pt x="993362" y="0"/>
                    <a:pt x="1065562" y="72200"/>
                    <a:pt x="1065562" y="158877"/>
                  </a:cubicBezTo>
                  <a:cubicBezTo>
                    <a:pt x="1065562" y="245554"/>
                    <a:pt x="993362" y="321374"/>
                    <a:pt x="903065" y="321374"/>
                  </a:cubicBezTo>
                  <a:lnTo>
                    <a:pt x="321374" y="321374"/>
                  </a:lnTo>
                  <a:lnTo>
                    <a:pt x="321374" y="1216914"/>
                  </a:lnTo>
                  <a:lnTo>
                    <a:pt x="740569" y="1216914"/>
                  </a:lnTo>
                  <a:cubicBezTo>
                    <a:pt x="830866" y="1216914"/>
                    <a:pt x="903065" y="1289114"/>
                    <a:pt x="903065" y="1375791"/>
                  </a:cubicBezTo>
                  <a:cubicBezTo>
                    <a:pt x="903065" y="1462468"/>
                    <a:pt x="830866" y="1538288"/>
                    <a:pt x="740569" y="1538288"/>
                  </a:cubicBezTo>
                  <a:lnTo>
                    <a:pt x="321374" y="1538288"/>
                  </a:lnTo>
                  <a:lnTo>
                    <a:pt x="321374" y="262575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59E7F46E-4E29-E020-E332-6AE999E36DAF}"/>
                </a:ext>
              </a:extLst>
            </p:cNvPr>
            <p:cNvSpPr/>
            <p:nvPr/>
          </p:nvSpPr>
          <p:spPr>
            <a:xfrm>
              <a:off x="7800593" y="2168367"/>
              <a:ext cx="1070800" cy="2751389"/>
            </a:xfrm>
            <a:custGeom>
              <a:avLst/>
              <a:gdLst>
                <a:gd name="connsiteX0" fmla="*/ 908400 w 1070800"/>
                <a:gd name="connsiteY0" fmla="*/ 2429923 h 2751391"/>
                <a:gd name="connsiteX1" fmla="*/ 321469 w 1070800"/>
                <a:gd name="connsiteY1" fmla="*/ 2429923 h 2751391"/>
                <a:gd name="connsiteX2" fmla="*/ 321469 w 1070800"/>
                <a:gd name="connsiteY2" fmla="*/ 1522476 h 2751391"/>
                <a:gd name="connsiteX3" fmla="*/ 740664 w 1070800"/>
                <a:gd name="connsiteY3" fmla="*/ 1522476 h 2751391"/>
                <a:gd name="connsiteX4" fmla="*/ 903161 w 1070800"/>
                <a:gd name="connsiteY4" fmla="*/ 1359980 h 2751391"/>
                <a:gd name="connsiteX5" fmla="*/ 740664 w 1070800"/>
                <a:gd name="connsiteY5" fmla="*/ 1201103 h 2751391"/>
                <a:gd name="connsiteX6" fmla="*/ 321469 w 1070800"/>
                <a:gd name="connsiteY6" fmla="*/ 1201103 h 2751391"/>
                <a:gd name="connsiteX7" fmla="*/ 321469 w 1070800"/>
                <a:gd name="connsiteY7" fmla="*/ 321374 h 2751391"/>
                <a:gd name="connsiteX8" fmla="*/ 903161 w 1070800"/>
                <a:gd name="connsiteY8" fmla="*/ 321374 h 2751391"/>
                <a:gd name="connsiteX9" fmla="*/ 1065657 w 1070800"/>
                <a:gd name="connsiteY9" fmla="*/ 158877 h 2751391"/>
                <a:gd name="connsiteX10" fmla="*/ 903161 w 1070800"/>
                <a:gd name="connsiteY10" fmla="*/ 0 h 2751391"/>
                <a:gd name="connsiteX11" fmla="*/ 162496 w 1070800"/>
                <a:gd name="connsiteY11" fmla="*/ 0 h 2751391"/>
                <a:gd name="connsiteX12" fmla="*/ 0 w 1070800"/>
                <a:gd name="connsiteY12" fmla="*/ 158877 h 2751391"/>
                <a:gd name="connsiteX13" fmla="*/ 0 w 1070800"/>
                <a:gd name="connsiteY13" fmla="*/ 2588895 h 2751391"/>
                <a:gd name="connsiteX14" fmla="*/ 162496 w 1070800"/>
                <a:gd name="connsiteY14" fmla="*/ 2751392 h 2751391"/>
                <a:gd name="connsiteX15" fmla="*/ 165068 w 1070800"/>
                <a:gd name="connsiteY15" fmla="*/ 2751296 h 2751391"/>
                <a:gd name="connsiteX16" fmla="*/ 167735 w 1070800"/>
                <a:gd name="connsiteY16" fmla="*/ 2751392 h 2751391"/>
                <a:gd name="connsiteX17" fmla="*/ 908304 w 1070800"/>
                <a:gd name="connsiteY17" fmla="*/ 2751392 h 2751391"/>
                <a:gd name="connsiteX18" fmla="*/ 1070801 w 1070800"/>
                <a:gd name="connsiteY18" fmla="*/ 2592515 h 2751391"/>
                <a:gd name="connsiteX19" fmla="*/ 908304 w 1070800"/>
                <a:gd name="connsiteY19" fmla="*/ 2430018 h 275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70800" h="2751391">
                  <a:moveTo>
                    <a:pt x="908400" y="2429923"/>
                  </a:moveTo>
                  <a:lnTo>
                    <a:pt x="321469" y="2429923"/>
                  </a:lnTo>
                  <a:lnTo>
                    <a:pt x="321469" y="1522476"/>
                  </a:lnTo>
                  <a:lnTo>
                    <a:pt x="740664" y="1522476"/>
                  </a:lnTo>
                  <a:cubicBezTo>
                    <a:pt x="830961" y="1522476"/>
                    <a:pt x="903161" y="1450277"/>
                    <a:pt x="903161" y="1359980"/>
                  </a:cubicBezTo>
                  <a:cubicBezTo>
                    <a:pt x="903161" y="1269683"/>
                    <a:pt x="830961" y="1201103"/>
                    <a:pt x="740664" y="1201103"/>
                  </a:cubicBezTo>
                  <a:lnTo>
                    <a:pt x="321469" y="1201103"/>
                  </a:lnTo>
                  <a:lnTo>
                    <a:pt x="321469" y="321374"/>
                  </a:lnTo>
                  <a:lnTo>
                    <a:pt x="903161" y="321374"/>
                  </a:lnTo>
                  <a:cubicBezTo>
                    <a:pt x="993458" y="321374"/>
                    <a:pt x="1065657" y="249174"/>
                    <a:pt x="1065657" y="158877"/>
                  </a:cubicBezTo>
                  <a:cubicBezTo>
                    <a:pt x="1065657" y="68580"/>
                    <a:pt x="993458" y="0"/>
                    <a:pt x="903161" y="0"/>
                  </a:cubicBezTo>
                  <a:lnTo>
                    <a:pt x="162496" y="0"/>
                  </a:lnTo>
                  <a:cubicBezTo>
                    <a:pt x="72200" y="0"/>
                    <a:pt x="0" y="72200"/>
                    <a:pt x="0" y="158877"/>
                  </a:cubicBezTo>
                  <a:lnTo>
                    <a:pt x="0" y="2588895"/>
                  </a:lnTo>
                  <a:cubicBezTo>
                    <a:pt x="0" y="2679192"/>
                    <a:pt x="72200" y="2751392"/>
                    <a:pt x="162496" y="2751392"/>
                  </a:cubicBezTo>
                  <a:cubicBezTo>
                    <a:pt x="163354" y="2751392"/>
                    <a:pt x="164211" y="2751296"/>
                    <a:pt x="165068" y="2751296"/>
                  </a:cubicBezTo>
                  <a:cubicBezTo>
                    <a:pt x="166021" y="2751296"/>
                    <a:pt x="166878" y="2751392"/>
                    <a:pt x="167735" y="2751392"/>
                  </a:cubicBezTo>
                  <a:lnTo>
                    <a:pt x="908304" y="2751392"/>
                  </a:lnTo>
                  <a:cubicBezTo>
                    <a:pt x="998601" y="2751392"/>
                    <a:pt x="1070801" y="2679192"/>
                    <a:pt x="1070801" y="2592515"/>
                  </a:cubicBezTo>
                  <a:cubicBezTo>
                    <a:pt x="1070801" y="2505837"/>
                    <a:pt x="998601" y="2430018"/>
                    <a:pt x="908304" y="24300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4A92D264-F698-2EFF-4E7D-CAC9BC301E4C}"/>
                </a:ext>
              </a:extLst>
            </p:cNvPr>
            <p:cNvSpPr/>
            <p:nvPr/>
          </p:nvSpPr>
          <p:spPr>
            <a:xfrm>
              <a:off x="3605500" y="228601"/>
              <a:ext cx="4960413" cy="1495996"/>
            </a:xfrm>
            <a:custGeom>
              <a:avLst/>
              <a:gdLst>
                <a:gd name="connsiteX0" fmla="*/ 4782117 w 4960413"/>
                <a:gd name="connsiteY0" fmla="*/ 1495997 h 1495996"/>
                <a:gd name="connsiteX1" fmla="*/ 4642195 w 4960413"/>
                <a:gd name="connsiteY1" fmla="*/ 1428464 h 1495996"/>
                <a:gd name="connsiteX2" fmla="*/ 2426965 w 4960413"/>
                <a:gd name="connsiteY2" fmla="*/ 356807 h 1495996"/>
                <a:gd name="connsiteX3" fmla="*/ 311844 w 4960413"/>
                <a:gd name="connsiteY3" fmla="*/ 1309211 h 1495996"/>
                <a:gd name="connsiteX4" fmla="*/ 60098 w 4960413"/>
                <a:gd name="connsiteY4" fmla="*/ 1324451 h 1495996"/>
                <a:gd name="connsiteX5" fmla="*/ 44858 w 4960413"/>
                <a:gd name="connsiteY5" fmla="*/ 1072706 h 1495996"/>
                <a:gd name="connsiteX6" fmla="*/ 2427061 w 4960413"/>
                <a:gd name="connsiteY6" fmla="*/ 0 h 1495996"/>
                <a:gd name="connsiteX7" fmla="*/ 4921849 w 4960413"/>
                <a:gd name="connsiteY7" fmla="*/ 1206818 h 1495996"/>
                <a:gd name="connsiteX8" fmla="*/ 4892798 w 4960413"/>
                <a:gd name="connsiteY8" fmla="*/ 1457420 h 1495996"/>
                <a:gd name="connsiteX9" fmla="*/ 4782117 w 4960413"/>
                <a:gd name="connsiteY9" fmla="*/ 1495997 h 1495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60413" h="1495996">
                  <a:moveTo>
                    <a:pt x="4782117" y="1495997"/>
                  </a:moveTo>
                  <a:cubicBezTo>
                    <a:pt x="4729539" y="1495997"/>
                    <a:pt x="4677437" y="1472851"/>
                    <a:pt x="4642195" y="1428464"/>
                  </a:cubicBezTo>
                  <a:cubicBezTo>
                    <a:pt x="4102413" y="747427"/>
                    <a:pt x="3294979" y="356807"/>
                    <a:pt x="2426965" y="356807"/>
                  </a:cubicBezTo>
                  <a:cubicBezTo>
                    <a:pt x="1618960" y="356807"/>
                    <a:pt x="848006" y="703898"/>
                    <a:pt x="311844" y="1309211"/>
                  </a:cubicBezTo>
                  <a:cubicBezTo>
                    <a:pt x="246502" y="1382935"/>
                    <a:pt x="133822" y="1389698"/>
                    <a:pt x="60098" y="1324451"/>
                  </a:cubicBezTo>
                  <a:cubicBezTo>
                    <a:pt x="-13625" y="1259110"/>
                    <a:pt x="-20483" y="1146429"/>
                    <a:pt x="44858" y="1072706"/>
                  </a:cubicBezTo>
                  <a:cubicBezTo>
                    <a:pt x="648743" y="390906"/>
                    <a:pt x="1517042" y="0"/>
                    <a:pt x="2427061" y="0"/>
                  </a:cubicBezTo>
                  <a:cubicBezTo>
                    <a:pt x="3404612" y="0"/>
                    <a:pt x="4313868" y="439865"/>
                    <a:pt x="4921849" y="1206818"/>
                  </a:cubicBezTo>
                  <a:cubicBezTo>
                    <a:pt x="4982999" y="1283970"/>
                    <a:pt x="4970046" y="1396175"/>
                    <a:pt x="4892798" y="1457420"/>
                  </a:cubicBezTo>
                  <a:cubicBezTo>
                    <a:pt x="4860032" y="1483424"/>
                    <a:pt x="4820979" y="1495997"/>
                    <a:pt x="4782117" y="14959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8069CA81-6C51-D717-2AB3-D3A93C4F4231}"/>
                </a:ext>
              </a:extLst>
            </p:cNvPr>
            <p:cNvSpPr/>
            <p:nvPr/>
          </p:nvSpPr>
          <p:spPr>
            <a:xfrm>
              <a:off x="3749206" y="5390945"/>
              <a:ext cx="546290" cy="567406"/>
            </a:xfrm>
            <a:custGeom>
              <a:avLst/>
              <a:gdLst>
                <a:gd name="connsiteX0" fmla="*/ 100703 w 546290"/>
                <a:gd name="connsiteY0" fmla="*/ 485502 h 567405"/>
                <a:gd name="connsiteX1" fmla="*/ 881 w 546290"/>
                <a:gd name="connsiteY1" fmla="*/ 299193 h 567405"/>
                <a:gd name="connsiteX2" fmla="*/ 74890 w 546290"/>
                <a:gd name="connsiteY2" fmla="*/ 100501 h 567405"/>
                <a:gd name="connsiteX3" fmla="*/ 260342 w 546290"/>
                <a:gd name="connsiteY3" fmla="*/ 489 h 567405"/>
                <a:gd name="connsiteX4" fmla="*/ 450651 w 546290"/>
                <a:gd name="connsiteY4" fmla="*/ 72402 h 567405"/>
                <a:gd name="connsiteX5" fmla="*/ 545711 w 546290"/>
                <a:gd name="connsiteY5" fmla="*/ 252520 h 567405"/>
                <a:gd name="connsiteX6" fmla="*/ 478083 w 546290"/>
                <a:gd name="connsiteY6" fmla="*/ 437972 h 567405"/>
                <a:gd name="connsiteX7" fmla="*/ 373784 w 546290"/>
                <a:gd name="connsiteY7" fmla="*/ 505408 h 567405"/>
                <a:gd name="connsiteX8" fmla="*/ 278725 w 546290"/>
                <a:gd name="connsiteY8" fmla="*/ 476929 h 567405"/>
                <a:gd name="connsiteX9" fmla="*/ 250721 w 546290"/>
                <a:gd name="connsiteY9" fmla="*/ 393966 h 567405"/>
                <a:gd name="connsiteX10" fmla="*/ 159091 w 546290"/>
                <a:gd name="connsiteY10" fmla="*/ 370439 h 567405"/>
                <a:gd name="connsiteX11" fmla="*/ 122229 w 546290"/>
                <a:gd name="connsiteY11" fmla="*/ 290810 h 567405"/>
                <a:gd name="connsiteX12" fmla="*/ 175188 w 546290"/>
                <a:gd name="connsiteY12" fmla="*/ 181464 h 567405"/>
                <a:gd name="connsiteX13" fmla="*/ 338542 w 546290"/>
                <a:gd name="connsiteY13" fmla="*/ 128219 h 567405"/>
                <a:gd name="connsiteX14" fmla="*/ 375308 w 546290"/>
                <a:gd name="connsiteY14" fmla="*/ 150888 h 567405"/>
                <a:gd name="connsiteX15" fmla="*/ 432268 w 546290"/>
                <a:gd name="connsiteY15" fmla="*/ 236994 h 567405"/>
                <a:gd name="connsiteX16" fmla="*/ 436078 w 546290"/>
                <a:gd name="connsiteY16" fmla="*/ 250805 h 567405"/>
                <a:gd name="connsiteX17" fmla="*/ 423981 w 546290"/>
                <a:gd name="connsiteY17" fmla="*/ 278618 h 567405"/>
                <a:gd name="connsiteX18" fmla="*/ 327683 w 546290"/>
                <a:gd name="connsiteY18" fmla="*/ 386823 h 567405"/>
                <a:gd name="connsiteX19" fmla="*/ 331970 w 546290"/>
                <a:gd name="connsiteY19" fmla="*/ 438448 h 567405"/>
                <a:gd name="connsiteX20" fmla="*/ 378737 w 546290"/>
                <a:gd name="connsiteY20" fmla="*/ 444544 h 567405"/>
                <a:gd name="connsiteX21" fmla="*/ 436268 w 546290"/>
                <a:gd name="connsiteY21" fmla="*/ 400729 h 567405"/>
                <a:gd name="connsiteX22" fmla="*/ 491609 w 546290"/>
                <a:gd name="connsiteY22" fmla="*/ 253091 h 567405"/>
                <a:gd name="connsiteX23" fmla="*/ 416266 w 546290"/>
                <a:gd name="connsiteY23" fmla="*/ 110502 h 567405"/>
                <a:gd name="connsiteX24" fmla="*/ 264914 w 546290"/>
                <a:gd name="connsiteY24" fmla="*/ 53352 h 567405"/>
                <a:gd name="connsiteX25" fmla="*/ 117848 w 546290"/>
                <a:gd name="connsiteY25" fmla="*/ 132695 h 567405"/>
                <a:gd name="connsiteX26" fmla="*/ 56888 w 546290"/>
                <a:gd name="connsiteY26" fmla="*/ 293287 h 567405"/>
                <a:gd name="connsiteX27" fmla="*/ 136612 w 546290"/>
                <a:gd name="connsiteY27" fmla="*/ 446259 h 567405"/>
                <a:gd name="connsiteX28" fmla="*/ 256341 w 546290"/>
                <a:gd name="connsiteY28" fmla="*/ 518172 h 567405"/>
                <a:gd name="connsiteX29" fmla="*/ 269962 w 546290"/>
                <a:gd name="connsiteY29" fmla="*/ 526364 h 567405"/>
                <a:gd name="connsiteX30" fmla="*/ 274153 w 546290"/>
                <a:gd name="connsiteY30" fmla="*/ 540270 h 567405"/>
                <a:gd name="connsiteX31" fmla="*/ 264247 w 546290"/>
                <a:gd name="connsiteY31" fmla="*/ 560177 h 567405"/>
                <a:gd name="connsiteX32" fmla="*/ 238529 w 546290"/>
                <a:gd name="connsiteY32" fmla="*/ 566083 h 567405"/>
                <a:gd name="connsiteX33" fmla="*/ 100798 w 546290"/>
                <a:gd name="connsiteY33" fmla="*/ 485406 h 567405"/>
                <a:gd name="connsiteX34" fmla="*/ 332922 w 546290"/>
                <a:gd name="connsiteY34" fmla="*/ 203752 h 567405"/>
                <a:gd name="connsiteX35" fmla="*/ 287107 w 546290"/>
                <a:gd name="connsiteY35" fmla="*/ 188512 h 567405"/>
                <a:gd name="connsiteX36" fmla="*/ 230433 w 546290"/>
                <a:gd name="connsiteY36" fmla="*/ 225374 h 567405"/>
                <a:gd name="connsiteX37" fmla="*/ 196715 w 546290"/>
                <a:gd name="connsiteY37" fmla="*/ 285095 h 567405"/>
                <a:gd name="connsiteX38" fmla="*/ 209859 w 546290"/>
                <a:gd name="connsiteY38" fmla="*/ 324624 h 567405"/>
                <a:gd name="connsiteX39" fmla="*/ 278249 w 546290"/>
                <a:gd name="connsiteY39" fmla="*/ 339674 h 567405"/>
                <a:gd name="connsiteX40" fmla="*/ 362259 w 546290"/>
                <a:gd name="connsiteY40" fmla="*/ 245281 h 567405"/>
                <a:gd name="connsiteX41" fmla="*/ 333017 w 546290"/>
                <a:gd name="connsiteY41" fmla="*/ 203656 h 567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46290" h="567405">
                  <a:moveTo>
                    <a:pt x="100703" y="485502"/>
                  </a:moveTo>
                  <a:cubicBezTo>
                    <a:pt x="40124" y="431590"/>
                    <a:pt x="6881" y="369582"/>
                    <a:pt x="881" y="299193"/>
                  </a:cubicBezTo>
                  <a:cubicBezTo>
                    <a:pt x="-5120" y="228898"/>
                    <a:pt x="19550" y="162699"/>
                    <a:pt x="74890" y="100501"/>
                  </a:cubicBezTo>
                  <a:cubicBezTo>
                    <a:pt x="130421" y="38112"/>
                    <a:pt x="192238" y="4774"/>
                    <a:pt x="260342" y="489"/>
                  </a:cubicBezTo>
                  <a:cubicBezTo>
                    <a:pt x="328541" y="-3798"/>
                    <a:pt x="391977" y="20110"/>
                    <a:pt x="450651" y="72402"/>
                  </a:cubicBezTo>
                  <a:cubicBezTo>
                    <a:pt x="509420" y="124694"/>
                    <a:pt x="541043" y="184702"/>
                    <a:pt x="545711" y="252520"/>
                  </a:cubicBezTo>
                  <a:cubicBezTo>
                    <a:pt x="550283" y="320338"/>
                    <a:pt x="527804" y="382155"/>
                    <a:pt x="478083" y="437972"/>
                  </a:cubicBezTo>
                  <a:cubicBezTo>
                    <a:pt x="443603" y="476739"/>
                    <a:pt x="408836" y="499218"/>
                    <a:pt x="373784" y="505408"/>
                  </a:cubicBezTo>
                  <a:cubicBezTo>
                    <a:pt x="338732" y="511600"/>
                    <a:pt x="307014" y="502075"/>
                    <a:pt x="278725" y="476929"/>
                  </a:cubicBezTo>
                  <a:cubicBezTo>
                    <a:pt x="250436" y="451783"/>
                    <a:pt x="241101" y="424160"/>
                    <a:pt x="250721" y="393966"/>
                  </a:cubicBezTo>
                  <a:cubicBezTo>
                    <a:pt x="213193" y="399205"/>
                    <a:pt x="182618" y="391394"/>
                    <a:pt x="159091" y="370439"/>
                  </a:cubicBezTo>
                  <a:cubicBezTo>
                    <a:pt x="135564" y="349484"/>
                    <a:pt x="123182" y="322910"/>
                    <a:pt x="122229" y="290810"/>
                  </a:cubicBezTo>
                  <a:cubicBezTo>
                    <a:pt x="121562" y="258330"/>
                    <a:pt x="139184" y="221945"/>
                    <a:pt x="175188" y="181464"/>
                  </a:cubicBezTo>
                  <a:cubicBezTo>
                    <a:pt x="227957" y="122123"/>
                    <a:pt x="282344" y="104406"/>
                    <a:pt x="338542" y="128219"/>
                  </a:cubicBezTo>
                  <a:cubicBezTo>
                    <a:pt x="351972" y="133839"/>
                    <a:pt x="364259" y="141459"/>
                    <a:pt x="375308" y="150888"/>
                  </a:cubicBezTo>
                  <a:cubicBezTo>
                    <a:pt x="401597" y="174225"/>
                    <a:pt x="420552" y="202990"/>
                    <a:pt x="432268" y="236994"/>
                  </a:cubicBezTo>
                  <a:cubicBezTo>
                    <a:pt x="434363" y="242995"/>
                    <a:pt x="435602" y="247662"/>
                    <a:pt x="436078" y="250805"/>
                  </a:cubicBezTo>
                  <a:cubicBezTo>
                    <a:pt x="437126" y="259092"/>
                    <a:pt x="433125" y="268332"/>
                    <a:pt x="423981" y="278618"/>
                  </a:cubicBezTo>
                  <a:lnTo>
                    <a:pt x="327683" y="386823"/>
                  </a:lnTo>
                  <a:cubicBezTo>
                    <a:pt x="311872" y="404634"/>
                    <a:pt x="313301" y="421779"/>
                    <a:pt x="331970" y="438448"/>
                  </a:cubicBezTo>
                  <a:cubicBezTo>
                    <a:pt x="344447" y="449592"/>
                    <a:pt x="360068" y="451593"/>
                    <a:pt x="378737" y="444544"/>
                  </a:cubicBezTo>
                  <a:cubicBezTo>
                    <a:pt x="397406" y="437495"/>
                    <a:pt x="416552" y="422827"/>
                    <a:pt x="436268" y="400729"/>
                  </a:cubicBezTo>
                  <a:cubicBezTo>
                    <a:pt x="476559" y="355390"/>
                    <a:pt x="495038" y="306146"/>
                    <a:pt x="491609" y="253091"/>
                  </a:cubicBezTo>
                  <a:cubicBezTo>
                    <a:pt x="488180" y="200037"/>
                    <a:pt x="463034" y="152507"/>
                    <a:pt x="416266" y="110502"/>
                  </a:cubicBezTo>
                  <a:cubicBezTo>
                    <a:pt x="369498" y="68878"/>
                    <a:pt x="319016" y="49828"/>
                    <a:pt x="264914" y="53352"/>
                  </a:cubicBezTo>
                  <a:cubicBezTo>
                    <a:pt x="210907" y="56686"/>
                    <a:pt x="161948" y="83166"/>
                    <a:pt x="117848" y="132695"/>
                  </a:cubicBezTo>
                  <a:cubicBezTo>
                    <a:pt x="73747" y="182225"/>
                    <a:pt x="53363" y="235756"/>
                    <a:pt x="56888" y="293287"/>
                  </a:cubicBezTo>
                  <a:cubicBezTo>
                    <a:pt x="60317" y="350723"/>
                    <a:pt x="86891" y="401776"/>
                    <a:pt x="136612" y="446259"/>
                  </a:cubicBezTo>
                  <a:cubicBezTo>
                    <a:pt x="174331" y="480168"/>
                    <a:pt x="214241" y="504170"/>
                    <a:pt x="256341" y="518172"/>
                  </a:cubicBezTo>
                  <a:cubicBezTo>
                    <a:pt x="262151" y="520744"/>
                    <a:pt x="266723" y="523506"/>
                    <a:pt x="269962" y="526364"/>
                  </a:cubicBezTo>
                  <a:cubicBezTo>
                    <a:pt x="273200" y="529221"/>
                    <a:pt x="274629" y="533889"/>
                    <a:pt x="274153" y="540270"/>
                  </a:cubicBezTo>
                  <a:cubicBezTo>
                    <a:pt x="273677" y="546652"/>
                    <a:pt x="270343" y="553319"/>
                    <a:pt x="264247" y="560177"/>
                  </a:cubicBezTo>
                  <a:cubicBezTo>
                    <a:pt x="258151" y="567036"/>
                    <a:pt x="249578" y="569035"/>
                    <a:pt x="238529" y="566083"/>
                  </a:cubicBezTo>
                  <a:cubicBezTo>
                    <a:pt x="190523" y="551319"/>
                    <a:pt x="144613" y="524458"/>
                    <a:pt x="100798" y="485406"/>
                  </a:cubicBezTo>
                  <a:moveTo>
                    <a:pt x="332922" y="203752"/>
                  </a:moveTo>
                  <a:cubicBezTo>
                    <a:pt x="319682" y="191941"/>
                    <a:pt x="304442" y="186892"/>
                    <a:pt x="287107" y="188512"/>
                  </a:cubicBezTo>
                  <a:cubicBezTo>
                    <a:pt x="269962" y="189940"/>
                    <a:pt x="251007" y="202228"/>
                    <a:pt x="230433" y="225374"/>
                  </a:cubicBezTo>
                  <a:cubicBezTo>
                    <a:pt x="209764" y="248615"/>
                    <a:pt x="198524" y="268522"/>
                    <a:pt x="196715" y="285095"/>
                  </a:cubicBezTo>
                  <a:cubicBezTo>
                    <a:pt x="194905" y="301764"/>
                    <a:pt x="199286" y="314908"/>
                    <a:pt x="209859" y="324624"/>
                  </a:cubicBezTo>
                  <a:cubicBezTo>
                    <a:pt x="227766" y="340245"/>
                    <a:pt x="250626" y="345293"/>
                    <a:pt x="278249" y="339674"/>
                  </a:cubicBezTo>
                  <a:lnTo>
                    <a:pt x="362259" y="245281"/>
                  </a:lnTo>
                  <a:cubicBezTo>
                    <a:pt x="355973" y="229374"/>
                    <a:pt x="346257" y="215467"/>
                    <a:pt x="333017" y="20365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7B63FBC8-8BEC-208E-ADCD-2F8C02C1D37D}"/>
                </a:ext>
              </a:extLst>
            </p:cNvPr>
            <p:cNvSpPr/>
            <p:nvPr/>
          </p:nvSpPr>
          <p:spPr>
            <a:xfrm>
              <a:off x="4362046" y="5781044"/>
              <a:ext cx="399279" cy="467402"/>
            </a:xfrm>
            <a:custGeom>
              <a:avLst/>
              <a:gdLst>
                <a:gd name="connsiteX0" fmla="*/ 311680 w 399278"/>
                <a:gd name="connsiteY0" fmla="*/ 47967 h 467401"/>
                <a:gd name="connsiteX1" fmla="*/ 392166 w 399278"/>
                <a:gd name="connsiteY1" fmla="*/ 122548 h 467401"/>
                <a:gd name="connsiteX2" fmla="*/ 379879 w 399278"/>
                <a:gd name="connsiteY2" fmla="*/ 217227 h 467401"/>
                <a:gd name="connsiteX3" fmla="*/ 274342 w 399278"/>
                <a:gd name="connsiteY3" fmla="*/ 274186 h 467401"/>
                <a:gd name="connsiteX4" fmla="*/ 289011 w 399278"/>
                <a:gd name="connsiteY4" fmla="*/ 402773 h 467401"/>
                <a:gd name="connsiteX5" fmla="*/ 209953 w 399278"/>
                <a:gd name="connsiteY5" fmla="*/ 466401 h 467401"/>
                <a:gd name="connsiteX6" fmla="*/ 97177 w 399278"/>
                <a:gd name="connsiteY6" fmla="*/ 436397 h 467401"/>
                <a:gd name="connsiteX7" fmla="*/ 19453 w 399278"/>
                <a:gd name="connsiteY7" fmla="*/ 392963 h 467401"/>
                <a:gd name="connsiteX8" fmla="*/ 2117 w 399278"/>
                <a:gd name="connsiteY8" fmla="*/ 374770 h 467401"/>
                <a:gd name="connsiteX9" fmla="*/ 3546 w 399278"/>
                <a:gd name="connsiteY9" fmla="*/ 352196 h 467401"/>
                <a:gd name="connsiteX10" fmla="*/ 192617 w 399278"/>
                <a:gd name="connsiteY10" fmla="*/ 13677 h 467401"/>
                <a:gd name="connsiteX11" fmla="*/ 211286 w 399278"/>
                <a:gd name="connsiteY11" fmla="*/ 342 h 467401"/>
                <a:gd name="connsiteX12" fmla="*/ 235956 w 399278"/>
                <a:gd name="connsiteY12" fmla="*/ 5581 h 467401"/>
                <a:gd name="connsiteX13" fmla="*/ 311680 w 399278"/>
                <a:gd name="connsiteY13" fmla="*/ 47872 h 467401"/>
                <a:gd name="connsiteX14" fmla="*/ 143373 w 399278"/>
                <a:gd name="connsiteY14" fmla="*/ 242087 h 467401"/>
                <a:gd name="connsiteX15" fmla="*/ 80603 w 399278"/>
                <a:gd name="connsiteY15" fmla="*/ 354482 h 467401"/>
                <a:gd name="connsiteX16" fmla="*/ 130038 w 399278"/>
                <a:gd name="connsiteY16" fmla="*/ 382104 h 467401"/>
                <a:gd name="connsiteX17" fmla="*/ 190046 w 399278"/>
                <a:gd name="connsiteY17" fmla="*/ 398964 h 467401"/>
                <a:gd name="connsiteX18" fmla="*/ 231479 w 399278"/>
                <a:gd name="connsiteY18" fmla="*/ 365435 h 467401"/>
                <a:gd name="connsiteX19" fmla="*/ 239385 w 399278"/>
                <a:gd name="connsiteY19" fmla="*/ 313143 h 467401"/>
                <a:gd name="connsiteX20" fmla="*/ 192236 w 399278"/>
                <a:gd name="connsiteY20" fmla="*/ 269423 h 467401"/>
                <a:gd name="connsiteX21" fmla="*/ 143373 w 399278"/>
                <a:gd name="connsiteY21" fmla="*/ 242087 h 467401"/>
                <a:gd name="connsiteX22" fmla="*/ 235099 w 399278"/>
                <a:gd name="connsiteY22" fmla="*/ 77780 h 467401"/>
                <a:gd name="connsiteX23" fmla="*/ 174330 w 399278"/>
                <a:gd name="connsiteY23" fmla="*/ 186652 h 467401"/>
                <a:gd name="connsiteX24" fmla="*/ 222716 w 399278"/>
                <a:gd name="connsiteY24" fmla="*/ 213702 h 467401"/>
                <a:gd name="connsiteX25" fmla="*/ 276342 w 399278"/>
                <a:gd name="connsiteY25" fmla="*/ 224275 h 467401"/>
                <a:gd name="connsiteX26" fmla="*/ 316538 w 399278"/>
                <a:gd name="connsiteY26" fmla="*/ 190461 h 467401"/>
                <a:gd name="connsiteX27" fmla="*/ 323872 w 399278"/>
                <a:gd name="connsiteY27" fmla="*/ 142455 h 467401"/>
                <a:gd name="connsiteX28" fmla="*/ 281676 w 399278"/>
                <a:gd name="connsiteY28" fmla="*/ 103784 h 467401"/>
                <a:gd name="connsiteX29" fmla="*/ 235194 w 399278"/>
                <a:gd name="connsiteY29" fmla="*/ 77780 h 467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9278" h="467401">
                  <a:moveTo>
                    <a:pt x="311680" y="47967"/>
                  </a:moveTo>
                  <a:cubicBezTo>
                    <a:pt x="352733" y="70923"/>
                    <a:pt x="379593" y="95783"/>
                    <a:pt x="392166" y="122548"/>
                  </a:cubicBezTo>
                  <a:cubicBezTo>
                    <a:pt x="404739" y="149409"/>
                    <a:pt x="400644" y="180936"/>
                    <a:pt x="379879" y="217227"/>
                  </a:cubicBezTo>
                  <a:cubicBezTo>
                    <a:pt x="356733" y="258755"/>
                    <a:pt x="321491" y="277711"/>
                    <a:pt x="274342" y="274186"/>
                  </a:cubicBezTo>
                  <a:cubicBezTo>
                    <a:pt x="312918" y="308285"/>
                    <a:pt x="317871" y="351243"/>
                    <a:pt x="289011" y="402773"/>
                  </a:cubicBezTo>
                  <a:cubicBezTo>
                    <a:pt x="267770" y="440779"/>
                    <a:pt x="241481" y="461924"/>
                    <a:pt x="209953" y="466401"/>
                  </a:cubicBezTo>
                  <a:cubicBezTo>
                    <a:pt x="178520" y="470782"/>
                    <a:pt x="140897" y="460781"/>
                    <a:pt x="97177" y="436397"/>
                  </a:cubicBezTo>
                  <a:lnTo>
                    <a:pt x="19453" y="392963"/>
                  </a:lnTo>
                  <a:cubicBezTo>
                    <a:pt x="11166" y="388296"/>
                    <a:pt x="5356" y="382295"/>
                    <a:pt x="2117" y="374770"/>
                  </a:cubicBezTo>
                  <a:cubicBezTo>
                    <a:pt x="-1121" y="367245"/>
                    <a:pt x="-645" y="359816"/>
                    <a:pt x="3546" y="352196"/>
                  </a:cubicBezTo>
                  <a:lnTo>
                    <a:pt x="192617" y="13677"/>
                  </a:lnTo>
                  <a:cubicBezTo>
                    <a:pt x="196904" y="5962"/>
                    <a:pt x="203190" y="1486"/>
                    <a:pt x="211286" y="342"/>
                  </a:cubicBezTo>
                  <a:cubicBezTo>
                    <a:pt x="219383" y="-801"/>
                    <a:pt x="227574" y="914"/>
                    <a:pt x="235956" y="5581"/>
                  </a:cubicBezTo>
                  <a:lnTo>
                    <a:pt x="311680" y="47872"/>
                  </a:lnTo>
                  <a:close/>
                  <a:moveTo>
                    <a:pt x="143373" y="242087"/>
                  </a:moveTo>
                  <a:lnTo>
                    <a:pt x="80603" y="354482"/>
                  </a:lnTo>
                  <a:lnTo>
                    <a:pt x="130038" y="382104"/>
                  </a:lnTo>
                  <a:cubicBezTo>
                    <a:pt x="153946" y="395439"/>
                    <a:pt x="174044" y="401154"/>
                    <a:pt x="190046" y="398964"/>
                  </a:cubicBezTo>
                  <a:cubicBezTo>
                    <a:pt x="206333" y="396963"/>
                    <a:pt x="220145" y="385724"/>
                    <a:pt x="231479" y="365435"/>
                  </a:cubicBezTo>
                  <a:cubicBezTo>
                    <a:pt x="242719" y="345243"/>
                    <a:pt x="245386" y="327812"/>
                    <a:pt x="239385" y="313143"/>
                  </a:cubicBezTo>
                  <a:cubicBezTo>
                    <a:pt x="233385" y="298475"/>
                    <a:pt x="217668" y="283902"/>
                    <a:pt x="192236" y="269423"/>
                  </a:cubicBezTo>
                  <a:lnTo>
                    <a:pt x="143373" y="242087"/>
                  </a:lnTo>
                  <a:close/>
                  <a:moveTo>
                    <a:pt x="235099" y="77780"/>
                  </a:moveTo>
                  <a:lnTo>
                    <a:pt x="174330" y="186652"/>
                  </a:lnTo>
                  <a:lnTo>
                    <a:pt x="222716" y="213702"/>
                  </a:lnTo>
                  <a:cubicBezTo>
                    <a:pt x="242052" y="224752"/>
                    <a:pt x="259959" y="228276"/>
                    <a:pt x="276342" y="224275"/>
                  </a:cubicBezTo>
                  <a:cubicBezTo>
                    <a:pt x="292725" y="220275"/>
                    <a:pt x="306156" y="209035"/>
                    <a:pt x="316538" y="190461"/>
                  </a:cubicBezTo>
                  <a:cubicBezTo>
                    <a:pt x="326920" y="171887"/>
                    <a:pt x="329301" y="155885"/>
                    <a:pt x="323872" y="142455"/>
                  </a:cubicBezTo>
                  <a:cubicBezTo>
                    <a:pt x="318062" y="129120"/>
                    <a:pt x="303965" y="116262"/>
                    <a:pt x="281676" y="103784"/>
                  </a:cubicBezTo>
                  <a:lnTo>
                    <a:pt x="235194" y="777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5E708F34-49A4-30E3-0CFD-0A034D83C27A}"/>
                </a:ext>
              </a:extLst>
            </p:cNvPr>
            <p:cNvSpPr/>
            <p:nvPr/>
          </p:nvSpPr>
          <p:spPr>
            <a:xfrm>
              <a:off x="4761393" y="5957067"/>
              <a:ext cx="452210" cy="522721"/>
            </a:xfrm>
            <a:custGeom>
              <a:avLst/>
              <a:gdLst>
                <a:gd name="connsiteX0" fmla="*/ 2344 w 452211"/>
                <a:gd name="connsiteY0" fmla="*/ 389440 h 522723"/>
                <a:gd name="connsiteX1" fmla="*/ 140551 w 452211"/>
                <a:gd name="connsiteY1" fmla="*/ 17679 h 522723"/>
                <a:gd name="connsiteX2" fmla="*/ 183604 w 452211"/>
                <a:gd name="connsiteY2" fmla="*/ 3963 h 522723"/>
                <a:gd name="connsiteX3" fmla="*/ 212846 w 452211"/>
                <a:gd name="connsiteY3" fmla="*/ 28347 h 522723"/>
                <a:gd name="connsiteX4" fmla="*/ 216561 w 452211"/>
                <a:gd name="connsiteY4" fmla="*/ 45873 h 522723"/>
                <a:gd name="connsiteX5" fmla="*/ 283712 w 452211"/>
                <a:gd name="connsiteY5" fmla="*/ 384487 h 522723"/>
                <a:gd name="connsiteX6" fmla="*/ 386106 w 452211"/>
                <a:gd name="connsiteY6" fmla="*/ 109024 h 522723"/>
                <a:gd name="connsiteX7" fmla="*/ 402298 w 452211"/>
                <a:gd name="connsiteY7" fmla="*/ 92546 h 522723"/>
                <a:gd name="connsiteX8" fmla="*/ 427730 w 452211"/>
                <a:gd name="connsiteY8" fmla="*/ 94736 h 522723"/>
                <a:gd name="connsiteX9" fmla="*/ 448590 w 452211"/>
                <a:gd name="connsiteY9" fmla="*/ 110071 h 522723"/>
                <a:gd name="connsiteX10" fmla="*/ 450209 w 452211"/>
                <a:gd name="connsiteY10" fmla="*/ 132836 h 522723"/>
                <a:gd name="connsiteX11" fmla="*/ 312001 w 452211"/>
                <a:gd name="connsiteY11" fmla="*/ 504693 h 522723"/>
                <a:gd name="connsiteX12" fmla="*/ 271044 w 452211"/>
                <a:gd name="connsiteY12" fmla="*/ 519170 h 522723"/>
                <a:gd name="connsiteX13" fmla="*/ 249517 w 452211"/>
                <a:gd name="connsiteY13" fmla="*/ 505835 h 522723"/>
                <a:gd name="connsiteX14" fmla="*/ 239611 w 452211"/>
                <a:gd name="connsiteY14" fmla="*/ 491548 h 522723"/>
                <a:gd name="connsiteX15" fmla="*/ 235135 w 452211"/>
                <a:gd name="connsiteY15" fmla="*/ 473355 h 522723"/>
                <a:gd name="connsiteX16" fmla="*/ 168555 w 452211"/>
                <a:gd name="connsiteY16" fmla="*/ 138361 h 522723"/>
                <a:gd name="connsiteX17" fmla="*/ 66352 w 452211"/>
                <a:gd name="connsiteY17" fmla="*/ 413348 h 522723"/>
                <a:gd name="connsiteX18" fmla="*/ 50445 w 452211"/>
                <a:gd name="connsiteY18" fmla="*/ 429921 h 522723"/>
                <a:gd name="connsiteX19" fmla="*/ 24727 w 452211"/>
                <a:gd name="connsiteY19" fmla="*/ 427635 h 522723"/>
                <a:gd name="connsiteX20" fmla="*/ 2248 w 452211"/>
                <a:gd name="connsiteY20" fmla="*/ 389535 h 52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52211" h="522723">
                  <a:moveTo>
                    <a:pt x="2344" y="389440"/>
                  </a:moveTo>
                  <a:lnTo>
                    <a:pt x="140551" y="17679"/>
                  </a:lnTo>
                  <a:cubicBezTo>
                    <a:pt x="147028" y="248"/>
                    <a:pt x="161411" y="-4229"/>
                    <a:pt x="183604" y="3963"/>
                  </a:cubicBezTo>
                  <a:cubicBezTo>
                    <a:pt x="200273" y="10154"/>
                    <a:pt x="209989" y="18346"/>
                    <a:pt x="212846" y="28347"/>
                  </a:cubicBezTo>
                  <a:cubicBezTo>
                    <a:pt x="213989" y="31871"/>
                    <a:pt x="215227" y="37681"/>
                    <a:pt x="216561" y="45873"/>
                  </a:cubicBezTo>
                  <a:lnTo>
                    <a:pt x="283712" y="384487"/>
                  </a:lnTo>
                  <a:lnTo>
                    <a:pt x="386106" y="109024"/>
                  </a:lnTo>
                  <a:cubicBezTo>
                    <a:pt x="389440" y="100165"/>
                    <a:pt x="394774" y="94641"/>
                    <a:pt x="402298" y="92546"/>
                  </a:cubicBezTo>
                  <a:cubicBezTo>
                    <a:pt x="409823" y="90545"/>
                    <a:pt x="418205" y="91212"/>
                    <a:pt x="427730" y="94736"/>
                  </a:cubicBezTo>
                  <a:cubicBezTo>
                    <a:pt x="437160" y="98260"/>
                    <a:pt x="444113" y="103404"/>
                    <a:pt x="448590" y="110071"/>
                  </a:cubicBezTo>
                  <a:cubicBezTo>
                    <a:pt x="452781" y="116739"/>
                    <a:pt x="453352" y="124264"/>
                    <a:pt x="450209" y="132836"/>
                  </a:cubicBezTo>
                  <a:lnTo>
                    <a:pt x="312001" y="504693"/>
                  </a:lnTo>
                  <a:cubicBezTo>
                    <a:pt x="305524" y="522028"/>
                    <a:pt x="291904" y="526885"/>
                    <a:pt x="271044" y="519170"/>
                  </a:cubicBezTo>
                  <a:cubicBezTo>
                    <a:pt x="261900" y="515741"/>
                    <a:pt x="254756" y="511360"/>
                    <a:pt x="249517" y="505835"/>
                  </a:cubicBezTo>
                  <a:cubicBezTo>
                    <a:pt x="244279" y="500406"/>
                    <a:pt x="240945" y="495644"/>
                    <a:pt x="239611" y="491548"/>
                  </a:cubicBezTo>
                  <a:cubicBezTo>
                    <a:pt x="238278" y="487547"/>
                    <a:pt x="236754" y="481452"/>
                    <a:pt x="235135" y="473355"/>
                  </a:cubicBezTo>
                  <a:lnTo>
                    <a:pt x="168555" y="138361"/>
                  </a:lnTo>
                  <a:lnTo>
                    <a:pt x="66352" y="413348"/>
                  </a:lnTo>
                  <a:cubicBezTo>
                    <a:pt x="63304" y="422110"/>
                    <a:pt x="58065" y="427635"/>
                    <a:pt x="50445" y="429921"/>
                  </a:cubicBezTo>
                  <a:cubicBezTo>
                    <a:pt x="42920" y="432207"/>
                    <a:pt x="34348" y="431445"/>
                    <a:pt x="24727" y="427635"/>
                  </a:cubicBezTo>
                  <a:cubicBezTo>
                    <a:pt x="3296" y="419634"/>
                    <a:pt x="-4229" y="406966"/>
                    <a:pt x="2248" y="3895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D27B0C3B-9318-C736-86A5-32B6DDFDBA44}"/>
                </a:ext>
              </a:extLst>
            </p:cNvPr>
            <p:cNvSpPr/>
            <p:nvPr/>
          </p:nvSpPr>
          <p:spPr>
            <a:xfrm>
              <a:off x="5261998" y="6106779"/>
              <a:ext cx="330190" cy="441242"/>
            </a:xfrm>
            <a:custGeom>
              <a:avLst/>
              <a:gdLst>
                <a:gd name="connsiteX0" fmla="*/ 79905 w 330188"/>
                <a:gd name="connsiteY0" fmla="*/ 21794 h 441242"/>
                <a:gd name="connsiteX1" fmla="*/ 93525 w 330188"/>
                <a:gd name="connsiteY1" fmla="*/ 3126 h 441242"/>
                <a:gd name="connsiteX2" fmla="*/ 119148 w 330188"/>
                <a:gd name="connsiteY2" fmla="*/ 1125 h 441242"/>
                <a:gd name="connsiteX3" fmla="*/ 202015 w 330188"/>
                <a:gd name="connsiteY3" fmla="*/ 18270 h 441242"/>
                <a:gd name="connsiteX4" fmla="*/ 312029 w 330188"/>
                <a:gd name="connsiteY4" fmla="*/ 73134 h 441242"/>
                <a:gd name="connsiteX5" fmla="*/ 324411 w 330188"/>
                <a:gd name="connsiteY5" fmla="*/ 189149 h 441242"/>
                <a:gd name="connsiteX6" fmla="*/ 260022 w 330188"/>
                <a:gd name="connsiteY6" fmla="*/ 293733 h 441242"/>
                <a:gd name="connsiteX7" fmla="*/ 142198 w 330188"/>
                <a:gd name="connsiteY7" fmla="*/ 306401 h 441242"/>
                <a:gd name="connsiteX8" fmla="*/ 93144 w 330188"/>
                <a:gd name="connsiteY8" fmla="*/ 296305 h 441242"/>
                <a:gd name="connsiteX9" fmla="*/ 67522 w 330188"/>
                <a:gd name="connsiteY9" fmla="*/ 420416 h 441242"/>
                <a:gd name="connsiteX10" fmla="*/ 53997 w 330188"/>
                <a:gd name="connsiteY10" fmla="*/ 438513 h 441242"/>
                <a:gd name="connsiteX11" fmla="*/ 28755 w 330188"/>
                <a:gd name="connsiteY11" fmla="*/ 440037 h 441242"/>
                <a:gd name="connsiteX12" fmla="*/ 5895 w 330188"/>
                <a:gd name="connsiteY12" fmla="*/ 428417 h 441242"/>
                <a:gd name="connsiteX13" fmla="*/ 752 w 330188"/>
                <a:gd name="connsiteY13" fmla="*/ 405842 h 441242"/>
                <a:gd name="connsiteX14" fmla="*/ 79905 w 330188"/>
                <a:gd name="connsiteY14" fmla="*/ 21890 h 441242"/>
                <a:gd name="connsiteX15" fmla="*/ 139722 w 330188"/>
                <a:gd name="connsiteY15" fmla="*/ 70182 h 441242"/>
                <a:gd name="connsiteX16" fmla="*/ 106384 w 330188"/>
                <a:gd name="connsiteY16" fmla="*/ 231726 h 441242"/>
                <a:gd name="connsiteX17" fmla="*/ 149151 w 330188"/>
                <a:gd name="connsiteY17" fmla="*/ 244965 h 441242"/>
                <a:gd name="connsiteX18" fmla="*/ 219922 w 330188"/>
                <a:gd name="connsiteY18" fmla="*/ 240298 h 441242"/>
                <a:gd name="connsiteX19" fmla="*/ 256308 w 330188"/>
                <a:gd name="connsiteY19" fmla="*/ 180195 h 441242"/>
                <a:gd name="connsiteX20" fmla="*/ 250116 w 330188"/>
                <a:gd name="connsiteY20" fmla="*/ 111901 h 441242"/>
                <a:gd name="connsiteX21" fmla="*/ 189347 w 330188"/>
                <a:gd name="connsiteY21" fmla="*/ 80373 h 441242"/>
                <a:gd name="connsiteX22" fmla="*/ 139626 w 330188"/>
                <a:gd name="connsiteY22" fmla="*/ 70086 h 441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0188" h="441242">
                  <a:moveTo>
                    <a:pt x="79905" y="21794"/>
                  </a:moveTo>
                  <a:cubicBezTo>
                    <a:pt x="81810" y="12651"/>
                    <a:pt x="86286" y="6459"/>
                    <a:pt x="93525" y="3126"/>
                  </a:cubicBezTo>
                  <a:cubicBezTo>
                    <a:pt x="100764" y="-208"/>
                    <a:pt x="109242" y="-875"/>
                    <a:pt x="119148" y="1125"/>
                  </a:cubicBezTo>
                  <a:lnTo>
                    <a:pt x="202015" y="18270"/>
                  </a:lnTo>
                  <a:cubicBezTo>
                    <a:pt x="256403" y="29510"/>
                    <a:pt x="293074" y="47798"/>
                    <a:pt x="312029" y="73134"/>
                  </a:cubicBezTo>
                  <a:cubicBezTo>
                    <a:pt x="330984" y="98470"/>
                    <a:pt x="335079" y="137237"/>
                    <a:pt x="324411" y="189149"/>
                  </a:cubicBezTo>
                  <a:cubicBezTo>
                    <a:pt x="313743" y="240869"/>
                    <a:pt x="292312" y="275731"/>
                    <a:pt x="260022" y="293733"/>
                  </a:cubicBezTo>
                  <a:cubicBezTo>
                    <a:pt x="227733" y="311735"/>
                    <a:pt x="188585" y="315926"/>
                    <a:pt x="142198" y="306401"/>
                  </a:cubicBezTo>
                  <a:cubicBezTo>
                    <a:pt x="122767" y="302401"/>
                    <a:pt x="106384" y="299068"/>
                    <a:pt x="93144" y="296305"/>
                  </a:cubicBezTo>
                  <a:lnTo>
                    <a:pt x="67522" y="420416"/>
                  </a:lnTo>
                  <a:cubicBezTo>
                    <a:pt x="65522" y="429179"/>
                    <a:pt x="61045" y="435275"/>
                    <a:pt x="53997" y="438513"/>
                  </a:cubicBezTo>
                  <a:cubicBezTo>
                    <a:pt x="47043" y="441561"/>
                    <a:pt x="38661" y="442037"/>
                    <a:pt x="28755" y="440037"/>
                  </a:cubicBezTo>
                  <a:cubicBezTo>
                    <a:pt x="18849" y="437942"/>
                    <a:pt x="11229" y="434132"/>
                    <a:pt x="5895" y="428417"/>
                  </a:cubicBezTo>
                  <a:cubicBezTo>
                    <a:pt x="561" y="422607"/>
                    <a:pt x="-1153" y="415177"/>
                    <a:pt x="752" y="405842"/>
                  </a:cubicBezTo>
                  <a:lnTo>
                    <a:pt x="79905" y="21890"/>
                  </a:lnTo>
                  <a:close/>
                  <a:moveTo>
                    <a:pt x="139722" y="70182"/>
                  </a:moveTo>
                  <a:lnTo>
                    <a:pt x="106384" y="231726"/>
                  </a:lnTo>
                  <a:cubicBezTo>
                    <a:pt x="120386" y="237536"/>
                    <a:pt x="134578" y="242012"/>
                    <a:pt x="149151" y="244965"/>
                  </a:cubicBezTo>
                  <a:cubicBezTo>
                    <a:pt x="178393" y="250966"/>
                    <a:pt x="202015" y="249442"/>
                    <a:pt x="219922" y="240298"/>
                  </a:cubicBezTo>
                  <a:cubicBezTo>
                    <a:pt x="237829" y="231154"/>
                    <a:pt x="249926" y="211151"/>
                    <a:pt x="256308" y="180195"/>
                  </a:cubicBezTo>
                  <a:cubicBezTo>
                    <a:pt x="262689" y="149239"/>
                    <a:pt x="260594" y="126474"/>
                    <a:pt x="250116" y="111901"/>
                  </a:cubicBezTo>
                  <a:cubicBezTo>
                    <a:pt x="239639" y="97328"/>
                    <a:pt x="219351" y="86850"/>
                    <a:pt x="189347" y="80373"/>
                  </a:cubicBezTo>
                  <a:lnTo>
                    <a:pt x="139626" y="700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40CFF533-D8DF-D04D-A7CC-DA5B60432289}"/>
                </a:ext>
              </a:extLst>
            </p:cNvPr>
            <p:cNvSpPr/>
            <p:nvPr/>
          </p:nvSpPr>
          <p:spPr>
            <a:xfrm>
              <a:off x="5935501" y="6183331"/>
              <a:ext cx="274235" cy="448834"/>
            </a:xfrm>
            <a:custGeom>
              <a:avLst/>
              <a:gdLst>
                <a:gd name="connsiteX0" fmla="*/ 0 w 274236"/>
                <a:gd name="connsiteY0" fmla="*/ 29258 h 448833"/>
                <a:gd name="connsiteX1" fmla="*/ 9430 w 274236"/>
                <a:gd name="connsiteY1" fmla="*/ 8113 h 448833"/>
                <a:gd name="connsiteX2" fmla="*/ 34100 w 274236"/>
                <a:gd name="connsiteY2" fmla="*/ 778 h 448833"/>
                <a:gd name="connsiteX3" fmla="*/ 118681 w 274236"/>
                <a:gd name="connsiteY3" fmla="*/ 16 h 448833"/>
                <a:gd name="connsiteX4" fmla="*/ 237744 w 274236"/>
                <a:gd name="connsiteY4" fmla="*/ 30591 h 448833"/>
                <a:gd name="connsiteX5" fmla="*/ 274225 w 274236"/>
                <a:gd name="connsiteY5" fmla="*/ 141367 h 448833"/>
                <a:gd name="connsiteX6" fmla="*/ 233267 w 274236"/>
                <a:gd name="connsiteY6" fmla="*/ 257096 h 448833"/>
                <a:gd name="connsiteX7" fmla="*/ 120777 w 274236"/>
                <a:gd name="connsiteY7" fmla="*/ 294243 h 448833"/>
                <a:gd name="connsiteX8" fmla="*/ 70676 w 274236"/>
                <a:gd name="connsiteY8" fmla="*/ 294719 h 448833"/>
                <a:gd name="connsiteX9" fmla="*/ 71819 w 274236"/>
                <a:gd name="connsiteY9" fmla="*/ 421497 h 448833"/>
                <a:gd name="connsiteX10" fmla="*/ 62389 w 274236"/>
                <a:gd name="connsiteY10" fmla="*/ 441976 h 448833"/>
                <a:gd name="connsiteX11" fmla="*/ 38005 w 274236"/>
                <a:gd name="connsiteY11" fmla="*/ 448834 h 448833"/>
                <a:gd name="connsiteX12" fmla="*/ 13240 w 274236"/>
                <a:gd name="connsiteY12" fmla="*/ 442262 h 448833"/>
                <a:gd name="connsiteX13" fmla="*/ 3429 w 274236"/>
                <a:gd name="connsiteY13" fmla="*/ 421307 h 448833"/>
                <a:gd name="connsiteX14" fmla="*/ 95 w 274236"/>
                <a:gd name="connsiteY14" fmla="*/ 29258 h 448833"/>
                <a:gd name="connsiteX15" fmla="*/ 68675 w 274236"/>
                <a:gd name="connsiteY15" fmla="*/ 63929 h 448833"/>
                <a:gd name="connsiteX16" fmla="*/ 70104 w 274236"/>
                <a:gd name="connsiteY16" fmla="*/ 228902 h 448833"/>
                <a:gd name="connsiteX17" fmla="*/ 114681 w 274236"/>
                <a:gd name="connsiteY17" fmla="*/ 232902 h 448833"/>
                <a:gd name="connsiteX18" fmla="*/ 182880 w 274236"/>
                <a:gd name="connsiteY18" fmla="*/ 213472 h 448833"/>
                <a:gd name="connsiteX19" fmla="*/ 205835 w 274236"/>
                <a:gd name="connsiteY19" fmla="*/ 147082 h 448833"/>
                <a:gd name="connsiteX20" fmla="*/ 185452 w 274236"/>
                <a:gd name="connsiteY20" fmla="*/ 81645 h 448833"/>
                <a:gd name="connsiteX21" fmla="*/ 119444 w 274236"/>
                <a:gd name="connsiteY21" fmla="*/ 63643 h 448833"/>
                <a:gd name="connsiteX22" fmla="*/ 68675 w 274236"/>
                <a:gd name="connsiteY22" fmla="*/ 64024 h 448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74236" h="448833">
                  <a:moveTo>
                    <a:pt x="0" y="29258"/>
                  </a:moveTo>
                  <a:cubicBezTo>
                    <a:pt x="0" y="19923"/>
                    <a:pt x="3048" y="12970"/>
                    <a:pt x="9430" y="8113"/>
                  </a:cubicBezTo>
                  <a:cubicBezTo>
                    <a:pt x="15812" y="3255"/>
                    <a:pt x="24003" y="873"/>
                    <a:pt x="34100" y="778"/>
                  </a:cubicBezTo>
                  <a:lnTo>
                    <a:pt x="118681" y="16"/>
                  </a:lnTo>
                  <a:cubicBezTo>
                    <a:pt x="174212" y="-460"/>
                    <a:pt x="213931" y="9732"/>
                    <a:pt x="237744" y="30591"/>
                  </a:cubicBezTo>
                  <a:cubicBezTo>
                    <a:pt x="261556" y="51451"/>
                    <a:pt x="273749" y="88313"/>
                    <a:pt x="274225" y="141367"/>
                  </a:cubicBezTo>
                  <a:cubicBezTo>
                    <a:pt x="274701" y="194231"/>
                    <a:pt x="260985" y="232807"/>
                    <a:pt x="233267" y="257096"/>
                  </a:cubicBezTo>
                  <a:cubicBezTo>
                    <a:pt x="205550" y="281480"/>
                    <a:pt x="168021" y="293863"/>
                    <a:pt x="120777" y="294243"/>
                  </a:cubicBezTo>
                  <a:cubicBezTo>
                    <a:pt x="100965" y="294434"/>
                    <a:pt x="84296" y="294529"/>
                    <a:pt x="70676" y="294719"/>
                  </a:cubicBezTo>
                  <a:lnTo>
                    <a:pt x="71819" y="421497"/>
                  </a:lnTo>
                  <a:cubicBezTo>
                    <a:pt x="71628" y="430451"/>
                    <a:pt x="68580" y="437309"/>
                    <a:pt x="62389" y="441976"/>
                  </a:cubicBezTo>
                  <a:cubicBezTo>
                    <a:pt x="56197" y="446453"/>
                    <a:pt x="48101" y="448739"/>
                    <a:pt x="38005" y="448834"/>
                  </a:cubicBezTo>
                  <a:cubicBezTo>
                    <a:pt x="27908" y="448834"/>
                    <a:pt x="19621" y="446739"/>
                    <a:pt x="13240" y="442262"/>
                  </a:cubicBezTo>
                  <a:cubicBezTo>
                    <a:pt x="6858" y="437785"/>
                    <a:pt x="3524" y="430832"/>
                    <a:pt x="3429" y="421307"/>
                  </a:cubicBezTo>
                  <a:lnTo>
                    <a:pt x="95" y="29258"/>
                  </a:lnTo>
                  <a:close/>
                  <a:moveTo>
                    <a:pt x="68675" y="63929"/>
                  </a:moveTo>
                  <a:lnTo>
                    <a:pt x="70104" y="228902"/>
                  </a:lnTo>
                  <a:cubicBezTo>
                    <a:pt x="84963" y="231664"/>
                    <a:pt x="99822" y="232998"/>
                    <a:pt x="114681" y="232902"/>
                  </a:cubicBezTo>
                  <a:cubicBezTo>
                    <a:pt x="144589" y="232617"/>
                    <a:pt x="167354" y="226139"/>
                    <a:pt x="182880" y="213472"/>
                  </a:cubicBezTo>
                  <a:cubicBezTo>
                    <a:pt x="198406" y="200708"/>
                    <a:pt x="206121" y="178610"/>
                    <a:pt x="205835" y="147082"/>
                  </a:cubicBezTo>
                  <a:cubicBezTo>
                    <a:pt x="205550" y="115554"/>
                    <a:pt x="198787" y="93742"/>
                    <a:pt x="185452" y="81645"/>
                  </a:cubicBezTo>
                  <a:cubicBezTo>
                    <a:pt x="172117" y="69644"/>
                    <a:pt x="150114" y="63643"/>
                    <a:pt x="119444" y="63643"/>
                  </a:cubicBezTo>
                  <a:lnTo>
                    <a:pt x="68675" y="6402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D547FEC6-DD5B-3FF6-93AC-D059811240DB}"/>
                </a:ext>
              </a:extLst>
            </p:cNvPr>
            <p:cNvSpPr/>
            <p:nvPr/>
          </p:nvSpPr>
          <p:spPr>
            <a:xfrm>
              <a:off x="6296608" y="6156294"/>
              <a:ext cx="335473" cy="465514"/>
            </a:xfrm>
            <a:custGeom>
              <a:avLst/>
              <a:gdLst>
                <a:gd name="connsiteX0" fmla="*/ 653 w 335474"/>
                <a:gd name="connsiteY0" fmla="*/ 447488 h 465516"/>
                <a:gd name="connsiteX1" fmla="*/ 367 w 335474"/>
                <a:gd name="connsiteY1" fmla="*/ 435677 h 465516"/>
                <a:gd name="connsiteX2" fmla="*/ 66661 w 335474"/>
                <a:gd name="connsiteY2" fmla="*/ 34579 h 465516"/>
                <a:gd name="connsiteX3" fmla="*/ 97237 w 335474"/>
                <a:gd name="connsiteY3" fmla="*/ 4194 h 465516"/>
                <a:gd name="connsiteX4" fmla="*/ 125812 w 335474"/>
                <a:gd name="connsiteY4" fmla="*/ 384 h 465516"/>
                <a:gd name="connsiteX5" fmla="*/ 163150 w 335474"/>
                <a:gd name="connsiteY5" fmla="*/ 24292 h 465516"/>
                <a:gd name="connsiteX6" fmla="*/ 331837 w 335474"/>
                <a:gd name="connsiteY6" fmla="*/ 391767 h 465516"/>
                <a:gd name="connsiteX7" fmla="*/ 335362 w 335474"/>
                <a:gd name="connsiteY7" fmla="*/ 404149 h 465516"/>
                <a:gd name="connsiteX8" fmla="*/ 328599 w 335474"/>
                <a:gd name="connsiteY8" fmla="*/ 418627 h 465516"/>
                <a:gd name="connsiteX9" fmla="*/ 306120 w 335474"/>
                <a:gd name="connsiteY9" fmla="*/ 428247 h 465516"/>
                <a:gd name="connsiteX10" fmla="*/ 263353 w 335474"/>
                <a:gd name="connsiteY10" fmla="*/ 406054 h 465516"/>
                <a:gd name="connsiteX11" fmla="*/ 228872 w 335474"/>
                <a:gd name="connsiteY11" fmla="*/ 328711 h 465516"/>
                <a:gd name="connsiteX12" fmla="*/ 73996 w 335474"/>
                <a:gd name="connsiteY12" fmla="*/ 349571 h 465516"/>
                <a:gd name="connsiteX13" fmla="*/ 61899 w 335474"/>
                <a:gd name="connsiteY13" fmla="*/ 430057 h 465516"/>
                <a:gd name="connsiteX14" fmla="*/ 53612 w 335474"/>
                <a:gd name="connsiteY14" fmla="*/ 455298 h 465516"/>
                <a:gd name="connsiteX15" fmla="*/ 32657 w 335474"/>
                <a:gd name="connsiteY15" fmla="*/ 465014 h 465516"/>
                <a:gd name="connsiteX16" fmla="*/ 10083 w 335474"/>
                <a:gd name="connsiteY16" fmla="*/ 461204 h 465516"/>
                <a:gd name="connsiteX17" fmla="*/ 749 w 335474"/>
                <a:gd name="connsiteY17" fmla="*/ 447488 h 465516"/>
                <a:gd name="connsiteX18" fmla="*/ 115525 w 335474"/>
                <a:gd name="connsiteY18" fmla="*/ 74394 h 465516"/>
                <a:gd name="connsiteX19" fmla="*/ 83616 w 335474"/>
                <a:gd name="connsiteY19" fmla="*/ 286134 h 465516"/>
                <a:gd name="connsiteX20" fmla="*/ 202774 w 335474"/>
                <a:gd name="connsiteY20" fmla="*/ 270037 h 465516"/>
                <a:gd name="connsiteX21" fmla="*/ 115429 w 335474"/>
                <a:gd name="connsiteY21" fmla="*/ 74394 h 4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35474" h="465516">
                  <a:moveTo>
                    <a:pt x="653" y="447488"/>
                  </a:moveTo>
                  <a:cubicBezTo>
                    <a:pt x="-109" y="441963"/>
                    <a:pt x="-204" y="438058"/>
                    <a:pt x="367" y="435677"/>
                  </a:cubicBezTo>
                  <a:lnTo>
                    <a:pt x="66661" y="34579"/>
                  </a:lnTo>
                  <a:cubicBezTo>
                    <a:pt x="69233" y="16672"/>
                    <a:pt x="79425" y="6576"/>
                    <a:pt x="97237" y="4194"/>
                  </a:cubicBezTo>
                  <a:lnTo>
                    <a:pt x="125812" y="384"/>
                  </a:lnTo>
                  <a:cubicBezTo>
                    <a:pt x="142861" y="-1902"/>
                    <a:pt x="155339" y="6004"/>
                    <a:pt x="163150" y="24292"/>
                  </a:cubicBezTo>
                  <a:lnTo>
                    <a:pt x="331837" y="391767"/>
                  </a:lnTo>
                  <a:cubicBezTo>
                    <a:pt x="333552" y="395386"/>
                    <a:pt x="334790" y="399577"/>
                    <a:pt x="335362" y="404149"/>
                  </a:cubicBezTo>
                  <a:cubicBezTo>
                    <a:pt x="336028" y="408721"/>
                    <a:pt x="333742" y="413579"/>
                    <a:pt x="328599" y="418627"/>
                  </a:cubicBezTo>
                  <a:cubicBezTo>
                    <a:pt x="323455" y="423866"/>
                    <a:pt x="315931" y="427104"/>
                    <a:pt x="306120" y="428247"/>
                  </a:cubicBezTo>
                  <a:cubicBezTo>
                    <a:pt x="285641" y="431010"/>
                    <a:pt x="271449" y="423580"/>
                    <a:pt x="263353" y="406054"/>
                  </a:cubicBezTo>
                  <a:lnTo>
                    <a:pt x="228872" y="328711"/>
                  </a:lnTo>
                  <a:lnTo>
                    <a:pt x="73996" y="349571"/>
                  </a:lnTo>
                  <a:lnTo>
                    <a:pt x="61899" y="430057"/>
                  </a:lnTo>
                  <a:cubicBezTo>
                    <a:pt x="60756" y="441392"/>
                    <a:pt x="57994" y="449869"/>
                    <a:pt x="53612" y="455298"/>
                  </a:cubicBezTo>
                  <a:cubicBezTo>
                    <a:pt x="49135" y="460537"/>
                    <a:pt x="42182" y="463776"/>
                    <a:pt x="32657" y="465014"/>
                  </a:cubicBezTo>
                  <a:cubicBezTo>
                    <a:pt x="23132" y="466347"/>
                    <a:pt x="15607" y="465014"/>
                    <a:pt x="10083" y="461204"/>
                  </a:cubicBezTo>
                  <a:cubicBezTo>
                    <a:pt x="4558" y="457394"/>
                    <a:pt x="1510" y="452822"/>
                    <a:pt x="749" y="447488"/>
                  </a:cubicBezTo>
                  <a:moveTo>
                    <a:pt x="115525" y="74394"/>
                  </a:moveTo>
                  <a:lnTo>
                    <a:pt x="83616" y="286134"/>
                  </a:lnTo>
                  <a:lnTo>
                    <a:pt x="202774" y="270037"/>
                  </a:lnTo>
                  <a:lnTo>
                    <a:pt x="115429" y="74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31FE661A-972A-E870-E9EF-EBF3454741E9}"/>
                </a:ext>
              </a:extLst>
            </p:cNvPr>
            <p:cNvSpPr/>
            <p:nvPr/>
          </p:nvSpPr>
          <p:spPr>
            <a:xfrm>
              <a:off x="6670015" y="6070848"/>
              <a:ext cx="373971" cy="468438"/>
            </a:xfrm>
            <a:custGeom>
              <a:avLst/>
              <a:gdLst>
                <a:gd name="connsiteX0" fmla="*/ 172934 w 373970"/>
                <a:gd name="connsiteY0" fmla="*/ 430349 h 468437"/>
                <a:gd name="connsiteX1" fmla="*/ 169409 w 373970"/>
                <a:gd name="connsiteY1" fmla="*/ 453209 h 468437"/>
                <a:gd name="connsiteX2" fmla="*/ 147692 w 373970"/>
                <a:gd name="connsiteY2" fmla="*/ 466354 h 468437"/>
                <a:gd name="connsiteX3" fmla="*/ 122070 w 373970"/>
                <a:gd name="connsiteY3" fmla="*/ 466449 h 468437"/>
                <a:gd name="connsiteX4" fmla="*/ 107116 w 373970"/>
                <a:gd name="connsiteY4" fmla="*/ 448732 h 468437"/>
                <a:gd name="connsiteX5" fmla="*/ 1293 w 373970"/>
                <a:gd name="connsiteY5" fmla="*/ 71257 h 468437"/>
                <a:gd name="connsiteX6" fmla="*/ 4722 w 373970"/>
                <a:gd name="connsiteY6" fmla="*/ 48397 h 468437"/>
                <a:gd name="connsiteX7" fmla="*/ 26344 w 373970"/>
                <a:gd name="connsiteY7" fmla="*/ 34967 h 468437"/>
                <a:gd name="connsiteX8" fmla="*/ 112069 w 373970"/>
                <a:gd name="connsiteY8" fmla="*/ 10963 h 468437"/>
                <a:gd name="connsiteX9" fmla="*/ 230274 w 373970"/>
                <a:gd name="connsiteY9" fmla="*/ 8678 h 468437"/>
                <a:gd name="connsiteX10" fmla="*/ 295139 w 373970"/>
                <a:gd name="connsiteY10" fmla="*/ 100689 h 468437"/>
                <a:gd name="connsiteX11" fmla="*/ 261516 w 373970"/>
                <a:gd name="connsiteY11" fmla="*/ 236420 h 468437"/>
                <a:gd name="connsiteX12" fmla="*/ 364862 w 373970"/>
                <a:gd name="connsiteY12" fmla="*/ 362722 h 468437"/>
                <a:gd name="connsiteX13" fmla="*/ 373054 w 373970"/>
                <a:gd name="connsiteY13" fmla="*/ 378724 h 468437"/>
                <a:gd name="connsiteX14" fmla="*/ 370863 w 373970"/>
                <a:gd name="connsiteY14" fmla="*/ 396059 h 468437"/>
                <a:gd name="connsiteX15" fmla="*/ 352004 w 373970"/>
                <a:gd name="connsiteY15" fmla="*/ 409013 h 468437"/>
                <a:gd name="connsiteX16" fmla="*/ 303712 w 373970"/>
                <a:gd name="connsiteY16" fmla="*/ 393678 h 468437"/>
                <a:gd name="connsiteX17" fmla="*/ 204080 w 373970"/>
                <a:gd name="connsiteY17" fmla="*/ 270901 h 468437"/>
                <a:gd name="connsiteX18" fmla="*/ 174457 w 373970"/>
                <a:gd name="connsiteY18" fmla="*/ 281092 h 468437"/>
                <a:gd name="connsiteX19" fmla="*/ 133405 w 373970"/>
                <a:gd name="connsiteY19" fmla="*/ 289379 h 468437"/>
                <a:gd name="connsiteX20" fmla="*/ 172934 w 373970"/>
                <a:gd name="connsiteY20" fmla="*/ 430349 h 468437"/>
                <a:gd name="connsiteX21" fmla="*/ 76636 w 373970"/>
                <a:gd name="connsiteY21" fmla="*/ 86782 h 468437"/>
                <a:gd name="connsiteX22" fmla="*/ 116641 w 373970"/>
                <a:gd name="connsiteY22" fmla="*/ 229467 h 468437"/>
                <a:gd name="connsiteX23" fmla="*/ 175124 w 373970"/>
                <a:gd name="connsiteY23" fmla="*/ 216894 h 468437"/>
                <a:gd name="connsiteX24" fmla="*/ 230179 w 373970"/>
                <a:gd name="connsiteY24" fmla="*/ 122120 h 468437"/>
                <a:gd name="connsiteX25" fmla="*/ 195603 w 373970"/>
                <a:gd name="connsiteY25" fmla="*/ 69828 h 468437"/>
                <a:gd name="connsiteX26" fmla="*/ 129976 w 373970"/>
                <a:gd name="connsiteY26" fmla="*/ 71828 h 468437"/>
                <a:gd name="connsiteX27" fmla="*/ 76636 w 373970"/>
                <a:gd name="connsiteY27" fmla="*/ 86782 h 46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73970" h="468437">
                  <a:moveTo>
                    <a:pt x="172934" y="430349"/>
                  </a:moveTo>
                  <a:cubicBezTo>
                    <a:pt x="175220" y="439302"/>
                    <a:pt x="174077" y="446923"/>
                    <a:pt x="169409" y="453209"/>
                  </a:cubicBezTo>
                  <a:cubicBezTo>
                    <a:pt x="164647" y="459210"/>
                    <a:pt x="157408" y="463686"/>
                    <a:pt x="147692" y="466354"/>
                  </a:cubicBezTo>
                  <a:cubicBezTo>
                    <a:pt x="137977" y="469116"/>
                    <a:pt x="129404" y="469116"/>
                    <a:pt x="122070" y="466449"/>
                  </a:cubicBezTo>
                  <a:cubicBezTo>
                    <a:pt x="114640" y="463782"/>
                    <a:pt x="109687" y="457972"/>
                    <a:pt x="107116" y="448732"/>
                  </a:cubicBezTo>
                  <a:lnTo>
                    <a:pt x="1293" y="71257"/>
                  </a:lnTo>
                  <a:cubicBezTo>
                    <a:pt x="-1183" y="62303"/>
                    <a:pt x="-136" y="54683"/>
                    <a:pt x="4722" y="48397"/>
                  </a:cubicBezTo>
                  <a:cubicBezTo>
                    <a:pt x="9580" y="42110"/>
                    <a:pt x="16723" y="37633"/>
                    <a:pt x="26344" y="34967"/>
                  </a:cubicBezTo>
                  <a:lnTo>
                    <a:pt x="112069" y="10963"/>
                  </a:lnTo>
                  <a:cubicBezTo>
                    <a:pt x="161218" y="-2848"/>
                    <a:pt x="200556" y="-3610"/>
                    <a:pt x="230274" y="8678"/>
                  </a:cubicBezTo>
                  <a:cubicBezTo>
                    <a:pt x="259992" y="20869"/>
                    <a:pt x="281614" y="51540"/>
                    <a:pt x="295139" y="100689"/>
                  </a:cubicBezTo>
                  <a:cubicBezTo>
                    <a:pt x="311808" y="160125"/>
                    <a:pt x="300569" y="205368"/>
                    <a:pt x="261516" y="236420"/>
                  </a:cubicBezTo>
                  <a:lnTo>
                    <a:pt x="364862" y="362722"/>
                  </a:lnTo>
                  <a:cubicBezTo>
                    <a:pt x="368768" y="367865"/>
                    <a:pt x="371530" y="373199"/>
                    <a:pt x="373054" y="378724"/>
                  </a:cubicBezTo>
                  <a:cubicBezTo>
                    <a:pt x="374768" y="384248"/>
                    <a:pt x="374102" y="389963"/>
                    <a:pt x="370863" y="396059"/>
                  </a:cubicBezTo>
                  <a:cubicBezTo>
                    <a:pt x="367720" y="402345"/>
                    <a:pt x="361433" y="406632"/>
                    <a:pt x="352004" y="409013"/>
                  </a:cubicBezTo>
                  <a:cubicBezTo>
                    <a:pt x="332192" y="414538"/>
                    <a:pt x="316094" y="409394"/>
                    <a:pt x="303712" y="393678"/>
                  </a:cubicBezTo>
                  <a:lnTo>
                    <a:pt x="204080" y="270901"/>
                  </a:lnTo>
                  <a:cubicBezTo>
                    <a:pt x="196270" y="274425"/>
                    <a:pt x="186364" y="277759"/>
                    <a:pt x="174457" y="281092"/>
                  </a:cubicBezTo>
                  <a:cubicBezTo>
                    <a:pt x="162551" y="284426"/>
                    <a:pt x="148835" y="287188"/>
                    <a:pt x="133405" y="289379"/>
                  </a:cubicBezTo>
                  <a:lnTo>
                    <a:pt x="172934" y="430349"/>
                  </a:lnTo>
                  <a:close/>
                  <a:moveTo>
                    <a:pt x="76636" y="86782"/>
                  </a:moveTo>
                  <a:lnTo>
                    <a:pt x="116641" y="229467"/>
                  </a:lnTo>
                  <a:cubicBezTo>
                    <a:pt x="132167" y="227657"/>
                    <a:pt x="151693" y="223466"/>
                    <a:pt x="175124" y="216894"/>
                  </a:cubicBezTo>
                  <a:cubicBezTo>
                    <a:pt x="225607" y="202987"/>
                    <a:pt x="243990" y="171364"/>
                    <a:pt x="230179" y="122120"/>
                  </a:cubicBezTo>
                  <a:cubicBezTo>
                    <a:pt x="222178" y="93736"/>
                    <a:pt x="210653" y="76305"/>
                    <a:pt x="195603" y="69828"/>
                  </a:cubicBezTo>
                  <a:cubicBezTo>
                    <a:pt x="180458" y="63351"/>
                    <a:pt x="158646" y="64018"/>
                    <a:pt x="129976" y="71828"/>
                  </a:cubicBezTo>
                  <a:lnTo>
                    <a:pt x="76636" y="867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35DF55AD-3406-931A-312F-757664B74C0C}"/>
                </a:ext>
              </a:extLst>
            </p:cNvPr>
            <p:cNvSpPr/>
            <p:nvPr/>
          </p:nvSpPr>
          <p:spPr>
            <a:xfrm>
              <a:off x="7050453" y="5974182"/>
              <a:ext cx="216664" cy="426936"/>
            </a:xfrm>
            <a:custGeom>
              <a:avLst/>
              <a:gdLst>
                <a:gd name="connsiteX0" fmla="*/ 2426 w 216666"/>
                <a:gd name="connsiteY0" fmla="*/ 42480 h 426937"/>
                <a:gd name="connsiteX1" fmla="*/ 3474 w 216666"/>
                <a:gd name="connsiteY1" fmla="*/ 19334 h 426937"/>
                <a:gd name="connsiteX2" fmla="*/ 23858 w 216666"/>
                <a:gd name="connsiteY2" fmla="*/ 3713 h 426937"/>
                <a:gd name="connsiteX3" fmla="*/ 49480 w 216666"/>
                <a:gd name="connsiteY3" fmla="*/ 1046 h 426937"/>
                <a:gd name="connsiteX4" fmla="*/ 65863 w 216666"/>
                <a:gd name="connsiteY4" fmla="*/ 16762 h 426937"/>
                <a:gd name="connsiteX5" fmla="*/ 214453 w 216666"/>
                <a:gd name="connsiteY5" fmla="*/ 384523 h 426937"/>
                <a:gd name="connsiteX6" fmla="*/ 213405 w 216666"/>
                <a:gd name="connsiteY6" fmla="*/ 407668 h 426937"/>
                <a:gd name="connsiteX7" fmla="*/ 193307 w 216666"/>
                <a:gd name="connsiteY7" fmla="*/ 423099 h 426937"/>
                <a:gd name="connsiteX8" fmla="*/ 167781 w 216666"/>
                <a:gd name="connsiteY8" fmla="*/ 426052 h 426937"/>
                <a:gd name="connsiteX9" fmla="*/ 151016 w 216666"/>
                <a:gd name="connsiteY9" fmla="*/ 410145 h 426937"/>
                <a:gd name="connsiteX10" fmla="*/ 2426 w 216666"/>
                <a:gd name="connsiteY10" fmla="*/ 42384 h 4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66" h="426937">
                  <a:moveTo>
                    <a:pt x="2426" y="42480"/>
                  </a:moveTo>
                  <a:cubicBezTo>
                    <a:pt x="-1098" y="33622"/>
                    <a:pt x="-812" y="26002"/>
                    <a:pt x="3474" y="19334"/>
                  </a:cubicBezTo>
                  <a:cubicBezTo>
                    <a:pt x="7665" y="12762"/>
                    <a:pt x="14523" y="7523"/>
                    <a:pt x="23858" y="3713"/>
                  </a:cubicBezTo>
                  <a:cubicBezTo>
                    <a:pt x="33192" y="-97"/>
                    <a:pt x="41765" y="-954"/>
                    <a:pt x="49480" y="1046"/>
                  </a:cubicBezTo>
                  <a:cubicBezTo>
                    <a:pt x="57195" y="3047"/>
                    <a:pt x="62624" y="8285"/>
                    <a:pt x="65863" y="16762"/>
                  </a:cubicBezTo>
                  <a:lnTo>
                    <a:pt x="214453" y="384523"/>
                  </a:lnTo>
                  <a:cubicBezTo>
                    <a:pt x="217691" y="393190"/>
                    <a:pt x="217406" y="400906"/>
                    <a:pt x="213405" y="407668"/>
                  </a:cubicBezTo>
                  <a:cubicBezTo>
                    <a:pt x="209405" y="414145"/>
                    <a:pt x="202642" y="419384"/>
                    <a:pt x="193307" y="423099"/>
                  </a:cubicBezTo>
                  <a:cubicBezTo>
                    <a:pt x="183973" y="426909"/>
                    <a:pt x="175400" y="427861"/>
                    <a:pt x="167781" y="426052"/>
                  </a:cubicBezTo>
                  <a:cubicBezTo>
                    <a:pt x="160160" y="424242"/>
                    <a:pt x="154541" y="418908"/>
                    <a:pt x="151016" y="410145"/>
                  </a:cubicBezTo>
                  <a:lnTo>
                    <a:pt x="2426" y="4238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1AC46E18-CD13-48FA-4B1B-8B9F4FED0A71}"/>
                </a:ext>
              </a:extLst>
            </p:cNvPr>
            <p:cNvSpPr/>
            <p:nvPr/>
          </p:nvSpPr>
          <p:spPr>
            <a:xfrm>
              <a:off x="7249150" y="5827329"/>
              <a:ext cx="402091" cy="465770"/>
            </a:xfrm>
            <a:custGeom>
              <a:avLst/>
              <a:gdLst>
                <a:gd name="connsiteX0" fmla="*/ 96247 w 402092"/>
                <a:gd name="connsiteY0" fmla="*/ 28552 h 465771"/>
                <a:gd name="connsiteX1" fmla="*/ 202451 w 402092"/>
                <a:gd name="connsiteY1" fmla="*/ 834 h 465771"/>
                <a:gd name="connsiteX2" fmla="*/ 275603 w 402092"/>
                <a:gd name="connsiteY2" fmla="*/ 62080 h 465771"/>
                <a:gd name="connsiteX3" fmla="*/ 266935 w 402092"/>
                <a:gd name="connsiteY3" fmla="*/ 181714 h 465771"/>
                <a:gd name="connsiteX4" fmla="*/ 383235 w 402092"/>
                <a:gd name="connsiteY4" fmla="*/ 238483 h 465771"/>
                <a:gd name="connsiteX5" fmla="*/ 394380 w 402092"/>
                <a:gd name="connsiteY5" fmla="*/ 339353 h 465771"/>
                <a:gd name="connsiteX6" fmla="*/ 308464 w 402092"/>
                <a:gd name="connsiteY6" fmla="*/ 418315 h 465771"/>
                <a:gd name="connsiteX7" fmla="*/ 230073 w 402092"/>
                <a:gd name="connsiteY7" fmla="*/ 460511 h 465771"/>
                <a:gd name="connsiteX8" fmla="*/ 205404 w 402092"/>
                <a:gd name="connsiteY8" fmla="*/ 465369 h 465771"/>
                <a:gd name="connsiteX9" fmla="*/ 187116 w 402092"/>
                <a:gd name="connsiteY9" fmla="*/ 452034 h 465771"/>
                <a:gd name="connsiteX10" fmla="*/ 3474 w 402092"/>
                <a:gd name="connsiteY10" fmla="*/ 110563 h 465771"/>
                <a:gd name="connsiteX11" fmla="*/ 2235 w 402092"/>
                <a:gd name="connsiteY11" fmla="*/ 87702 h 465771"/>
                <a:gd name="connsiteX12" fmla="*/ 19952 w 402092"/>
                <a:gd name="connsiteY12" fmla="*/ 69700 h 465771"/>
                <a:gd name="connsiteX13" fmla="*/ 96342 w 402092"/>
                <a:gd name="connsiteY13" fmla="*/ 28647 h 465771"/>
                <a:gd name="connsiteX14" fmla="*/ 80245 w 402092"/>
                <a:gd name="connsiteY14" fmla="*/ 109134 h 465771"/>
                <a:gd name="connsiteX15" fmla="*/ 139300 w 402092"/>
                <a:gd name="connsiteY15" fmla="*/ 218957 h 465771"/>
                <a:gd name="connsiteX16" fmla="*/ 188068 w 402092"/>
                <a:gd name="connsiteY16" fmla="*/ 192763 h 465771"/>
                <a:gd name="connsiteX17" fmla="*/ 225882 w 402092"/>
                <a:gd name="connsiteY17" fmla="*/ 153234 h 465771"/>
                <a:gd name="connsiteX18" fmla="*/ 218929 w 402092"/>
                <a:gd name="connsiteY18" fmla="*/ 101132 h 465771"/>
                <a:gd name="connsiteX19" fmla="*/ 182448 w 402092"/>
                <a:gd name="connsiteY19" fmla="*/ 69128 h 465771"/>
                <a:gd name="connsiteX20" fmla="*/ 127108 w 402092"/>
                <a:gd name="connsiteY20" fmla="*/ 83892 h 465771"/>
                <a:gd name="connsiteX21" fmla="*/ 80245 w 402092"/>
                <a:gd name="connsiteY21" fmla="*/ 109134 h 465771"/>
                <a:gd name="connsiteX22" fmla="*/ 169399 w 402092"/>
                <a:gd name="connsiteY22" fmla="*/ 274773 h 465771"/>
                <a:gd name="connsiteX23" fmla="*/ 230359 w 402092"/>
                <a:gd name="connsiteY23" fmla="*/ 388121 h 465771"/>
                <a:gd name="connsiteX24" fmla="*/ 280175 w 402092"/>
                <a:gd name="connsiteY24" fmla="*/ 361260 h 465771"/>
                <a:gd name="connsiteX25" fmla="*/ 326657 w 402092"/>
                <a:gd name="connsiteY25" fmla="*/ 319731 h 465771"/>
                <a:gd name="connsiteX26" fmla="*/ 320656 w 402092"/>
                <a:gd name="connsiteY26" fmla="*/ 266772 h 465771"/>
                <a:gd name="connsiteX27" fmla="*/ 280841 w 402092"/>
                <a:gd name="connsiteY27" fmla="*/ 231911 h 465771"/>
                <a:gd name="connsiteX28" fmla="*/ 218643 w 402092"/>
                <a:gd name="connsiteY28" fmla="*/ 248198 h 465771"/>
                <a:gd name="connsiteX29" fmla="*/ 169304 w 402092"/>
                <a:gd name="connsiteY29" fmla="*/ 274773 h 46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2092" h="465771">
                  <a:moveTo>
                    <a:pt x="96247" y="28552"/>
                  </a:moveTo>
                  <a:cubicBezTo>
                    <a:pt x="137681" y="6264"/>
                    <a:pt x="173019" y="-2976"/>
                    <a:pt x="202451" y="834"/>
                  </a:cubicBezTo>
                  <a:cubicBezTo>
                    <a:pt x="231788" y="4645"/>
                    <a:pt x="256172" y="25123"/>
                    <a:pt x="275603" y="62080"/>
                  </a:cubicBezTo>
                  <a:cubicBezTo>
                    <a:pt x="298082" y="103895"/>
                    <a:pt x="295224" y="143805"/>
                    <a:pt x="266935" y="181714"/>
                  </a:cubicBezTo>
                  <a:cubicBezTo>
                    <a:pt x="316465" y="167522"/>
                    <a:pt x="355232" y="186477"/>
                    <a:pt x="383235" y="238483"/>
                  </a:cubicBezTo>
                  <a:cubicBezTo>
                    <a:pt x="403905" y="276773"/>
                    <a:pt x="407524" y="310397"/>
                    <a:pt x="394380" y="339353"/>
                  </a:cubicBezTo>
                  <a:cubicBezTo>
                    <a:pt x="381140" y="368214"/>
                    <a:pt x="352470" y="394503"/>
                    <a:pt x="308464" y="418315"/>
                  </a:cubicBezTo>
                  <a:lnTo>
                    <a:pt x="230073" y="460511"/>
                  </a:lnTo>
                  <a:cubicBezTo>
                    <a:pt x="221691" y="464987"/>
                    <a:pt x="213500" y="466607"/>
                    <a:pt x="205404" y="465369"/>
                  </a:cubicBezTo>
                  <a:cubicBezTo>
                    <a:pt x="197307" y="464035"/>
                    <a:pt x="191307" y="459653"/>
                    <a:pt x="187116" y="452034"/>
                  </a:cubicBezTo>
                  <a:lnTo>
                    <a:pt x="3474" y="110563"/>
                  </a:lnTo>
                  <a:cubicBezTo>
                    <a:pt x="-717" y="102752"/>
                    <a:pt x="-1098" y="95132"/>
                    <a:pt x="2235" y="87702"/>
                  </a:cubicBezTo>
                  <a:cubicBezTo>
                    <a:pt x="5664" y="80273"/>
                    <a:pt x="11570" y="74272"/>
                    <a:pt x="19952" y="69700"/>
                  </a:cubicBezTo>
                  <a:lnTo>
                    <a:pt x="96342" y="28647"/>
                  </a:lnTo>
                  <a:close/>
                  <a:moveTo>
                    <a:pt x="80245" y="109134"/>
                  </a:moveTo>
                  <a:lnTo>
                    <a:pt x="139300" y="218957"/>
                  </a:lnTo>
                  <a:lnTo>
                    <a:pt x="188068" y="192763"/>
                  </a:lnTo>
                  <a:cubicBezTo>
                    <a:pt x="207785" y="182381"/>
                    <a:pt x="220358" y="169236"/>
                    <a:pt x="225882" y="153234"/>
                  </a:cubicBezTo>
                  <a:cubicBezTo>
                    <a:pt x="231312" y="137232"/>
                    <a:pt x="229025" y="119897"/>
                    <a:pt x="218929" y="101132"/>
                  </a:cubicBezTo>
                  <a:cubicBezTo>
                    <a:pt x="208833" y="82368"/>
                    <a:pt x="196641" y="71700"/>
                    <a:pt x="182448" y="69128"/>
                  </a:cubicBezTo>
                  <a:cubicBezTo>
                    <a:pt x="168066" y="66843"/>
                    <a:pt x="149682" y="71796"/>
                    <a:pt x="127108" y="83892"/>
                  </a:cubicBezTo>
                  <a:lnTo>
                    <a:pt x="80245" y="109134"/>
                  </a:lnTo>
                  <a:close/>
                  <a:moveTo>
                    <a:pt x="169399" y="274773"/>
                  </a:moveTo>
                  <a:lnTo>
                    <a:pt x="230359" y="388121"/>
                  </a:lnTo>
                  <a:lnTo>
                    <a:pt x="280175" y="361260"/>
                  </a:lnTo>
                  <a:cubicBezTo>
                    <a:pt x="304368" y="348211"/>
                    <a:pt x="319894" y="334400"/>
                    <a:pt x="326657" y="319731"/>
                  </a:cubicBezTo>
                  <a:cubicBezTo>
                    <a:pt x="333705" y="304968"/>
                    <a:pt x="331705" y="287251"/>
                    <a:pt x="320656" y="266772"/>
                  </a:cubicBezTo>
                  <a:cubicBezTo>
                    <a:pt x="309702" y="246389"/>
                    <a:pt x="296463" y="234768"/>
                    <a:pt x="280841" y="231911"/>
                  </a:cubicBezTo>
                  <a:cubicBezTo>
                    <a:pt x="265221" y="229054"/>
                    <a:pt x="244551" y="234482"/>
                    <a:pt x="218643" y="248198"/>
                  </a:cubicBezTo>
                  <a:lnTo>
                    <a:pt x="169304" y="27477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" name="Forme libre : forme 21">
              <a:extLst>
                <a:ext uri="{FF2B5EF4-FFF2-40B4-BE49-F238E27FC236}">
                  <a16:creationId xmlns:a16="http://schemas.microsoft.com/office/drawing/2014/main" id="{247630CA-0839-0080-DB02-C2FDA038C404}"/>
                </a:ext>
              </a:extLst>
            </p:cNvPr>
            <p:cNvSpPr/>
            <p:nvPr/>
          </p:nvSpPr>
          <p:spPr>
            <a:xfrm>
              <a:off x="7642412" y="5637252"/>
              <a:ext cx="417192" cy="467370"/>
            </a:xfrm>
            <a:custGeom>
              <a:avLst/>
              <a:gdLst>
                <a:gd name="connsiteX0" fmla="*/ 141039 w 417193"/>
                <a:gd name="connsiteY0" fmla="*/ 459804 h 467371"/>
                <a:gd name="connsiteX1" fmla="*/ 135134 w 417193"/>
                <a:gd name="connsiteY1" fmla="*/ 449518 h 467371"/>
                <a:gd name="connsiteX2" fmla="*/ 2832 w 417193"/>
                <a:gd name="connsiteY2" fmla="*/ 65183 h 467371"/>
                <a:gd name="connsiteX3" fmla="*/ 15309 w 417193"/>
                <a:gd name="connsiteY3" fmla="*/ 23845 h 467371"/>
                <a:gd name="connsiteX4" fmla="*/ 38646 w 417193"/>
                <a:gd name="connsiteY4" fmla="*/ 6890 h 467371"/>
                <a:gd name="connsiteX5" fmla="*/ 82841 w 417193"/>
                <a:gd name="connsiteY5" fmla="*/ 10129 h 467371"/>
                <a:gd name="connsiteX6" fmla="*/ 405930 w 417193"/>
                <a:gd name="connsiteY6" fmla="*/ 253207 h 467371"/>
                <a:gd name="connsiteX7" fmla="*/ 414883 w 417193"/>
                <a:gd name="connsiteY7" fmla="*/ 262351 h 467371"/>
                <a:gd name="connsiteX8" fmla="*/ 415740 w 417193"/>
                <a:gd name="connsiteY8" fmla="*/ 278353 h 467371"/>
                <a:gd name="connsiteX9" fmla="*/ 400500 w 417193"/>
                <a:gd name="connsiteY9" fmla="*/ 297498 h 467371"/>
                <a:gd name="connsiteX10" fmla="*/ 352399 w 417193"/>
                <a:gd name="connsiteY10" fmla="*/ 298260 h 467371"/>
                <a:gd name="connsiteX11" fmla="*/ 285248 w 417193"/>
                <a:gd name="connsiteY11" fmla="*/ 246635 h 467371"/>
                <a:gd name="connsiteX12" fmla="*/ 158851 w 417193"/>
                <a:gd name="connsiteY12" fmla="*/ 338646 h 467371"/>
                <a:gd name="connsiteX13" fmla="*/ 186474 w 417193"/>
                <a:gd name="connsiteY13" fmla="*/ 415227 h 467371"/>
                <a:gd name="connsiteX14" fmla="*/ 191141 w 417193"/>
                <a:gd name="connsiteY14" fmla="*/ 441326 h 467371"/>
                <a:gd name="connsiteX15" fmla="*/ 177330 w 417193"/>
                <a:gd name="connsiteY15" fmla="*/ 459899 h 467371"/>
                <a:gd name="connsiteX16" fmla="*/ 155613 w 417193"/>
                <a:gd name="connsiteY16" fmla="*/ 467234 h 467371"/>
                <a:gd name="connsiteX17" fmla="*/ 140849 w 417193"/>
                <a:gd name="connsiteY17" fmla="*/ 459614 h 467371"/>
                <a:gd name="connsiteX18" fmla="*/ 64458 w 417193"/>
                <a:gd name="connsiteY18" fmla="*/ 76804 h 467371"/>
                <a:gd name="connsiteX19" fmla="*/ 137039 w 417193"/>
                <a:gd name="connsiteY19" fmla="*/ 278258 h 467371"/>
                <a:gd name="connsiteX20" fmla="*/ 234289 w 417193"/>
                <a:gd name="connsiteY20" fmla="*/ 207487 h 467371"/>
                <a:gd name="connsiteX21" fmla="*/ 64458 w 417193"/>
                <a:gd name="connsiteY21" fmla="*/ 76804 h 467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7193" h="467371">
                  <a:moveTo>
                    <a:pt x="141039" y="459804"/>
                  </a:moveTo>
                  <a:cubicBezTo>
                    <a:pt x="137801" y="455328"/>
                    <a:pt x="135800" y="451899"/>
                    <a:pt x="135134" y="449518"/>
                  </a:cubicBezTo>
                  <a:lnTo>
                    <a:pt x="2832" y="65183"/>
                  </a:lnTo>
                  <a:cubicBezTo>
                    <a:pt x="-3455" y="48229"/>
                    <a:pt x="736" y="34513"/>
                    <a:pt x="15309" y="23845"/>
                  </a:cubicBezTo>
                  <a:lnTo>
                    <a:pt x="38646" y="6890"/>
                  </a:lnTo>
                  <a:cubicBezTo>
                    <a:pt x="52552" y="-3301"/>
                    <a:pt x="67316" y="-2158"/>
                    <a:pt x="82841" y="10129"/>
                  </a:cubicBezTo>
                  <a:lnTo>
                    <a:pt x="405930" y="253207"/>
                  </a:lnTo>
                  <a:cubicBezTo>
                    <a:pt x="409168" y="255588"/>
                    <a:pt x="412216" y="258636"/>
                    <a:pt x="414883" y="262351"/>
                  </a:cubicBezTo>
                  <a:cubicBezTo>
                    <a:pt x="417645" y="266066"/>
                    <a:pt x="417931" y="271400"/>
                    <a:pt x="415740" y="278353"/>
                  </a:cubicBezTo>
                  <a:cubicBezTo>
                    <a:pt x="413740" y="285401"/>
                    <a:pt x="408597" y="291783"/>
                    <a:pt x="400500" y="297498"/>
                  </a:cubicBezTo>
                  <a:cubicBezTo>
                    <a:pt x="383832" y="309690"/>
                    <a:pt x="367734" y="309976"/>
                    <a:pt x="352399" y="298260"/>
                  </a:cubicBezTo>
                  <a:lnTo>
                    <a:pt x="285248" y="246635"/>
                  </a:lnTo>
                  <a:lnTo>
                    <a:pt x="158851" y="338646"/>
                  </a:lnTo>
                  <a:lnTo>
                    <a:pt x="186474" y="415227"/>
                  </a:lnTo>
                  <a:cubicBezTo>
                    <a:pt x="190855" y="425800"/>
                    <a:pt x="192474" y="434468"/>
                    <a:pt x="191141" y="441326"/>
                  </a:cubicBezTo>
                  <a:cubicBezTo>
                    <a:pt x="189712" y="447993"/>
                    <a:pt x="185140" y="454185"/>
                    <a:pt x="177330" y="459899"/>
                  </a:cubicBezTo>
                  <a:cubicBezTo>
                    <a:pt x="169519" y="465614"/>
                    <a:pt x="162280" y="467995"/>
                    <a:pt x="155613" y="467234"/>
                  </a:cubicBezTo>
                  <a:cubicBezTo>
                    <a:pt x="148945" y="466472"/>
                    <a:pt x="144087" y="463900"/>
                    <a:pt x="140849" y="459614"/>
                  </a:cubicBezTo>
                  <a:moveTo>
                    <a:pt x="64458" y="76804"/>
                  </a:moveTo>
                  <a:lnTo>
                    <a:pt x="137039" y="278258"/>
                  </a:lnTo>
                  <a:lnTo>
                    <a:pt x="234289" y="207487"/>
                  </a:lnTo>
                  <a:lnTo>
                    <a:pt x="64458" y="7680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C04EE1B9-4092-8456-71BA-9E5B8F71F157}"/>
                </a:ext>
              </a:extLst>
            </p:cNvPr>
            <p:cNvSpPr/>
            <p:nvPr/>
          </p:nvSpPr>
          <p:spPr>
            <a:xfrm>
              <a:off x="7901337" y="5362908"/>
              <a:ext cx="414995" cy="434935"/>
            </a:xfrm>
            <a:custGeom>
              <a:avLst/>
              <a:gdLst>
                <a:gd name="connsiteX0" fmla="*/ 48130 w 414994"/>
                <a:gd name="connsiteY0" fmla="*/ 45670 h 434933"/>
                <a:gd name="connsiteX1" fmla="*/ 138617 w 414994"/>
                <a:gd name="connsiteY1" fmla="*/ 712 h 434933"/>
                <a:gd name="connsiteX2" fmla="*/ 217579 w 414994"/>
                <a:gd name="connsiteY2" fmla="*/ 27573 h 434933"/>
                <a:gd name="connsiteX3" fmla="*/ 227295 w 414994"/>
                <a:gd name="connsiteY3" fmla="*/ 52528 h 434933"/>
                <a:gd name="connsiteX4" fmla="*/ 213484 w 414994"/>
                <a:gd name="connsiteY4" fmla="*/ 77770 h 434933"/>
                <a:gd name="connsiteX5" fmla="*/ 174336 w 414994"/>
                <a:gd name="connsiteY5" fmla="*/ 84342 h 434933"/>
                <a:gd name="connsiteX6" fmla="*/ 134045 w 414994"/>
                <a:gd name="connsiteY6" fmla="*/ 71483 h 434933"/>
                <a:gd name="connsiteX7" fmla="*/ 91469 w 414994"/>
                <a:gd name="connsiteY7" fmla="*/ 92057 h 434933"/>
                <a:gd name="connsiteX8" fmla="*/ 67465 w 414994"/>
                <a:gd name="connsiteY8" fmla="*/ 133872 h 434933"/>
                <a:gd name="connsiteX9" fmla="*/ 81848 w 414994"/>
                <a:gd name="connsiteY9" fmla="*/ 174925 h 434933"/>
                <a:gd name="connsiteX10" fmla="*/ 128521 w 414994"/>
                <a:gd name="connsiteY10" fmla="*/ 193213 h 434933"/>
                <a:gd name="connsiteX11" fmla="*/ 188814 w 414994"/>
                <a:gd name="connsiteY11" fmla="*/ 183592 h 434933"/>
                <a:gd name="connsiteX12" fmla="*/ 253203 w 414994"/>
                <a:gd name="connsiteY12" fmla="*/ 166543 h 434933"/>
                <a:gd name="connsiteX13" fmla="*/ 319878 w 414994"/>
                <a:gd name="connsiteY13" fmla="*/ 164066 h 434933"/>
                <a:gd name="connsiteX14" fmla="*/ 378171 w 414994"/>
                <a:gd name="connsiteY14" fmla="*/ 195594 h 434933"/>
                <a:gd name="connsiteX15" fmla="*/ 414366 w 414994"/>
                <a:gd name="connsiteY15" fmla="*/ 288082 h 434933"/>
                <a:gd name="connsiteX16" fmla="*/ 363503 w 414994"/>
                <a:gd name="connsiteY16" fmla="*/ 380760 h 434933"/>
                <a:gd name="connsiteX17" fmla="*/ 286826 w 414994"/>
                <a:gd name="connsiteY17" fmla="*/ 426194 h 434933"/>
                <a:gd name="connsiteX18" fmla="*/ 220151 w 414994"/>
                <a:gd name="connsiteY18" fmla="*/ 424861 h 434933"/>
                <a:gd name="connsiteX19" fmla="*/ 210340 w 414994"/>
                <a:gd name="connsiteY19" fmla="*/ 401620 h 434933"/>
                <a:gd name="connsiteX20" fmla="*/ 217008 w 414994"/>
                <a:gd name="connsiteY20" fmla="*/ 379331 h 434933"/>
                <a:gd name="connsiteX21" fmla="*/ 233867 w 414994"/>
                <a:gd name="connsiteY21" fmla="*/ 370949 h 434933"/>
                <a:gd name="connsiteX22" fmla="*/ 322068 w 414994"/>
                <a:gd name="connsiteY22" fmla="*/ 332468 h 434933"/>
                <a:gd name="connsiteX23" fmla="*/ 333880 w 414994"/>
                <a:gd name="connsiteY23" fmla="*/ 248362 h 434933"/>
                <a:gd name="connsiteX24" fmla="*/ 291303 w 414994"/>
                <a:gd name="connsiteY24" fmla="*/ 233885 h 434933"/>
                <a:gd name="connsiteX25" fmla="*/ 231391 w 414994"/>
                <a:gd name="connsiteY25" fmla="*/ 244362 h 434933"/>
                <a:gd name="connsiteX26" fmla="*/ 166049 w 414994"/>
                <a:gd name="connsiteY26" fmla="*/ 261126 h 434933"/>
                <a:gd name="connsiteX27" fmla="*/ 97564 w 414994"/>
                <a:gd name="connsiteY27" fmla="*/ 261126 h 434933"/>
                <a:gd name="connsiteX28" fmla="*/ 36604 w 414994"/>
                <a:gd name="connsiteY28" fmla="*/ 226455 h 434933"/>
                <a:gd name="connsiteX29" fmla="*/ 600 w 414994"/>
                <a:gd name="connsiteY29" fmla="*/ 134634 h 434933"/>
                <a:gd name="connsiteX30" fmla="*/ 48034 w 414994"/>
                <a:gd name="connsiteY30" fmla="*/ 45670 h 434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14994" h="434933">
                  <a:moveTo>
                    <a:pt x="48130" y="45670"/>
                  </a:moveTo>
                  <a:cubicBezTo>
                    <a:pt x="75943" y="19095"/>
                    <a:pt x="106137" y="4141"/>
                    <a:pt x="138617" y="712"/>
                  </a:cubicBezTo>
                  <a:cubicBezTo>
                    <a:pt x="171193" y="-2717"/>
                    <a:pt x="197482" y="6237"/>
                    <a:pt x="217579" y="27573"/>
                  </a:cubicBezTo>
                  <a:cubicBezTo>
                    <a:pt x="224819" y="35193"/>
                    <a:pt x="228057" y="43575"/>
                    <a:pt x="227295" y="52528"/>
                  </a:cubicBezTo>
                  <a:cubicBezTo>
                    <a:pt x="226438" y="61577"/>
                    <a:pt x="221866" y="69959"/>
                    <a:pt x="213484" y="77770"/>
                  </a:cubicBezTo>
                  <a:cubicBezTo>
                    <a:pt x="199577" y="91010"/>
                    <a:pt x="186528" y="93200"/>
                    <a:pt x="174336" y="84342"/>
                  </a:cubicBezTo>
                  <a:cubicBezTo>
                    <a:pt x="162049" y="75484"/>
                    <a:pt x="148714" y="71197"/>
                    <a:pt x="134045" y="71483"/>
                  </a:cubicBezTo>
                  <a:cubicBezTo>
                    <a:pt x="119472" y="71769"/>
                    <a:pt x="105280" y="78627"/>
                    <a:pt x="91469" y="92057"/>
                  </a:cubicBezTo>
                  <a:cubicBezTo>
                    <a:pt x="77848" y="105106"/>
                    <a:pt x="69847" y="119013"/>
                    <a:pt x="67465" y="133872"/>
                  </a:cubicBezTo>
                  <a:cubicBezTo>
                    <a:pt x="65084" y="148731"/>
                    <a:pt x="69847" y="162352"/>
                    <a:pt x="81848" y="174925"/>
                  </a:cubicBezTo>
                  <a:cubicBezTo>
                    <a:pt x="93850" y="187497"/>
                    <a:pt x="109375" y="193593"/>
                    <a:pt x="128521" y="193213"/>
                  </a:cubicBezTo>
                  <a:cubicBezTo>
                    <a:pt x="147571" y="192736"/>
                    <a:pt x="167669" y="189498"/>
                    <a:pt x="188814" y="183592"/>
                  </a:cubicBezTo>
                  <a:cubicBezTo>
                    <a:pt x="209959" y="177591"/>
                    <a:pt x="231486" y="171972"/>
                    <a:pt x="253203" y="166543"/>
                  </a:cubicBezTo>
                  <a:cubicBezTo>
                    <a:pt x="275015" y="161113"/>
                    <a:pt x="297208" y="160351"/>
                    <a:pt x="319878" y="164066"/>
                  </a:cubicBezTo>
                  <a:cubicBezTo>
                    <a:pt x="342547" y="167781"/>
                    <a:pt x="361978" y="178354"/>
                    <a:pt x="378171" y="195594"/>
                  </a:cubicBezTo>
                  <a:cubicBezTo>
                    <a:pt x="405984" y="224645"/>
                    <a:pt x="417985" y="255506"/>
                    <a:pt x="414366" y="288082"/>
                  </a:cubicBezTo>
                  <a:cubicBezTo>
                    <a:pt x="410746" y="320657"/>
                    <a:pt x="393792" y="351518"/>
                    <a:pt x="363503" y="380760"/>
                  </a:cubicBezTo>
                  <a:cubicBezTo>
                    <a:pt x="344453" y="398952"/>
                    <a:pt x="318926" y="414097"/>
                    <a:pt x="286826" y="426194"/>
                  </a:cubicBezTo>
                  <a:cubicBezTo>
                    <a:pt x="254727" y="438291"/>
                    <a:pt x="232534" y="437815"/>
                    <a:pt x="220151" y="424861"/>
                  </a:cubicBezTo>
                  <a:cubicBezTo>
                    <a:pt x="214531" y="419051"/>
                    <a:pt x="211293" y="411335"/>
                    <a:pt x="210340" y="401620"/>
                  </a:cubicBezTo>
                  <a:cubicBezTo>
                    <a:pt x="209388" y="391904"/>
                    <a:pt x="211674" y="384570"/>
                    <a:pt x="217008" y="379331"/>
                  </a:cubicBezTo>
                  <a:cubicBezTo>
                    <a:pt x="222437" y="374188"/>
                    <a:pt x="228057" y="371426"/>
                    <a:pt x="233867" y="370949"/>
                  </a:cubicBezTo>
                  <a:cubicBezTo>
                    <a:pt x="268348" y="368282"/>
                    <a:pt x="297684" y="355423"/>
                    <a:pt x="322068" y="332468"/>
                  </a:cubicBezTo>
                  <a:cubicBezTo>
                    <a:pt x="354168" y="301702"/>
                    <a:pt x="358169" y="273699"/>
                    <a:pt x="333880" y="248362"/>
                  </a:cubicBezTo>
                  <a:cubicBezTo>
                    <a:pt x="323878" y="237885"/>
                    <a:pt x="309686" y="233122"/>
                    <a:pt x="291303" y="233885"/>
                  </a:cubicBezTo>
                  <a:cubicBezTo>
                    <a:pt x="272920" y="234646"/>
                    <a:pt x="252917" y="238170"/>
                    <a:pt x="231391" y="244362"/>
                  </a:cubicBezTo>
                  <a:cubicBezTo>
                    <a:pt x="209959" y="250648"/>
                    <a:pt x="188147" y="256173"/>
                    <a:pt x="166049" y="261126"/>
                  </a:cubicBezTo>
                  <a:cubicBezTo>
                    <a:pt x="143665" y="265698"/>
                    <a:pt x="120805" y="265698"/>
                    <a:pt x="97564" y="261126"/>
                  </a:cubicBezTo>
                  <a:cubicBezTo>
                    <a:pt x="74323" y="256553"/>
                    <a:pt x="53940" y="244933"/>
                    <a:pt x="36604" y="226455"/>
                  </a:cubicBezTo>
                  <a:cubicBezTo>
                    <a:pt x="9077" y="197689"/>
                    <a:pt x="-2924" y="167114"/>
                    <a:pt x="600" y="134634"/>
                  </a:cubicBezTo>
                  <a:cubicBezTo>
                    <a:pt x="4410" y="101868"/>
                    <a:pt x="20221" y="72245"/>
                    <a:pt x="48034" y="456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34" name="Espace réservé du texte 41">
            <a:extLst>
              <a:ext uri="{FF2B5EF4-FFF2-40B4-BE49-F238E27FC236}">
                <a16:creationId xmlns:a16="http://schemas.microsoft.com/office/drawing/2014/main" id="{1DF3F27F-9E2B-007E-6B17-152BE2AC25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6787484" y="2218046"/>
            <a:ext cx="5404516" cy="1615827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35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 de la partie </a:t>
            </a:r>
            <a:br>
              <a:rPr lang="fr-FR"/>
            </a:br>
            <a:r>
              <a:rPr lang="fr-FR"/>
              <a:t>sur deux lignes </a:t>
            </a:r>
            <a:br>
              <a:rPr lang="fr-FR"/>
            </a:br>
            <a:r>
              <a:rPr lang="fr-FR"/>
              <a:t>de texte ou plus</a:t>
            </a:r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8EB6C906-E362-4FD1-E09A-2EAB6C7CD1F3}"/>
              </a:ext>
            </a:extLst>
          </p:cNvPr>
          <p:cNvGrpSpPr>
            <a:grpSpLocks noChangeAspect="1"/>
          </p:cNvGrpSpPr>
          <p:nvPr userDrawn="1"/>
        </p:nvGrpSpPr>
        <p:grpSpPr>
          <a:xfrm flipH="1">
            <a:off x="4269012" y="2821858"/>
            <a:ext cx="811990" cy="514800"/>
            <a:chOff x="4589369" y="4849913"/>
            <a:chExt cx="3072989" cy="1948269"/>
          </a:xfrm>
        </p:grpSpPr>
        <p:sp>
          <p:nvSpPr>
            <p:cNvPr id="33" name="Forme libre : forme 32">
              <a:extLst>
                <a:ext uri="{FF2B5EF4-FFF2-40B4-BE49-F238E27FC236}">
                  <a16:creationId xmlns:a16="http://schemas.microsoft.com/office/drawing/2014/main" id="{64681914-6240-A67C-AC21-4EE0484E0E7D}"/>
                </a:ext>
              </a:extLst>
            </p:cNvPr>
            <p:cNvSpPr/>
            <p:nvPr/>
          </p:nvSpPr>
          <p:spPr>
            <a:xfrm rot="18900000" flipV="1">
              <a:off x="4671817" y="5266547"/>
              <a:ext cx="618261" cy="618264"/>
            </a:xfrm>
            <a:custGeom>
              <a:avLst/>
              <a:gdLst>
                <a:gd name="connsiteX0" fmla="*/ 527517 w 618261"/>
                <a:gd name="connsiteY0" fmla="*/ 527520 h 618264"/>
                <a:gd name="connsiteX1" fmla="*/ 618261 w 618261"/>
                <a:gd name="connsiteY1" fmla="*/ 308445 h 618264"/>
                <a:gd name="connsiteX2" fmla="*/ 618261 w 618261"/>
                <a:gd name="connsiteY2" fmla="*/ 0 h 618264"/>
                <a:gd name="connsiteX3" fmla="*/ 309819 w 618261"/>
                <a:gd name="connsiteY3" fmla="*/ 0 h 618264"/>
                <a:gd name="connsiteX4" fmla="*/ 0 w 618261"/>
                <a:gd name="connsiteY4" fmla="*/ 309819 h 618264"/>
                <a:gd name="connsiteX5" fmla="*/ 52912 w 618261"/>
                <a:gd name="connsiteY5" fmla="*/ 483041 h 618264"/>
                <a:gd name="connsiteX6" fmla="*/ 90129 w 618261"/>
                <a:gd name="connsiteY6" fmla="*/ 528148 h 618264"/>
                <a:gd name="connsiteX7" fmla="*/ 135220 w 618261"/>
                <a:gd name="connsiteY7" fmla="*/ 565351 h 618264"/>
                <a:gd name="connsiteX8" fmla="*/ 308442 w 618261"/>
                <a:gd name="connsiteY8" fmla="*/ 618264 h 618264"/>
                <a:gd name="connsiteX9" fmla="*/ 527517 w 618261"/>
                <a:gd name="connsiteY9" fmla="*/ 527520 h 61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261" h="618264">
                  <a:moveTo>
                    <a:pt x="527517" y="527520"/>
                  </a:moveTo>
                  <a:cubicBezTo>
                    <a:pt x="583583" y="471454"/>
                    <a:pt x="618261" y="393999"/>
                    <a:pt x="618261" y="308445"/>
                  </a:cubicBezTo>
                  <a:lnTo>
                    <a:pt x="618261" y="0"/>
                  </a:lnTo>
                  <a:lnTo>
                    <a:pt x="309819" y="0"/>
                  </a:lnTo>
                  <a:cubicBezTo>
                    <a:pt x="138711" y="0"/>
                    <a:pt x="0" y="138711"/>
                    <a:pt x="0" y="309819"/>
                  </a:cubicBezTo>
                  <a:cubicBezTo>
                    <a:pt x="0" y="373984"/>
                    <a:pt x="19506" y="433594"/>
                    <a:pt x="52912" y="483041"/>
                  </a:cubicBezTo>
                  <a:lnTo>
                    <a:pt x="90129" y="528148"/>
                  </a:lnTo>
                  <a:lnTo>
                    <a:pt x="135220" y="565351"/>
                  </a:lnTo>
                  <a:cubicBezTo>
                    <a:pt x="184667" y="598757"/>
                    <a:pt x="244277" y="618264"/>
                    <a:pt x="308442" y="618264"/>
                  </a:cubicBezTo>
                  <a:cubicBezTo>
                    <a:pt x="393996" y="618264"/>
                    <a:pt x="471451" y="583586"/>
                    <a:pt x="527517" y="52752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5" name="Forme libre : forme 34">
              <a:extLst>
                <a:ext uri="{FF2B5EF4-FFF2-40B4-BE49-F238E27FC236}">
                  <a16:creationId xmlns:a16="http://schemas.microsoft.com/office/drawing/2014/main" id="{75A606E7-0B9B-701E-4680-7491E2E307BE}"/>
                </a:ext>
              </a:extLst>
            </p:cNvPr>
            <p:cNvSpPr/>
            <p:nvPr/>
          </p:nvSpPr>
          <p:spPr>
            <a:xfrm rot="18900000" flipV="1">
              <a:off x="4589369" y="4849913"/>
              <a:ext cx="1613106" cy="619638"/>
            </a:xfrm>
            <a:custGeom>
              <a:avLst/>
              <a:gdLst>
                <a:gd name="connsiteX0" fmla="*/ 1522363 w 1613106"/>
                <a:gd name="connsiteY0" fmla="*/ 528894 h 619638"/>
                <a:gd name="connsiteX1" fmla="*/ 1613106 w 1613106"/>
                <a:gd name="connsiteY1" fmla="*/ 309819 h 619638"/>
                <a:gd name="connsiteX2" fmla="*/ 1303287 w 1613106"/>
                <a:gd name="connsiteY2" fmla="*/ 0 h 619638"/>
                <a:gd name="connsiteX3" fmla="*/ 528132 w 1613106"/>
                <a:gd name="connsiteY3" fmla="*/ 0 h 619638"/>
                <a:gd name="connsiteX4" fmla="*/ 528132 w 1613106"/>
                <a:gd name="connsiteY4" fmla="*/ 308445 h 619638"/>
                <a:gd name="connsiteX5" fmla="*/ 218313 w 1613106"/>
                <a:gd name="connsiteY5" fmla="*/ 618264 h 619638"/>
                <a:gd name="connsiteX6" fmla="*/ 45091 w 1613106"/>
                <a:gd name="connsiteY6" fmla="*/ 565351 h 619638"/>
                <a:gd name="connsiteX7" fmla="*/ 0 w 1613106"/>
                <a:gd name="connsiteY7" fmla="*/ 528148 h 619638"/>
                <a:gd name="connsiteX8" fmla="*/ 615 w 1613106"/>
                <a:gd name="connsiteY8" fmla="*/ 528894 h 619638"/>
                <a:gd name="connsiteX9" fmla="*/ 219690 w 1613106"/>
                <a:gd name="connsiteY9" fmla="*/ 619638 h 619638"/>
                <a:gd name="connsiteX10" fmla="*/ 1303287 w 1613106"/>
                <a:gd name="connsiteY10" fmla="*/ 619638 h 619638"/>
                <a:gd name="connsiteX11" fmla="*/ 1522363 w 1613106"/>
                <a:gd name="connsiteY11" fmla="*/ 528894 h 61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3106" h="619638">
                  <a:moveTo>
                    <a:pt x="1522363" y="528894"/>
                  </a:moveTo>
                  <a:cubicBezTo>
                    <a:pt x="1578428" y="472828"/>
                    <a:pt x="1613106" y="395373"/>
                    <a:pt x="1613106" y="309819"/>
                  </a:cubicBezTo>
                  <a:cubicBezTo>
                    <a:pt x="1613106" y="138711"/>
                    <a:pt x="1474395" y="0"/>
                    <a:pt x="1303287" y="0"/>
                  </a:cubicBezTo>
                  <a:lnTo>
                    <a:pt x="528132" y="0"/>
                  </a:lnTo>
                  <a:lnTo>
                    <a:pt x="528132" y="308445"/>
                  </a:lnTo>
                  <a:cubicBezTo>
                    <a:pt x="528132" y="479553"/>
                    <a:pt x="389421" y="618264"/>
                    <a:pt x="218313" y="618264"/>
                  </a:cubicBezTo>
                  <a:cubicBezTo>
                    <a:pt x="154148" y="618264"/>
                    <a:pt x="94538" y="598757"/>
                    <a:pt x="45091" y="565351"/>
                  </a:cubicBezTo>
                  <a:lnTo>
                    <a:pt x="0" y="528148"/>
                  </a:lnTo>
                  <a:lnTo>
                    <a:pt x="615" y="528894"/>
                  </a:lnTo>
                  <a:cubicBezTo>
                    <a:pt x="56681" y="584960"/>
                    <a:pt x="134136" y="619638"/>
                    <a:pt x="219690" y="619638"/>
                  </a:cubicBezTo>
                  <a:lnTo>
                    <a:pt x="1303287" y="619638"/>
                  </a:lnTo>
                  <a:cubicBezTo>
                    <a:pt x="1388841" y="619638"/>
                    <a:pt x="1466296" y="584960"/>
                    <a:pt x="1522363" y="528894"/>
                  </a:cubicBezTo>
                  <a:close/>
                </a:path>
              </a:pathLst>
            </a:custGeom>
            <a:solidFill>
              <a:srgbClr val="BCD1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6" name="Forme libre : forme 35">
              <a:extLst>
                <a:ext uri="{FF2B5EF4-FFF2-40B4-BE49-F238E27FC236}">
                  <a16:creationId xmlns:a16="http://schemas.microsoft.com/office/drawing/2014/main" id="{3FDDDEDB-E460-7DFC-DFE2-02D67BC3566A}"/>
                </a:ext>
              </a:extLst>
            </p:cNvPr>
            <p:cNvSpPr/>
            <p:nvPr/>
          </p:nvSpPr>
          <p:spPr>
            <a:xfrm rot="18900000" flipV="1">
              <a:off x="5086096" y="5185063"/>
              <a:ext cx="619638" cy="1613119"/>
            </a:xfrm>
            <a:custGeom>
              <a:avLst/>
              <a:gdLst>
                <a:gd name="connsiteX0" fmla="*/ 91506 w 619638"/>
                <a:gd name="connsiteY0" fmla="*/ 1613119 h 1613119"/>
                <a:gd name="connsiteX1" fmla="*/ 54289 w 619638"/>
                <a:gd name="connsiteY1" fmla="*/ 1568012 h 1613119"/>
                <a:gd name="connsiteX2" fmla="*/ 1377 w 619638"/>
                <a:gd name="connsiteY2" fmla="*/ 1394790 h 1613119"/>
                <a:gd name="connsiteX3" fmla="*/ 311196 w 619638"/>
                <a:gd name="connsiteY3" fmla="*/ 1084971 h 1613119"/>
                <a:gd name="connsiteX4" fmla="*/ 619638 w 619638"/>
                <a:gd name="connsiteY4" fmla="*/ 1084971 h 1613119"/>
                <a:gd name="connsiteX5" fmla="*/ 619638 w 619638"/>
                <a:gd name="connsiteY5" fmla="*/ 309818 h 1613119"/>
                <a:gd name="connsiteX6" fmla="*/ 309819 w 619638"/>
                <a:gd name="connsiteY6" fmla="*/ 0 h 1613119"/>
                <a:gd name="connsiteX7" fmla="*/ 1 w 619638"/>
                <a:gd name="connsiteY7" fmla="*/ 309818 h 1613119"/>
                <a:gd name="connsiteX8" fmla="*/ 1 w 619638"/>
                <a:gd name="connsiteY8" fmla="*/ 1393416 h 1613119"/>
                <a:gd name="connsiteX9" fmla="*/ 90744 w 619638"/>
                <a:gd name="connsiteY9" fmla="*/ 1612491 h 1613119"/>
                <a:gd name="connsiteX10" fmla="*/ 91506 w 619638"/>
                <a:gd name="connsiteY10" fmla="*/ 1613119 h 1613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638" h="1613119">
                  <a:moveTo>
                    <a:pt x="91506" y="1613119"/>
                  </a:moveTo>
                  <a:lnTo>
                    <a:pt x="54289" y="1568012"/>
                  </a:lnTo>
                  <a:cubicBezTo>
                    <a:pt x="20883" y="1518565"/>
                    <a:pt x="1377" y="1458955"/>
                    <a:pt x="1377" y="1394790"/>
                  </a:cubicBezTo>
                  <a:cubicBezTo>
                    <a:pt x="1377" y="1223682"/>
                    <a:pt x="140088" y="1084971"/>
                    <a:pt x="311196" y="1084971"/>
                  </a:cubicBezTo>
                  <a:lnTo>
                    <a:pt x="619638" y="1084971"/>
                  </a:lnTo>
                  <a:lnTo>
                    <a:pt x="619638" y="309818"/>
                  </a:lnTo>
                  <a:cubicBezTo>
                    <a:pt x="619637" y="138711"/>
                    <a:pt x="480926" y="0"/>
                    <a:pt x="309819" y="0"/>
                  </a:cubicBezTo>
                  <a:cubicBezTo>
                    <a:pt x="138711" y="0"/>
                    <a:pt x="0" y="138711"/>
                    <a:pt x="1" y="309818"/>
                  </a:cubicBezTo>
                  <a:lnTo>
                    <a:pt x="1" y="1393416"/>
                  </a:lnTo>
                  <a:cubicBezTo>
                    <a:pt x="0" y="1478970"/>
                    <a:pt x="34678" y="1556424"/>
                    <a:pt x="90744" y="1612491"/>
                  </a:cubicBezTo>
                  <a:lnTo>
                    <a:pt x="91506" y="1613119"/>
                  </a:lnTo>
                  <a:close/>
                </a:path>
              </a:pathLst>
            </a:custGeom>
            <a:solidFill>
              <a:srgbClr val="BCD1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7" name="Forme libre : forme 36">
              <a:extLst>
                <a:ext uri="{FF2B5EF4-FFF2-40B4-BE49-F238E27FC236}">
                  <a16:creationId xmlns:a16="http://schemas.microsoft.com/office/drawing/2014/main" id="{ABBE0A06-9DA7-B5B9-3CC8-7EF37CC18940}"/>
                </a:ext>
              </a:extLst>
            </p:cNvPr>
            <p:cNvSpPr/>
            <p:nvPr/>
          </p:nvSpPr>
          <p:spPr>
            <a:xfrm rot="18900000" flipV="1">
              <a:off x="6131700" y="5266547"/>
              <a:ext cx="618261" cy="618264"/>
            </a:xfrm>
            <a:custGeom>
              <a:avLst/>
              <a:gdLst>
                <a:gd name="connsiteX0" fmla="*/ 527517 w 618261"/>
                <a:gd name="connsiteY0" fmla="*/ 527520 h 618264"/>
                <a:gd name="connsiteX1" fmla="*/ 618261 w 618261"/>
                <a:gd name="connsiteY1" fmla="*/ 308445 h 618264"/>
                <a:gd name="connsiteX2" fmla="*/ 618261 w 618261"/>
                <a:gd name="connsiteY2" fmla="*/ 0 h 618264"/>
                <a:gd name="connsiteX3" fmla="*/ 309819 w 618261"/>
                <a:gd name="connsiteY3" fmla="*/ 0 h 618264"/>
                <a:gd name="connsiteX4" fmla="*/ 0 w 618261"/>
                <a:gd name="connsiteY4" fmla="*/ 309819 h 618264"/>
                <a:gd name="connsiteX5" fmla="*/ 52912 w 618261"/>
                <a:gd name="connsiteY5" fmla="*/ 483041 h 618264"/>
                <a:gd name="connsiteX6" fmla="*/ 90129 w 618261"/>
                <a:gd name="connsiteY6" fmla="*/ 528148 h 618264"/>
                <a:gd name="connsiteX7" fmla="*/ 135220 w 618261"/>
                <a:gd name="connsiteY7" fmla="*/ 565351 h 618264"/>
                <a:gd name="connsiteX8" fmla="*/ 308442 w 618261"/>
                <a:gd name="connsiteY8" fmla="*/ 618264 h 618264"/>
                <a:gd name="connsiteX9" fmla="*/ 527517 w 618261"/>
                <a:gd name="connsiteY9" fmla="*/ 527520 h 61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261" h="618264">
                  <a:moveTo>
                    <a:pt x="527517" y="527520"/>
                  </a:moveTo>
                  <a:cubicBezTo>
                    <a:pt x="583583" y="471454"/>
                    <a:pt x="618261" y="393999"/>
                    <a:pt x="618261" y="308445"/>
                  </a:cubicBezTo>
                  <a:lnTo>
                    <a:pt x="618261" y="0"/>
                  </a:lnTo>
                  <a:lnTo>
                    <a:pt x="309819" y="0"/>
                  </a:lnTo>
                  <a:cubicBezTo>
                    <a:pt x="138711" y="0"/>
                    <a:pt x="0" y="138711"/>
                    <a:pt x="0" y="309819"/>
                  </a:cubicBezTo>
                  <a:cubicBezTo>
                    <a:pt x="0" y="373984"/>
                    <a:pt x="19506" y="433594"/>
                    <a:pt x="52912" y="483041"/>
                  </a:cubicBezTo>
                  <a:lnTo>
                    <a:pt x="90129" y="528148"/>
                  </a:lnTo>
                  <a:lnTo>
                    <a:pt x="135220" y="565351"/>
                  </a:lnTo>
                  <a:cubicBezTo>
                    <a:pt x="184667" y="598757"/>
                    <a:pt x="244277" y="618264"/>
                    <a:pt x="308442" y="618264"/>
                  </a:cubicBezTo>
                  <a:cubicBezTo>
                    <a:pt x="393996" y="618264"/>
                    <a:pt x="471451" y="583586"/>
                    <a:pt x="527517" y="52752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8" name="Forme libre : forme 37">
              <a:extLst>
                <a:ext uri="{FF2B5EF4-FFF2-40B4-BE49-F238E27FC236}">
                  <a16:creationId xmlns:a16="http://schemas.microsoft.com/office/drawing/2014/main" id="{D2367128-F6B6-4F1D-D9FD-C914913A0A67}"/>
                </a:ext>
              </a:extLst>
            </p:cNvPr>
            <p:cNvSpPr/>
            <p:nvPr/>
          </p:nvSpPr>
          <p:spPr>
            <a:xfrm rot="18900000" flipV="1">
              <a:off x="6049252" y="4849913"/>
              <a:ext cx="1613106" cy="619638"/>
            </a:xfrm>
            <a:custGeom>
              <a:avLst/>
              <a:gdLst>
                <a:gd name="connsiteX0" fmla="*/ 1522363 w 1613106"/>
                <a:gd name="connsiteY0" fmla="*/ 528894 h 619638"/>
                <a:gd name="connsiteX1" fmla="*/ 1613106 w 1613106"/>
                <a:gd name="connsiteY1" fmla="*/ 309819 h 619638"/>
                <a:gd name="connsiteX2" fmla="*/ 1303287 w 1613106"/>
                <a:gd name="connsiteY2" fmla="*/ 0 h 619638"/>
                <a:gd name="connsiteX3" fmla="*/ 528132 w 1613106"/>
                <a:gd name="connsiteY3" fmla="*/ 0 h 619638"/>
                <a:gd name="connsiteX4" fmla="*/ 528132 w 1613106"/>
                <a:gd name="connsiteY4" fmla="*/ 308445 h 619638"/>
                <a:gd name="connsiteX5" fmla="*/ 218313 w 1613106"/>
                <a:gd name="connsiteY5" fmla="*/ 618264 h 619638"/>
                <a:gd name="connsiteX6" fmla="*/ 45091 w 1613106"/>
                <a:gd name="connsiteY6" fmla="*/ 565351 h 619638"/>
                <a:gd name="connsiteX7" fmla="*/ 0 w 1613106"/>
                <a:gd name="connsiteY7" fmla="*/ 528148 h 619638"/>
                <a:gd name="connsiteX8" fmla="*/ 615 w 1613106"/>
                <a:gd name="connsiteY8" fmla="*/ 528894 h 619638"/>
                <a:gd name="connsiteX9" fmla="*/ 219690 w 1613106"/>
                <a:gd name="connsiteY9" fmla="*/ 619638 h 619638"/>
                <a:gd name="connsiteX10" fmla="*/ 1303287 w 1613106"/>
                <a:gd name="connsiteY10" fmla="*/ 619638 h 619638"/>
                <a:gd name="connsiteX11" fmla="*/ 1522363 w 1613106"/>
                <a:gd name="connsiteY11" fmla="*/ 528894 h 61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3106" h="619638">
                  <a:moveTo>
                    <a:pt x="1522363" y="528894"/>
                  </a:moveTo>
                  <a:cubicBezTo>
                    <a:pt x="1578428" y="472828"/>
                    <a:pt x="1613106" y="395373"/>
                    <a:pt x="1613106" y="309819"/>
                  </a:cubicBezTo>
                  <a:cubicBezTo>
                    <a:pt x="1613106" y="138711"/>
                    <a:pt x="1474395" y="0"/>
                    <a:pt x="1303287" y="0"/>
                  </a:cubicBezTo>
                  <a:lnTo>
                    <a:pt x="528132" y="0"/>
                  </a:lnTo>
                  <a:lnTo>
                    <a:pt x="528132" y="308445"/>
                  </a:lnTo>
                  <a:cubicBezTo>
                    <a:pt x="528132" y="479553"/>
                    <a:pt x="389421" y="618264"/>
                    <a:pt x="218313" y="618264"/>
                  </a:cubicBezTo>
                  <a:cubicBezTo>
                    <a:pt x="154148" y="618264"/>
                    <a:pt x="94538" y="598757"/>
                    <a:pt x="45091" y="565351"/>
                  </a:cubicBezTo>
                  <a:lnTo>
                    <a:pt x="0" y="528148"/>
                  </a:lnTo>
                  <a:lnTo>
                    <a:pt x="615" y="528894"/>
                  </a:lnTo>
                  <a:cubicBezTo>
                    <a:pt x="56681" y="584960"/>
                    <a:pt x="134136" y="619638"/>
                    <a:pt x="219690" y="619638"/>
                  </a:cubicBezTo>
                  <a:lnTo>
                    <a:pt x="1303287" y="619638"/>
                  </a:lnTo>
                  <a:cubicBezTo>
                    <a:pt x="1388841" y="619638"/>
                    <a:pt x="1466296" y="584960"/>
                    <a:pt x="1522363" y="528894"/>
                  </a:cubicBezTo>
                  <a:close/>
                </a:path>
              </a:pathLst>
            </a:custGeom>
            <a:solidFill>
              <a:srgbClr val="BCD1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9" name="Forme libre : forme 38">
              <a:extLst>
                <a:ext uri="{FF2B5EF4-FFF2-40B4-BE49-F238E27FC236}">
                  <a16:creationId xmlns:a16="http://schemas.microsoft.com/office/drawing/2014/main" id="{B051A0D3-7A6D-0EFE-839D-2C21A0EAEA50}"/>
                </a:ext>
              </a:extLst>
            </p:cNvPr>
            <p:cNvSpPr/>
            <p:nvPr/>
          </p:nvSpPr>
          <p:spPr>
            <a:xfrm rot="18900000" flipV="1">
              <a:off x="6545979" y="5185063"/>
              <a:ext cx="619638" cy="1613119"/>
            </a:xfrm>
            <a:custGeom>
              <a:avLst/>
              <a:gdLst>
                <a:gd name="connsiteX0" fmla="*/ 91506 w 619638"/>
                <a:gd name="connsiteY0" fmla="*/ 1613119 h 1613119"/>
                <a:gd name="connsiteX1" fmla="*/ 54289 w 619638"/>
                <a:gd name="connsiteY1" fmla="*/ 1568012 h 1613119"/>
                <a:gd name="connsiteX2" fmla="*/ 1377 w 619638"/>
                <a:gd name="connsiteY2" fmla="*/ 1394790 h 1613119"/>
                <a:gd name="connsiteX3" fmla="*/ 311196 w 619638"/>
                <a:gd name="connsiteY3" fmla="*/ 1084971 h 1613119"/>
                <a:gd name="connsiteX4" fmla="*/ 619638 w 619638"/>
                <a:gd name="connsiteY4" fmla="*/ 1084971 h 1613119"/>
                <a:gd name="connsiteX5" fmla="*/ 619638 w 619638"/>
                <a:gd name="connsiteY5" fmla="*/ 309818 h 1613119"/>
                <a:gd name="connsiteX6" fmla="*/ 309819 w 619638"/>
                <a:gd name="connsiteY6" fmla="*/ 0 h 1613119"/>
                <a:gd name="connsiteX7" fmla="*/ 1 w 619638"/>
                <a:gd name="connsiteY7" fmla="*/ 309818 h 1613119"/>
                <a:gd name="connsiteX8" fmla="*/ 1 w 619638"/>
                <a:gd name="connsiteY8" fmla="*/ 1393416 h 1613119"/>
                <a:gd name="connsiteX9" fmla="*/ 90744 w 619638"/>
                <a:gd name="connsiteY9" fmla="*/ 1612491 h 1613119"/>
                <a:gd name="connsiteX10" fmla="*/ 91506 w 619638"/>
                <a:gd name="connsiteY10" fmla="*/ 1613119 h 1613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638" h="1613119">
                  <a:moveTo>
                    <a:pt x="91506" y="1613119"/>
                  </a:moveTo>
                  <a:lnTo>
                    <a:pt x="54289" y="1568012"/>
                  </a:lnTo>
                  <a:cubicBezTo>
                    <a:pt x="20883" y="1518565"/>
                    <a:pt x="1377" y="1458955"/>
                    <a:pt x="1377" y="1394790"/>
                  </a:cubicBezTo>
                  <a:cubicBezTo>
                    <a:pt x="1377" y="1223682"/>
                    <a:pt x="140088" y="1084971"/>
                    <a:pt x="311196" y="1084971"/>
                  </a:cubicBezTo>
                  <a:lnTo>
                    <a:pt x="619638" y="1084971"/>
                  </a:lnTo>
                  <a:lnTo>
                    <a:pt x="619638" y="309818"/>
                  </a:lnTo>
                  <a:cubicBezTo>
                    <a:pt x="619637" y="138711"/>
                    <a:pt x="480926" y="0"/>
                    <a:pt x="309819" y="0"/>
                  </a:cubicBezTo>
                  <a:cubicBezTo>
                    <a:pt x="138711" y="0"/>
                    <a:pt x="0" y="138711"/>
                    <a:pt x="1" y="309818"/>
                  </a:cubicBezTo>
                  <a:lnTo>
                    <a:pt x="1" y="1393416"/>
                  </a:lnTo>
                  <a:cubicBezTo>
                    <a:pt x="0" y="1478970"/>
                    <a:pt x="34678" y="1556424"/>
                    <a:pt x="90744" y="1612491"/>
                  </a:cubicBezTo>
                  <a:lnTo>
                    <a:pt x="91506" y="1613119"/>
                  </a:lnTo>
                  <a:close/>
                </a:path>
              </a:pathLst>
            </a:custGeom>
            <a:solidFill>
              <a:srgbClr val="BCD1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680145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2 Chapitre Vert">
    <p:bg bwMode="lt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662F456-3002-4E4E-AD3F-ECB3B309C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DFEB3-5516-4F20-A9A0-1BE8DA6AA0BB}" type="datetime1">
              <a:rPr lang="fr-FR" smtClean="0"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C24024C-0B31-8242-FED6-44007ABF6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CED75C-CA95-9196-9D59-F6426436C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23517" y="6346492"/>
            <a:ext cx="344966" cy="200055"/>
          </a:xfrm>
          <a:prstGeom prst="rect">
            <a:avLst/>
          </a:prstGeom>
        </p:spPr>
        <p:txBody>
          <a:bodyPr/>
          <a:lstStyle/>
          <a:p>
            <a:fld id="{12EA5F4A-9FB0-4812-AB35-92F9E0180226}" type="slidenum">
              <a:rPr lang="fr-FR" smtClean="0"/>
              <a:t>‹#›</a:t>
            </a:fld>
            <a:endParaRPr lang="fr-FR"/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8DCF80C4-AEC6-F9E5-EE3C-D1BC880BE2A7}"/>
              </a:ext>
            </a:extLst>
          </p:cNvPr>
          <p:cNvSpPr/>
          <p:nvPr userDrawn="1"/>
        </p:nvSpPr>
        <p:spPr>
          <a:xfrm>
            <a:off x="528320" y="284480"/>
            <a:ext cx="1254760" cy="5076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Espace réservé du texte 41">
            <a:extLst>
              <a:ext uri="{FF2B5EF4-FFF2-40B4-BE49-F238E27FC236}">
                <a16:creationId xmlns:a16="http://schemas.microsoft.com/office/drawing/2014/main" id="{1DF3F27F-9E2B-007E-6B17-152BE2AC25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58934" y="2209607"/>
            <a:ext cx="5404516" cy="184665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4000" b="1"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/>
              <a:t>Titre de la partie </a:t>
            </a:r>
            <a:br>
              <a:rPr lang="fr-FR"/>
            </a:br>
            <a:r>
              <a:rPr lang="fr-FR"/>
              <a:t>sur deux lignes </a:t>
            </a:r>
            <a:br>
              <a:rPr lang="fr-FR"/>
            </a:br>
            <a:r>
              <a:rPr lang="fr-FR"/>
              <a:t>de texte ou plus</a:t>
            </a:r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EA95659F-0BB6-F493-859F-DB5C4FBBA2EB}"/>
              </a:ext>
            </a:extLst>
          </p:cNvPr>
          <p:cNvGrpSpPr/>
          <p:nvPr userDrawn="1"/>
        </p:nvGrpSpPr>
        <p:grpSpPr>
          <a:xfrm>
            <a:off x="993452" y="1411620"/>
            <a:ext cx="4027299" cy="2553278"/>
            <a:chOff x="2661386" y="1089887"/>
            <a:chExt cx="4027299" cy="2553278"/>
          </a:xfrm>
        </p:grpSpPr>
        <p:sp>
          <p:nvSpPr>
            <p:cNvPr id="33" name="Forme libre : forme 32">
              <a:extLst>
                <a:ext uri="{FF2B5EF4-FFF2-40B4-BE49-F238E27FC236}">
                  <a16:creationId xmlns:a16="http://schemas.microsoft.com/office/drawing/2014/main" id="{D03BE014-8CB9-66C9-5500-8133176CBDC8}"/>
                </a:ext>
              </a:extLst>
            </p:cNvPr>
            <p:cNvSpPr/>
            <p:nvPr/>
          </p:nvSpPr>
          <p:spPr>
            <a:xfrm rot="2700000" flipH="1" flipV="1">
              <a:off x="5770359" y="2286892"/>
              <a:ext cx="810256" cy="810261"/>
            </a:xfrm>
            <a:custGeom>
              <a:avLst/>
              <a:gdLst>
                <a:gd name="connsiteX0" fmla="*/ 527517 w 618261"/>
                <a:gd name="connsiteY0" fmla="*/ 527520 h 618264"/>
                <a:gd name="connsiteX1" fmla="*/ 618261 w 618261"/>
                <a:gd name="connsiteY1" fmla="*/ 308445 h 618264"/>
                <a:gd name="connsiteX2" fmla="*/ 618261 w 618261"/>
                <a:gd name="connsiteY2" fmla="*/ 0 h 618264"/>
                <a:gd name="connsiteX3" fmla="*/ 309819 w 618261"/>
                <a:gd name="connsiteY3" fmla="*/ 0 h 618264"/>
                <a:gd name="connsiteX4" fmla="*/ 0 w 618261"/>
                <a:gd name="connsiteY4" fmla="*/ 309819 h 618264"/>
                <a:gd name="connsiteX5" fmla="*/ 52912 w 618261"/>
                <a:gd name="connsiteY5" fmla="*/ 483041 h 618264"/>
                <a:gd name="connsiteX6" fmla="*/ 90129 w 618261"/>
                <a:gd name="connsiteY6" fmla="*/ 528148 h 618264"/>
                <a:gd name="connsiteX7" fmla="*/ 135220 w 618261"/>
                <a:gd name="connsiteY7" fmla="*/ 565351 h 618264"/>
                <a:gd name="connsiteX8" fmla="*/ 308442 w 618261"/>
                <a:gd name="connsiteY8" fmla="*/ 618264 h 618264"/>
                <a:gd name="connsiteX9" fmla="*/ 527517 w 618261"/>
                <a:gd name="connsiteY9" fmla="*/ 527520 h 61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261" h="618264">
                  <a:moveTo>
                    <a:pt x="527517" y="527520"/>
                  </a:moveTo>
                  <a:cubicBezTo>
                    <a:pt x="583583" y="471454"/>
                    <a:pt x="618261" y="393999"/>
                    <a:pt x="618261" y="308445"/>
                  </a:cubicBezTo>
                  <a:lnTo>
                    <a:pt x="618261" y="0"/>
                  </a:lnTo>
                  <a:lnTo>
                    <a:pt x="309819" y="0"/>
                  </a:lnTo>
                  <a:cubicBezTo>
                    <a:pt x="138711" y="0"/>
                    <a:pt x="0" y="138711"/>
                    <a:pt x="0" y="309819"/>
                  </a:cubicBezTo>
                  <a:cubicBezTo>
                    <a:pt x="0" y="373984"/>
                    <a:pt x="19506" y="433594"/>
                    <a:pt x="52912" y="483041"/>
                  </a:cubicBezTo>
                  <a:lnTo>
                    <a:pt x="90129" y="528148"/>
                  </a:lnTo>
                  <a:lnTo>
                    <a:pt x="135220" y="565351"/>
                  </a:lnTo>
                  <a:cubicBezTo>
                    <a:pt x="184667" y="598757"/>
                    <a:pt x="244277" y="618264"/>
                    <a:pt x="308442" y="618264"/>
                  </a:cubicBezTo>
                  <a:cubicBezTo>
                    <a:pt x="393996" y="618264"/>
                    <a:pt x="471451" y="583586"/>
                    <a:pt x="527517" y="5275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5" name="Forme libre : forme 34">
              <a:extLst>
                <a:ext uri="{FF2B5EF4-FFF2-40B4-BE49-F238E27FC236}">
                  <a16:creationId xmlns:a16="http://schemas.microsoft.com/office/drawing/2014/main" id="{99E33D33-12DD-A7D6-1935-3B9DCA902580}"/>
                </a:ext>
              </a:extLst>
            </p:cNvPr>
            <p:cNvSpPr/>
            <p:nvPr/>
          </p:nvSpPr>
          <p:spPr>
            <a:xfrm rot="2700000" flipH="1" flipV="1">
              <a:off x="4574625" y="1740877"/>
              <a:ext cx="2114041" cy="812062"/>
            </a:xfrm>
            <a:custGeom>
              <a:avLst/>
              <a:gdLst>
                <a:gd name="connsiteX0" fmla="*/ 1522363 w 1613106"/>
                <a:gd name="connsiteY0" fmla="*/ 528894 h 619638"/>
                <a:gd name="connsiteX1" fmla="*/ 1613106 w 1613106"/>
                <a:gd name="connsiteY1" fmla="*/ 309819 h 619638"/>
                <a:gd name="connsiteX2" fmla="*/ 1303287 w 1613106"/>
                <a:gd name="connsiteY2" fmla="*/ 0 h 619638"/>
                <a:gd name="connsiteX3" fmla="*/ 528132 w 1613106"/>
                <a:gd name="connsiteY3" fmla="*/ 0 h 619638"/>
                <a:gd name="connsiteX4" fmla="*/ 528132 w 1613106"/>
                <a:gd name="connsiteY4" fmla="*/ 308445 h 619638"/>
                <a:gd name="connsiteX5" fmla="*/ 218313 w 1613106"/>
                <a:gd name="connsiteY5" fmla="*/ 618264 h 619638"/>
                <a:gd name="connsiteX6" fmla="*/ 45091 w 1613106"/>
                <a:gd name="connsiteY6" fmla="*/ 565351 h 619638"/>
                <a:gd name="connsiteX7" fmla="*/ 0 w 1613106"/>
                <a:gd name="connsiteY7" fmla="*/ 528148 h 619638"/>
                <a:gd name="connsiteX8" fmla="*/ 615 w 1613106"/>
                <a:gd name="connsiteY8" fmla="*/ 528894 h 619638"/>
                <a:gd name="connsiteX9" fmla="*/ 219690 w 1613106"/>
                <a:gd name="connsiteY9" fmla="*/ 619638 h 619638"/>
                <a:gd name="connsiteX10" fmla="*/ 1303287 w 1613106"/>
                <a:gd name="connsiteY10" fmla="*/ 619638 h 619638"/>
                <a:gd name="connsiteX11" fmla="*/ 1522363 w 1613106"/>
                <a:gd name="connsiteY11" fmla="*/ 528894 h 61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3106" h="619638">
                  <a:moveTo>
                    <a:pt x="1522363" y="528894"/>
                  </a:moveTo>
                  <a:cubicBezTo>
                    <a:pt x="1578428" y="472828"/>
                    <a:pt x="1613106" y="395373"/>
                    <a:pt x="1613106" y="309819"/>
                  </a:cubicBezTo>
                  <a:cubicBezTo>
                    <a:pt x="1613106" y="138711"/>
                    <a:pt x="1474395" y="0"/>
                    <a:pt x="1303287" y="0"/>
                  </a:cubicBezTo>
                  <a:lnTo>
                    <a:pt x="528132" y="0"/>
                  </a:lnTo>
                  <a:lnTo>
                    <a:pt x="528132" y="308445"/>
                  </a:lnTo>
                  <a:cubicBezTo>
                    <a:pt x="528132" y="479553"/>
                    <a:pt x="389421" y="618264"/>
                    <a:pt x="218313" y="618264"/>
                  </a:cubicBezTo>
                  <a:cubicBezTo>
                    <a:pt x="154148" y="618264"/>
                    <a:pt x="94538" y="598757"/>
                    <a:pt x="45091" y="565351"/>
                  </a:cubicBezTo>
                  <a:lnTo>
                    <a:pt x="0" y="528148"/>
                  </a:lnTo>
                  <a:lnTo>
                    <a:pt x="615" y="528894"/>
                  </a:lnTo>
                  <a:cubicBezTo>
                    <a:pt x="56681" y="584960"/>
                    <a:pt x="134136" y="619638"/>
                    <a:pt x="219690" y="619638"/>
                  </a:cubicBezTo>
                  <a:lnTo>
                    <a:pt x="1303287" y="619638"/>
                  </a:lnTo>
                  <a:cubicBezTo>
                    <a:pt x="1388841" y="619638"/>
                    <a:pt x="1466296" y="584960"/>
                    <a:pt x="1522363" y="528894"/>
                  </a:cubicBezTo>
                  <a:close/>
                </a:path>
              </a:pathLst>
            </a:custGeom>
            <a:solidFill>
              <a:srgbClr val="66C0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6" name="Forme libre : forme 35">
              <a:extLst>
                <a:ext uri="{FF2B5EF4-FFF2-40B4-BE49-F238E27FC236}">
                  <a16:creationId xmlns:a16="http://schemas.microsoft.com/office/drawing/2014/main" id="{7C001E8B-D41B-9F6A-F493-749D526FADB8}"/>
                </a:ext>
              </a:extLst>
            </p:cNvPr>
            <p:cNvSpPr/>
            <p:nvPr/>
          </p:nvSpPr>
          <p:spPr>
            <a:xfrm rot="2700000" flipH="1" flipV="1">
              <a:off x="5225624" y="2180104"/>
              <a:ext cx="812061" cy="2114061"/>
            </a:xfrm>
            <a:custGeom>
              <a:avLst/>
              <a:gdLst>
                <a:gd name="connsiteX0" fmla="*/ 91506 w 619638"/>
                <a:gd name="connsiteY0" fmla="*/ 1613119 h 1613119"/>
                <a:gd name="connsiteX1" fmla="*/ 54289 w 619638"/>
                <a:gd name="connsiteY1" fmla="*/ 1568012 h 1613119"/>
                <a:gd name="connsiteX2" fmla="*/ 1377 w 619638"/>
                <a:gd name="connsiteY2" fmla="*/ 1394790 h 1613119"/>
                <a:gd name="connsiteX3" fmla="*/ 311196 w 619638"/>
                <a:gd name="connsiteY3" fmla="*/ 1084971 h 1613119"/>
                <a:gd name="connsiteX4" fmla="*/ 619638 w 619638"/>
                <a:gd name="connsiteY4" fmla="*/ 1084971 h 1613119"/>
                <a:gd name="connsiteX5" fmla="*/ 619638 w 619638"/>
                <a:gd name="connsiteY5" fmla="*/ 309818 h 1613119"/>
                <a:gd name="connsiteX6" fmla="*/ 309819 w 619638"/>
                <a:gd name="connsiteY6" fmla="*/ 0 h 1613119"/>
                <a:gd name="connsiteX7" fmla="*/ 1 w 619638"/>
                <a:gd name="connsiteY7" fmla="*/ 309818 h 1613119"/>
                <a:gd name="connsiteX8" fmla="*/ 1 w 619638"/>
                <a:gd name="connsiteY8" fmla="*/ 1393416 h 1613119"/>
                <a:gd name="connsiteX9" fmla="*/ 90744 w 619638"/>
                <a:gd name="connsiteY9" fmla="*/ 1612491 h 1613119"/>
                <a:gd name="connsiteX10" fmla="*/ 91506 w 619638"/>
                <a:gd name="connsiteY10" fmla="*/ 1613119 h 1613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638" h="1613119">
                  <a:moveTo>
                    <a:pt x="91506" y="1613119"/>
                  </a:moveTo>
                  <a:lnTo>
                    <a:pt x="54289" y="1568012"/>
                  </a:lnTo>
                  <a:cubicBezTo>
                    <a:pt x="20883" y="1518565"/>
                    <a:pt x="1377" y="1458955"/>
                    <a:pt x="1377" y="1394790"/>
                  </a:cubicBezTo>
                  <a:cubicBezTo>
                    <a:pt x="1377" y="1223682"/>
                    <a:pt x="140088" y="1084971"/>
                    <a:pt x="311196" y="1084971"/>
                  </a:cubicBezTo>
                  <a:lnTo>
                    <a:pt x="619638" y="1084971"/>
                  </a:lnTo>
                  <a:lnTo>
                    <a:pt x="619638" y="309818"/>
                  </a:lnTo>
                  <a:cubicBezTo>
                    <a:pt x="619637" y="138711"/>
                    <a:pt x="480926" y="0"/>
                    <a:pt x="309819" y="0"/>
                  </a:cubicBezTo>
                  <a:cubicBezTo>
                    <a:pt x="138711" y="0"/>
                    <a:pt x="0" y="138711"/>
                    <a:pt x="1" y="309818"/>
                  </a:cubicBezTo>
                  <a:lnTo>
                    <a:pt x="1" y="1393416"/>
                  </a:lnTo>
                  <a:cubicBezTo>
                    <a:pt x="0" y="1478970"/>
                    <a:pt x="34678" y="1556424"/>
                    <a:pt x="90744" y="1612491"/>
                  </a:cubicBezTo>
                  <a:lnTo>
                    <a:pt x="91506" y="1613119"/>
                  </a:lnTo>
                  <a:close/>
                </a:path>
              </a:pathLst>
            </a:custGeom>
            <a:solidFill>
              <a:srgbClr val="66C0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7" name="Forme libre : forme 36">
              <a:extLst>
                <a:ext uri="{FF2B5EF4-FFF2-40B4-BE49-F238E27FC236}">
                  <a16:creationId xmlns:a16="http://schemas.microsoft.com/office/drawing/2014/main" id="{4EB567F1-7C92-A65F-F36C-5072A5C37640}"/>
                </a:ext>
              </a:extLst>
            </p:cNvPr>
            <p:cNvSpPr/>
            <p:nvPr/>
          </p:nvSpPr>
          <p:spPr>
            <a:xfrm rot="2700000" flipH="1" flipV="1">
              <a:off x="3857120" y="2286892"/>
              <a:ext cx="810256" cy="810261"/>
            </a:xfrm>
            <a:custGeom>
              <a:avLst/>
              <a:gdLst>
                <a:gd name="connsiteX0" fmla="*/ 527517 w 618261"/>
                <a:gd name="connsiteY0" fmla="*/ 527520 h 618264"/>
                <a:gd name="connsiteX1" fmla="*/ 618261 w 618261"/>
                <a:gd name="connsiteY1" fmla="*/ 308445 h 618264"/>
                <a:gd name="connsiteX2" fmla="*/ 618261 w 618261"/>
                <a:gd name="connsiteY2" fmla="*/ 0 h 618264"/>
                <a:gd name="connsiteX3" fmla="*/ 309819 w 618261"/>
                <a:gd name="connsiteY3" fmla="*/ 0 h 618264"/>
                <a:gd name="connsiteX4" fmla="*/ 0 w 618261"/>
                <a:gd name="connsiteY4" fmla="*/ 309819 h 618264"/>
                <a:gd name="connsiteX5" fmla="*/ 52912 w 618261"/>
                <a:gd name="connsiteY5" fmla="*/ 483041 h 618264"/>
                <a:gd name="connsiteX6" fmla="*/ 90129 w 618261"/>
                <a:gd name="connsiteY6" fmla="*/ 528148 h 618264"/>
                <a:gd name="connsiteX7" fmla="*/ 135220 w 618261"/>
                <a:gd name="connsiteY7" fmla="*/ 565351 h 618264"/>
                <a:gd name="connsiteX8" fmla="*/ 308442 w 618261"/>
                <a:gd name="connsiteY8" fmla="*/ 618264 h 618264"/>
                <a:gd name="connsiteX9" fmla="*/ 527517 w 618261"/>
                <a:gd name="connsiteY9" fmla="*/ 527520 h 61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261" h="618264">
                  <a:moveTo>
                    <a:pt x="527517" y="527520"/>
                  </a:moveTo>
                  <a:cubicBezTo>
                    <a:pt x="583583" y="471454"/>
                    <a:pt x="618261" y="393999"/>
                    <a:pt x="618261" y="308445"/>
                  </a:cubicBezTo>
                  <a:lnTo>
                    <a:pt x="618261" y="0"/>
                  </a:lnTo>
                  <a:lnTo>
                    <a:pt x="309819" y="0"/>
                  </a:lnTo>
                  <a:cubicBezTo>
                    <a:pt x="138711" y="0"/>
                    <a:pt x="0" y="138711"/>
                    <a:pt x="0" y="309819"/>
                  </a:cubicBezTo>
                  <a:cubicBezTo>
                    <a:pt x="0" y="373984"/>
                    <a:pt x="19506" y="433594"/>
                    <a:pt x="52912" y="483041"/>
                  </a:cubicBezTo>
                  <a:lnTo>
                    <a:pt x="90129" y="528148"/>
                  </a:lnTo>
                  <a:lnTo>
                    <a:pt x="135220" y="565351"/>
                  </a:lnTo>
                  <a:cubicBezTo>
                    <a:pt x="184667" y="598757"/>
                    <a:pt x="244277" y="618264"/>
                    <a:pt x="308442" y="618264"/>
                  </a:cubicBezTo>
                  <a:cubicBezTo>
                    <a:pt x="393996" y="618264"/>
                    <a:pt x="471451" y="583586"/>
                    <a:pt x="527517" y="5275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8" name="Forme libre : forme 37">
              <a:extLst>
                <a:ext uri="{FF2B5EF4-FFF2-40B4-BE49-F238E27FC236}">
                  <a16:creationId xmlns:a16="http://schemas.microsoft.com/office/drawing/2014/main" id="{AB6C9D11-55DC-ECB4-FEFE-8B7F4F458616}"/>
                </a:ext>
              </a:extLst>
            </p:cNvPr>
            <p:cNvSpPr/>
            <p:nvPr/>
          </p:nvSpPr>
          <p:spPr>
            <a:xfrm rot="2700000" flipH="1" flipV="1">
              <a:off x="2661386" y="1740877"/>
              <a:ext cx="2114041" cy="812062"/>
            </a:xfrm>
            <a:custGeom>
              <a:avLst/>
              <a:gdLst>
                <a:gd name="connsiteX0" fmla="*/ 1522363 w 1613106"/>
                <a:gd name="connsiteY0" fmla="*/ 528894 h 619638"/>
                <a:gd name="connsiteX1" fmla="*/ 1613106 w 1613106"/>
                <a:gd name="connsiteY1" fmla="*/ 309819 h 619638"/>
                <a:gd name="connsiteX2" fmla="*/ 1303287 w 1613106"/>
                <a:gd name="connsiteY2" fmla="*/ 0 h 619638"/>
                <a:gd name="connsiteX3" fmla="*/ 528132 w 1613106"/>
                <a:gd name="connsiteY3" fmla="*/ 0 h 619638"/>
                <a:gd name="connsiteX4" fmla="*/ 528132 w 1613106"/>
                <a:gd name="connsiteY4" fmla="*/ 308445 h 619638"/>
                <a:gd name="connsiteX5" fmla="*/ 218313 w 1613106"/>
                <a:gd name="connsiteY5" fmla="*/ 618264 h 619638"/>
                <a:gd name="connsiteX6" fmla="*/ 45091 w 1613106"/>
                <a:gd name="connsiteY6" fmla="*/ 565351 h 619638"/>
                <a:gd name="connsiteX7" fmla="*/ 0 w 1613106"/>
                <a:gd name="connsiteY7" fmla="*/ 528148 h 619638"/>
                <a:gd name="connsiteX8" fmla="*/ 615 w 1613106"/>
                <a:gd name="connsiteY8" fmla="*/ 528894 h 619638"/>
                <a:gd name="connsiteX9" fmla="*/ 219690 w 1613106"/>
                <a:gd name="connsiteY9" fmla="*/ 619638 h 619638"/>
                <a:gd name="connsiteX10" fmla="*/ 1303287 w 1613106"/>
                <a:gd name="connsiteY10" fmla="*/ 619638 h 619638"/>
                <a:gd name="connsiteX11" fmla="*/ 1522363 w 1613106"/>
                <a:gd name="connsiteY11" fmla="*/ 528894 h 61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3106" h="619638">
                  <a:moveTo>
                    <a:pt x="1522363" y="528894"/>
                  </a:moveTo>
                  <a:cubicBezTo>
                    <a:pt x="1578428" y="472828"/>
                    <a:pt x="1613106" y="395373"/>
                    <a:pt x="1613106" y="309819"/>
                  </a:cubicBezTo>
                  <a:cubicBezTo>
                    <a:pt x="1613106" y="138711"/>
                    <a:pt x="1474395" y="0"/>
                    <a:pt x="1303287" y="0"/>
                  </a:cubicBezTo>
                  <a:lnTo>
                    <a:pt x="528132" y="0"/>
                  </a:lnTo>
                  <a:lnTo>
                    <a:pt x="528132" y="308445"/>
                  </a:lnTo>
                  <a:cubicBezTo>
                    <a:pt x="528132" y="479553"/>
                    <a:pt x="389421" y="618264"/>
                    <a:pt x="218313" y="618264"/>
                  </a:cubicBezTo>
                  <a:cubicBezTo>
                    <a:pt x="154148" y="618264"/>
                    <a:pt x="94538" y="598757"/>
                    <a:pt x="45091" y="565351"/>
                  </a:cubicBezTo>
                  <a:lnTo>
                    <a:pt x="0" y="528148"/>
                  </a:lnTo>
                  <a:lnTo>
                    <a:pt x="615" y="528894"/>
                  </a:lnTo>
                  <a:cubicBezTo>
                    <a:pt x="56681" y="584960"/>
                    <a:pt x="134136" y="619638"/>
                    <a:pt x="219690" y="619638"/>
                  </a:cubicBezTo>
                  <a:lnTo>
                    <a:pt x="1303287" y="619638"/>
                  </a:lnTo>
                  <a:cubicBezTo>
                    <a:pt x="1388841" y="619638"/>
                    <a:pt x="1466296" y="584960"/>
                    <a:pt x="1522363" y="528894"/>
                  </a:cubicBezTo>
                  <a:close/>
                </a:path>
              </a:pathLst>
            </a:custGeom>
            <a:solidFill>
              <a:srgbClr val="66C0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9" name="Forme libre : forme 38">
              <a:extLst>
                <a:ext uri="{FF2B5EF4-FFF2-40B4-BE49-F238E27FC236}">
                  <a16:creationId xmlns:a16="http://schemas.microsoft.com/office/drawing/2014/main" id="{B45D9DE3-533D-9B2A-5E7C-5C5E96305BA1}"/>
                </a:ext>
              </a:extLst>
            </p:cNvPr>
            <p:cNvSpPr/>
            <p:nvPr/>
          </p:nvSpPr>
          <p:spPr>
            <a:xfrm rot="2700000" flipH="1" flipV="1">
              <a:off x="3312386" y="2180104"/>
              <a:ext cx="812061" cy="2114061"/>
            </a:xfrm>
            <a:custGeom>
              <a:avLst/>
              <a:gdLst>
                <a:gd name="connsiteX0" fmla="*/ 91506 w 619638"/>
                <a:gd name="connsiteY0" fmla="*/ 1613119 h 1613119"/>
                <a:gd name="connsiteX1" fmla="*/ 54289 w 619638"/>
                <a:gd name="connsiteY1" fmla="*/ 1568012 h 1613119"/>
                <a:gd name="connsiteX2" fmla="*/ 1377 w 619638"/>
                <a:gd name="connsiteY2" fmla="*/ 1394790 h 1613119"/>
                <a:gd name="connsiteX3" fmla="*/ 311196 w 619638"/>
                <a:gd name="connsiteY3" fmla="*/ 1084971 h 1613119"/>
                <a:gd name="connsiteX4" fmla="*/ 619638 w 619638"/>
                <a:gd name="connsiteY4" fmla="*/ 1084971 h 1613119"/>
                <a:gd name="connsiteX5" fmla="*/ 619638 w 619638"/>
                <a:gd name="connsiteY5" fmla="*/ 309818 h 1613119"/>
                <a:gd name="connsiteX6" fmla="*/ 309819 w 619638"/>
                <a:gd name="connsiteY6" fmla="*/ 0 h 1613119"/>
                <a:gd name="connsiteX7" fmla="*/ 1 w 619638"/>
                <a:gd name="connsiteY7" fmla="*/ 309818 h 1613119"/>
                <a:gd name="connsiteX8" fmla="*/ 1 w 619638"/>
                <a:gd name="connsiteY8" fmla="*/ 1393416 h 1613119"/>
                <a:gd name="connsiteX9" fmla="*/ 90744 w 619638"/>
                <a:gd name="connsiteY9" fmla="*/ 1612491 h 1613119"/>
                <a:gd name="connsiteX10" fmla="*/ 91506 w 619638"/>
                <a:gd name="connsiteY10" fmla="*/ 1613119 h 1613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638" h="1613119">
                  <a:moveTo>
                    <a:pt x="91506" y="1613119"/>
                  </a:moveTo>
                  <a:lnTo>
                    <a:pt x="54289" y="1568012"/>
                  </a:lnTo>
                  <a:cubicBezTo>
                    <a:pt x="20883" y="1518565"/>
                    <a:pt x="1377" y="1458955"/>
                    <a:pt x="1377" y="1394790"/>
                  </a:cubicBezTo>
                  <a:cubicBezTo>
                    <a:pt x="1377" y="1223682"/>
                    <a:pt x="140088" y="1084971"/>
                    <a:pt x="311196" y="1084971"/>
                  </a:cubicBezTo>
                  <a:lnTo>
                    <a:pt x="619638" y="1084971"/>
                  </a:lnTo>
                  <a:lnTo>
                    <a:pt x="619638" y="309818"/>
                  </a:lnTo>
                  <a:cubicBezTo>
                    <a:pt x="619637" y="138711"/>
                    <a:pt x="480926" y="0"/>
                    <a:pt x="309819" y="0"/>
                  </a:cubicBezTo>
                  <a:cubicBezTo>
                    <a:pt x="138711" y="0"/>
                    <a:pt x="0" y="138711"/>
                    <a:pt x="1" y="309818"/>
                  </a:cubicBezTo>
                  <a:lnTo>
                    <a:pt x="1" y="1393416"/>
                  </a:lnTo>
                  <a:cubicBezTo>
                    <a:pt x="0" y="1478970"/>
                    <a:pt x="34678" y="1556424"/>
                    <a:pt x="90744" y="1612491"/>
                  </a:cubicBezTo>
                  <a:lnTo>
                    <a:pt x="91506" y="1613119"/>
                  </a:lnTo>
                  <a:close/>
                </a:path>
              </a:pathLst>
            </a:custGeom>
            <a:solidFill>
              <a:srgbClr val="66C0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</p:grpSp>
      <p:sp>
        <p:nvSpPr>
          <p:cNvPr id="40" name="Forme libre : forme 39">
            <a:extLst>
              <a:ext uri="{FF2B5EF4-FFF2-40B4-BE49-F238E27FC236}">
                <a16:creationId xmlns:a16="http://schemas.microsoft.com/office/drawing/2014/main" id="{ABB91EFA-4277-140E-CE94-A5FA606FBF58}"/>
              </a:ext>
            </a:extLst>
          </p:cNvPr>
          <p:cNvSpPr/>
          <p:nvPr userDrawn="1"/>
        </p:nvSpPr>
        <p:spPr>
          <a:xfrm flipH="1" flipV="1">
            <a:off x="0" y="2607724"/>
            <a:ext cx="1245653" cy="812062"/>
          </a:xfrm>
          <a:custGeom>
            <a:avLst/>
            <a:gdLst>
              <a:gd name="connsiteX0" fmla="*/ 1245653 w 1245653"/>
              <a:gd name="connsiteY0" fmla="*/ 812062 h 812062"/>
              <a:gd name="connsiteX1" fmla="*/ 406031 w 1245653"/>
              <a:gd name="connsiteY1" fmla="*/ 812062 h 812062"/>
              <a:gd name="connsiteX2" fmla="*/ 0 w 1245653"/>
              <a:gd name="connsiteY2" fmla="*/ 406031 h 812062"/>
              <a:gd name="connsiteX3" fmla="*/ 406031 w 1245653"/>
              <a:gd name="connsiteY3" fmla="*/ 0 h 812062"/>
              <a:gd name="connsiteX4" fmla="*/ 1245653 w 1245653"/>
              <a:gd name="connsiteY4" fmla="*/ 0 h 812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653" h="812062">
                <a:moveTo>
                  <a:pt x="1245653" y="812062"/>
                </a:moveTo>
                <a:lnTo>
                  <a:pt x="406031" y="812062"/>
                </a:lnTo>
                <a:cubicBezTo>
                  <a:pt x="181786" y="812062"/>
                  <a:pt x="0" y="630276"/>
                  <a:pt x="0" y="406031"/>
                </a:cubicBezTo>
                <a:cubicBezTo>
                  <a:pt x="0" y="181786"/>
                  <a:pt x="181786" y="0"/>
                  <a:pt x="406031" y="0"/>
                </a:cubicBezTo>
                <a:lnTo>
                  <a:pt x="1245653" y="0"/>
                </a:lnTo>
                <a:close/>
              </a:path>
            </a:pathLst>
          </a:custGeom>
          <a:solidFill>
            <a:srgbClr val="66C0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43" name="Espace réservé du texte 41">
            <a:extLst>
              <a:ext uri="{FF2B5EF4-FFF2-40B4-BE49-F238E27FC236}">
                <a16:creationId xmlns:a16="http://schemas.microsoft.com/office/drawing/2014/main" id="{D6310C2F-1AD9-A7E9-22AB-530D4FC1B2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4379856" y="2752876"/>
            <a:ext cx="227626" cy="492443"/>
          </a:xfrm>
        </p:spPr>
        <p:txBody>
          <a:bodyPr wrap="none" anchor="ctr"/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32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672590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2 Chapitre Orange">
    <p:bg bwMode="lt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662F456-3002-4E4E-AD3F-ECB3B309C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DFEB3-5516-4F20-A9A0-1BE8DA6AA0BB}" type="datetime1">
              <a:rPr lang="fr-FR" smtClean="0"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C24024C-0B31-8242-FED6-44007ABF6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CED75C-CA95-9196-9D59-F6426436C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23517" y="6346492"/>
            <a:ext cx="344966" cy="200055"/>
          </a:xfrm>
          <a:prstGeom prst="rect">
            <a:avLst/>
          </a:prstGeom>
        </p:spPr>
        <p:txBody>
          <a:bodyPr/>
          <a:lstStyle/>
          <a:p>
            <a:fld id="{12EA5F4A-9FB0-4812-AB35-92F9E0180226}" type="slidenum">
              <a:rPr lang="fr-FR" smtClean="0"/>
              <a:t>‹#›</a:t>
            </a:fld>
            <a:endParaRPr lang="fr-FR"/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8DCF80C4-AEC6-F9E5-EE3C-D1BC880BE2A7}"/>
              </a:ext>
            </a:extLst>
          </p:cNvPr>
          <p:cNvSpPr/>
          <p:nvPr userDrawn="1"/>
        </p:nvSpPr>
        <p:spPr>
          <a:xfrm>
            <a:off x="528320" y="284480"/>
            <a:ext cx="1254760" cy="5076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Espace réservé du texte 41">
            <a:extLst>
              <a:ext uri="{FF2B5EF4-FFF2-40B4-BE49-F238E27FC236}">
                <a16:creationId xmlns:a16="http://schemas.microsoft.com/office/drawing/2014/main" id="{1DF3F27F-9E2B-007E-6B17-152BE2AC25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58934" y="2209607"/>
            <a:ext cx="5404516" cy="184665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4000" b="1" cap="all" baseline="0">
                <a:solidFill>
                  <a:schemeClr val="accent5"/>
                </a:solidFill>
              </a:defRPr>
            </a:lvl1pPr>
          </a:lstStyle>
          <a:p>
            <a:pPr lvl="0"/>
            <a:r>
              <a:rPr lang="fr-FR"/>
              <a:t>Titre de la partie </a:t>
            </a:r>
            <a:br>
              <a:rPr lang="fr-FR"/>
            </a:br>
            <a:r>
              <a:rPr lang="fr-FR"/>
              <a:t>sur deux lignes </a:t>
            </a:r>
            <a:br>
              <a:rPr lang="fr-FR"/>
            </a:br>
            <a:r>
              <a:rPr lang="fr-FR"/>
              <a:t>de texte ou plus</a:t>
            </a:r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EA95659F-0BB6-F493-859F-DB5C4FBBA2EB}"/>
              </a:ext>
            </a:extLst>
          </p:cNvPr>
          <p:cNvGrpSpPr/>
          <p:nvPr userDrawn="1"/>
        </p:nvGrpSpPr>
        <p:grpSpPr>
          <a:xfrm>
            <a:off x="993452" y="1411620"/>
            <a:ext cx="4027299" cy="2553278"/>
            <a:chOff x="2661386" y="1089887"/>
            <a:chExt cx="4027299" cy="2553278"/>
          </a:xfrm>
        </p:grpSpPr>
        <p:sp>
          <p:nvSpPr>
            <p:cNvPr id="33" name="Forme libre : forme 32">
              <a:extLst>
                <a:ext uri="{FF2B5EF4-FFF2-40B4-BE49-F238E27FC236}">
                  <a16:creationId xmlns:a16="http://schemas.microsoft.com/office/drawing/2014/main" id="{D03BE014-8CB9-66C9-5500-8133176CBDC8}"/>
                </a:ext>
              </a:extLst>
            </p:cNvPr>
            <p:cNvSpPr/>
            <p:nvPr/>
          </p:nvSpPr>
          <p:spPr>
            <a:xfrm rot="2700000" flipH="1" flipV="1">
              <a:off x="5770359" y="2286892"/>
              <a:ext cx="810256" cy="810261"/>
            </a:xfrm>
            <a:custGeom>
              <a:avLst/>
              <a:gdLst>
                <a:gd name="connsiteX0" fmla="*/ 527517 w 618261"/>
                <a:gd name="connsiteY0" fmla="*/ 527520 h 618264"/>
                <a:gd name="connsiteX1" fmla="*/ 618261 w 618261"/>
                <a:gd name="connsiteY1" fmla="*/ 308445 h 618264"/>
                <a:gd name="connsiteX2" fmla="*/ 618261 w 618261"/>
                <a:gd name="connsiteY2" fmla="*/ 0 h 618264"/>
                <a:gd name="connsiteX3" fmla="*/ 309819 w 618261"/>
                <a:gd name="connsiteY3" fmla="*/ 0 h 618264"/>
                <a:gd name="connsiteX4" fmla="*/ 0 w 618261"/>
                <a:gd name="connsiteY4" fmla="*/ 309819 h 618264"/>
                <a:gd name="connsiteX5" fmla="*/ 52912 w 618261"/>
                <a:gd name="connsiteY5" fmla="*/ 483041 h 618264"/>
                <a:gd name="connsiteX6" fmla="*/ 90129 w 618261"/>
                <a:gd name="connsiteY6" fmla="*/ 528148 h 618264"/>
                <a:gd name="connsiteX7" fmla="*/ 135220 w 618261"/>
                <a:gd name="connsiteY7" fmla="*/ 565351 h 618264"/>
                <a:gd name="connsiteX8" fmla="*/ 308442 w 618261"/>
                <a:gd name="connsiteY8" fmla="*/ 618264 h 618264"/>
                <a:gd name="connsiteX9" fmla="*/ 527517 w 618261"/>
                <a:gd name="connsiteY9" fmla="*/ 527520 h 61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261" h="618264">
                  <a:moveTo>
                    <a:pt x="527517" y="527520"/>
                  </a:moveTo>
                  <a:cubicBezTo>
                    <a:pt x="583583" y="471454"/>
                    <a:pt x="618261" y="393999"/>
                    <a:pt x="618261" y="308445"/>
                  </a:cubicBezTo>
                  <a:lnTo>
                    <a:pt x="618261" y="0"/>
                  </a:lnTo>
                  <a:lnTo>
                    <a:pt x="309819" y="0"/>
                  </a:lnTo>
                  <a:cubicBezTo>
                    <a:pt x="138711" y="0"/>
                    <a:pt x="0" y="138711"/>
                    <a:pt x="0" y="309819"/>
                  </a:cubicBezTo>
                  <a:cubicBezTo>
                    <a:pt x="0" y="373984"/>
                    <a:pt x="19506" y="433594"/>
                    <a:pt x="52912" y="483041"/>
                  </a:cubicBezTo>
                  <a:lnTo>
                    <a:pt x="90129" y="528148"/>
                  </a:lnTo>
                  <a:lnTo>
                    <a:pt x="135220" y="565351"/>
                  </a:lnTo>
                  <a:cubicBezTo>
                    <a:pt x="184667" y="598757"/>
                    <a:pt x="244277" y="618264"/>
                    <a:pt x="308442" y="618264"/>
                  </a:cubicBezTo>
                  <a:cubicBezTo>
                    <a:pt x="393996" y="618264"/>
                    <a:pt x="471451" y="583586"/>
                    <a:pt x="527517" y="52752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5" name="Forme libre : forme 34">
              <a:extLst>
                <a:ext uri="{FF2B5EF4-FFF2-40B4-BE49-F238E27FC236}">
                  <a16:creationId xmlns:a16="http://schemas.microsoft.com/office/drawing/2014/main" id="{99E33D33-12DD-A7D6-1935-3B9DCA902580}"/>
                </a:ext>
              </a:extLst>
            </p:cNvPr>
            <p:cNvSpPr/>
            <p:nvPr/>
          </p:nvSpPr>
          <p:spPr>
            <a:xfrm rot="2700000" flipH="1" flipV="1">
              <a:off x="4574625" y="1740877"/>
              <a:ext cx="2114041" cy="812062"/>
            </a:xfrm>
            <a:custGeom>
              <a:avLst/>
              <a:gdLst>
                <a:gd name="connsiteX0" fmla="*/ 1522363 w 1613106"/>
                <a:gd name="connsiteY0" fmla="*/ 528894 h 619638"/>
                <a:gd name="connsiteX1" fmla="*/ 1613106 w 1613106"/>
                <a:gd name="connsiteY1" fmla="*/ 309819 h 619638"/>
                <a:gd name="connsiteX2" fmla="*/ 1303287 w 1613106"/>
                <a:gd name="connsiteY2" fmla="*/ 0 h 619638"/>
                <a:gd name="connsiteX3" fmla="*/ 528132 w 1613106"/>
                <a:gd name="connsiteY3" fmla="*/ 0 h 619638"/>
                <a:gd name="connsiteX4" fmla="*/ 528132 w 1613106"/>
                <a:gd name="connsiteY4" fmla="*/ 308445 h 619638"/>
                <a:gd name="connsiteX5" fmla="*/ 218313 w 1613106"/>
                <a:gd name="connsiteY5" fmla="*/ 618264 h 619638"/>
                <a:gd name="connsiteX6" fmla="*/ 45091 w 1613106"/>
                <a:gd name="connsiteY6" fmla="*/ 565351 h 619638"/>
                <a:gd name="connsiteX7" fmla="*/ 0 w 1613106"/>
                <a:gd name="connsiteY7" fmla="*/ 528148 h 619638"/>
                <a:gd name="connsiteX8" fmla="*/ 615 w 1613106"/>
                <a:gd name="connsiteY8" fmla="*/ 528894 h 619638"/>
                <a:gd name="connsiteX9" fmla="*/ 219690 w 1613106"/>
                <a:gd name="connsiteY9" fmla="*/ 619638 h 619638"/>
                <a:gd name="connsiteX10" fmla="*/ 1303287 w 1613106"/>
                <a:gd name="connsiteY10" fmla="*/ 619638 h 619638"/>
                <a:gd name="connsiteX11" fmla="*/ 1522363 w 1613106"/>
                <a:gd name="connsiteY11" fmla="*/ 528894 h 61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3106" h="619638">
                  <a:moveTo>
                    <a:pt x="1522363" y="528894"/>
                  </a:moveTo>
                  <a:cubicBezTo>
                    <a:pt x="1578428" y="472828"/>
                    <a:pt x="1613106" y="395373"/>
                    <a:pt x="1613106" y="309819"/>
                  </a:cubicBezTo>
                  <a:cubicBezTo>
                    <a:pt x="1613106" y="138711"/>
                    <a:pt x="1474395" y="0"/>
                    <a:pt x="1303287" y="0"/>
                  </a:cubicBezTo>
                  <a:lnTo>
                    <a:pt x="528132" y="0"/>
                  </a:lnTo>
                  <a:lnTo>
                    <a:pt x="528132" y="308445"/>
                  </a:lnTo>
                  <a:cubicBezTo>
                    <a:pt x="528132" y="479553"/>
                    <a:pt x="389421" y="618264"/>
                    <a:pt x="218313" y="618264"/>
                  </a:cubicBezTo>
                  <a:cubicBezTo>
                    <a:pt x="154148" y="618264"/>
                    <a:pt x="94538" y="598757"/>
                    <a:pt x="45091" y="565351"/>
                  </a:cubicBezTo>
                  <a:lnTo>
                    <a:pt x="0" y="528148"/>
                  </a:lnTo>
                  <a:lnTo>
                    <a:pt x="615" y="528894"/>
                  </a:lnTo>
                  <a:cubicBezTo>
                    <a:pt x="56681" y="584960"/>
                    <a:pt x="134136" y="619638"/>
                    <a:pt x="219690" y="619638"/>
                  </a:cubicBezTo>
                  <a:lnTo>
                    <a:pt x="1303287" y="619638"/>
                  </a:lnTo>
                  <a:cubicBezTo>
                    <a:pt x="1388841" y="619638"/>
                    <a:pt x="1466296" y="584960"/>
                    <a:pt x="1522363" y="528894"/>
                  </a:cubicBezTo>
                  <a:close/>
                </a:path>
              </a:pathLst>
            </a:custGeom>
            <a:solidFill>
              <a:srgbClr val="FEB9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6" name="Forme libre : forme 35">
              <a:extLst>
                <a:ext uri="{FF2B5EF4-FFF2-40B4-BE49-F238E27FC236}">
                  <a16:creationId xmlns:a16="http://schemas.microsoft.com/office/drawing/2014/main" id="{7C001E8B-D41B-9F6A-F493-749D526FADB8}"/>
                </a:ext>
              </a:extLst>
            </p:cNvPr>
            <p:cNvSpPr/>
            <p:nvPr/>
          </p:nvSpPr>
          <p:spPr>
            <a:xfrm rot="2700000" flipH="1" flipV="1">
              <a:off x="5225624" y="2180104"/>
              <a:ext cx="812061" cy="2114061"/>
            </a:xfrm>
            <a:custGeom>
              <a:avLst/>
              <a:gdLst>
                <a:gd name="connsiteX0" fmla="*/ 91506 w 619638"/>
                <a:gd name="connsiteY0" fmla="*/ 1613119 h 1613119"/>
                <a:gd name="connsiteX1" fmla="*/ 54289 w 619638"/>
                <a:gd name="connsiteY1" fmla="*/ 1568012 h 1613119"/>
                <a:gd name="connsiteX2" fmla="*/ 1377 w 619638"/>
                <a:gd name="connsiteY2" fmla="*/ 1394790 h 1613119"/>
                <a:gd name="connsiteX3" fmla="*/ 311196 w 619638"/>
                <a:gd name="connsiteY3" fmla="*/ 1084971 h 1613119"/>
                <a:gd name="connsiteX4" fmla="*/ 619638 w 619638"/>
                <a:gd name="connsiteY4" fmla="*/ 1084971 h 1613119"/>
                <a:gd name="connsiteX5" fmla="*/ 619638 w 619638"/>
                <a:gd name="connsiteY5" fmla="*/ 309818 h 1613119"/>
                <a:gd name="connsiteX6" fmla="*/ 309819 w 619638"/>
                <a:gd name="connsiteY6" fmla="*/ 0 h 1613119"/>
                <a:gd name="connsiteX7" fmla="*/ 1 w 619638"/>
                <a:gd name="connsiteY7" fmla="*/ 309818 h 1613119"/>
                <a:gd name="connsiteX8" fmla="*/ 1 w 619638"/>
                <a:gd name="connsiteY8" fmla="*/ 1393416 h 1613119"/>
                <a:gd name="connsiteX9" fmla="*/ 90744 w 619638"/>
                <a:gd name="connsiteY9" fmla="*/ 1612491 h 1613119"/>
                <a:gd name="connsiteX10" fmla="*/ 91506 w 619638"/>
                <a:gd name="connsiteY10" fmla="*/ 1613119 h 1613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638" h="1613119">
                  <a:moveTo>
                    <a:pt x="91506" y="1613119"/>
                  </a:moveTo>
                  <a:lnTo>
                    <a:pt x="54289" y="1568012"/>
                  </a:lnTo>
                  <a:cubicBezTo>
                    <a:pt x="20883" y="1518565"/>
                    <a:pt x="1377" y="1458955"/>
                    <a:pt x="1377" y="1394790"/>
                  </a:cubicBezTo>
                  <a:cubicBezTo>
                    <a:pt x="1377" y="1223682"/>
                    <a:pt x="140088" y="1084971"/>
                    <a:pt x="311196" y="1084971"/>
                  </a:cubicBezTo>
                  <a:lnTo>
                    <a:pt x="619638" y="1084971"/>
                  </a:lnTo>
                  <a:lnTo>
                    <a:pt x="619638" y="309818"/>
                  </a:lnTo>
                  <a:cubicBezTo>
                    <a:pt x="619637" y="138711"/>
                    <a:pt x="480926" y="0"/>
                    <a:pt x="309819" y="0"/>
                  </a:cubicBezTo>
                  <a:cubicBezTo>
                    <a:pt x="138711" y="0"/>
                    <a:pt x="0" y="138711"/>
                    <a:pt x="1" y="309818"/>
                  </a:cubicBezTo>
                  <a:lnTo>
                    <a:pt x="1" y="1393416"/>
                  </a:lnTo>
                  <a:cubicBezTo>
                    <a:pt x="0" y="1478970"/>
                    <a:pt x="34678" y="1556424"/>
                    <a:pt x="90744" y="1612491"/>
                  </a:cubicBezTo>
                  <a:lnTo>
                    <a:pt x="91506" y="1613119"/>
                  </a:lnTo>
                  <a:close/>
                </a:path>
              </a:pathLst>
            </a:custGeom>
            <a:solidFill>
              <a:srgbClr val="FEB9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7" name="Forme libre : forme 36">
              <a:extLst>
                <a:ext uri="{FF2B5EF4-FFF2-40B4-BE49-F238E27FC236}">
                  <a16:creationId xmlns:a16="http://schemas.microsoft.com/office/drawing/2014/main" id="{4EB567F1-7C92-A65F-F36C-5072A5C37640}"/>
                </a:ext>
              </a:extLst>
            </p:cNvPr>
            <p:cNvSpPr/>
            <p:nvPr/>
          </p:nvSpPr>
          <p:spPr>
            <a:xfrm rot="2700000" flipH="1" flipV="1">
              <a:off x="3857120" y="2286892"/>
              <a:ext cx="810256" cy="810261"/>
            </a:xfrm>
            <a:custGeom>
              <a:avLst/>
              <a:gdLst>
                <a:gd name="connsiteX0" fmla="*/ 527517 w 618261"/>
                <a:gd name="connsiteY0" fmla="*/ 527520 h 618264"/>
                <a:gd name="connsiteX1" fmla="*/ 618261 w 618261"/>
                <a:gd name="connsiteY1" fmla="*/ 308445 h 618264"/>
                <a:gd name="connsiteX2" fmla="*/ 618261 w 618261"/>
                <a:gd name="connsiteY2" fmla="*/ 0 h 618264"/>
                <a:gd name="connsiteX3" fmla="*/ 309819 w 618261"/>
                <a:gd name="connsiteY3" fmla="*/ 0 h 618264"/>
                <a:gd name="connsiteX4" fmla="*/ 0 w 618261"/>
                <a:gd name="connsiteY4" fmla="*/ 309819 h 618264"/>
                <a:gd name="connsiteX5" fmla="*/ 52912 w 618261"/>
                <a:gd name="connsiteY5" fmla="*/ 483041 h 618264"/>
                <a:gd name="connsiteX6" fmla="*/ 90129 w 618261"/>
                <a:gd name="connsiteY6" fmla="*/ 528148 h 618264"/>
                <a:gd name="connsiteX7" fmla="*/ 135220 w 618261"/>
                <a:gd name="connsiteY7" fmla="*/ 565351 h 618264"/>
                <a:gd name="connsiteX8" fmla="*/ 308442 w 618261"/>
                <a:gd name="connsiteY8" fmla="*/ 618264 h 618264"/>
                <a:gd name="connsiteX9" fmla="*/ 527517 w 618261"/>
                <a:gd name="connsiteY9" fmla="*/ 527520 h 61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261" h="618264">
                  <a:moveTo>
                    <a:pt x="527517" y="527520"/>
                  </a:moveTo>
                  <a:cubicBezTo>
                    <a:pt x="583583" y="471454"/>
                    <a:pt x="618261" y="393999"/>
                    <a:pt x="618261" y="308445"/>
                  </a:cubicBezTo>
                  <a:lnTo>
                    <a:pt x="618261" y="0"/>
                  </a:lnTo>
                  <a:lnTo>
                    <a:pt x="309819" y="0"/>
                  </a:lnTo>
                  <a:cubicBezTo>
                    <a:pt x="138711" y="0"/>
                    <a:pt x="0" y="138711"/>
                    <a:pt x="0" y="309819"/>
                  </a:cubicBezTo>
                  <a:cubicBezTo>
                    <a:pt x="0" y="373984"/>
                    <a:pt x="19506" y="433594"/>
                    <a:pt x="52912" y="483041"/>
                  </a:cubicBezTo>
                  <a:lnTo>
                    <a:pt x="90129" y="528148"/>
                  </a:lnTo>
                  <a:lnTo>
                    <a:pt x="135220" y="565351"/>
                  </a:lnTo>
                  <a:cubicBezTo>
                    <a:pt x="184667" y="598757"/>
                    <a:pt x="244277" y="618264"/>
                    <a:pt x="308442" y="618264"/>
                  </a:cubicBezTo>
                  <a:cubicBezTo>
                    <a:pt x="393996" y="618264"/>
                    <a:pt x="471451" y="583586"/>
                    <a:pt x="527517" y="52752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8" name="Forme libre : forme 37">
              <a:extLst>
                <a:ext uri="{FF2B5EF4-FFF2-40B4-BE49-F238E27FC236}">
                  <a16:creationId xmlns:a16="http://schemas.microsoft.com/office/drawing/2014/main" id="{AB6C9D11-55DC-ECB4-FEFE-8B7F4F458616}"/>
                </a:ext>
              </a:extLst>
            </p:cNvPr>
            <p:cNvSpPr/>
            <p:nvPr/>
          </p:nvSpPr>
          <p:spPr>
            <a:xfrm rot="2700000" flipH="1" flipV="1">
              <a:off x="2661386" y="1740877"/>
              <a:ext cx="2114041" cy="812062"/>
            </a:xfrm>
            <a:custGeom>
              <a:avLst/>
              <a:gdLst>
                <a:gd name="connsiteX0" fmla="*/ 1522363 w 1613106"/>
                <a:gd name="connsiteY0" fmla="*/ 528894 h 619638"/>
                <a:gd name="connsiteX1" fmla="*/ 1613106 w 1613106"/>
                <a:gd name="connsiteY1" fmla="*/ 309819 h 619638"/>
                <a:gd name="connsiteX2" fmla="*/ 1303287 w 1613106"/>
                <a:gd name="connsiteY2" fmla="*/ 0 h 619638"/>
                <a:gd name="connsiteX3" fmla="*/ 528132 w 1613106"/>
                <a:gd name="connsiteY3" fmla="*/ 0 h 619638"/>
                <a:gd name="connsiteX4" fmla="*/ 528132 w 1613106"/>
                <a:gd name="connsiteY4" fmla="*/ 308445 h 619638"/>
                <a:gd name="connsiteX5" fmla="*/ 218313 w 1613106"/>
                <a:gd name="connsiteY5" fmla="*/ 618264 h 619638"/>
                <a:gd name="connsiteX6" fmla="*/ 45091 w 1613106"/>
                <a:gd name="connsiteY6" fmla="*/ 565351 h 619638"/>
                <a:gd name="connsiteX7" fmla="*/ 0 w 1613106"/>
                <a:gd name="connsiteY7" fmla="*/ 528148 h 619638"/>
                <a:gd name="connsiteX8" fmla="*/ 615 w 1613106"/>
                <a:gd name="connsiteY8" fmla="*/ 528894 h 619638"/>
                <a:gd name="connsiteX9" fmla="*/ 219690 w 1613106"/>
                <a:gd name="connsiteY9" fmla="*/ 619638 h 619638"/>
                <a:gd name="connsiteX10" fmla="*/ 1303287 w 1613106"/>
                <a:gd name="connsiteY10" fmla="*/ 619638 h 619638"/>
                <a:gd name="connsiteX11" fmla="*/ 1522363 w 1613106"/>
                <a:gd name="connsiteY11" fmla="*/ 528894 h 61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3106" h="619638">
                  <a:moveTo>
                    <a:pt x="1522363" y="528894"/>
                  </a:moveTo>
                  <a:cubicBezTo>
                    <a:pt x="1578428" y="472828"/>
                    <a:pt x="1613106" y="395373"/>
                    <a:pt x="1613106" y="309819"/>
                  </a:cubicBezTo>
                  <a:cubicBezTo>
                    <a:pt x="1613106" y="138711"/>
                    <a:pt x="1474395" y="0"/>
                    <a:pt x="1303287" y="0"/>
                  </a:cubicBezTo>
                  <a:lnTo>
                    <a:pt x="528132" y="0"/>
                  </a:lnTo>
                  <a:lnTo>
                    <a:pt x="528132" y="308445"/>
                  </a:lnTo>
                  <a:cubicBezTo>
                    <a:pt x="528132" y="479553"/>
                    <a:pt x="389421" y="618264"/>
                    <a:pt x="218313" y="618264"/>
                  </a:cubicBezTo>
                  <a:cubicBezTo>
                    <a:pt x="154148" y="618264"/>
                    <a:pt x="94538" y="598757"/>
                    <a:pt x="45091" y="565351"/>
                  </a:cubicBezTo>
                  <a:lnTo>
                    <a:pt x="0" y="528148"/>
                  </a:lnTo>
                  <a:lnTo>
                    <a:pt x="615" y="528894"/>
                  </a:lnTo>
                  <a:cubicBezTo>
                    <a:pt x="56681" y="584960"/>
                    <a:pt x="134136" y="619638"/>
                    <a:pt x="219690" y="619638"/>
                  </a:cubicBezTo>
                  <a:lnTo>
                    <a:pt x="1303287" y="619638"/>
                  </a:lnTo>
                  <a:cubicBezTo>
                    <a:pt x="1388841" y="619638"/>
                    <a:pt x="1466296" y="584960"/>
                    <a:pt x="1522363" y="528894"/>
                  </a:cubicBezTo>
                  <a:close/>
                </a:path>
              </a:pathLst>
            </a:custGeom>
            <a:solidFill>
              <a:srgbClr val="FEB9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9" name="Forme libre : forme 38">
              <a:extLst>
                <a:ext uri="{FF2B5EF4-FFF2-40B4-BE49-F238E27FC236}">
                  <a16:creationId xmlns:a16="http://schemas.microsoft.com/office/drawing/2014/main" id="{B45D9DE3-533D-9B2A-5E7C-5C5E96305BA1}"/>
                </a:ext>
              </a:extLst>
            </p:cNvPr>
            <p:cNvSpPr/>
            <p:nvPr/>
          </p:nvSpPr>
          <p:spPr>
            <a:xfrm rot="2700000" flipH="1" flipV="1">
              <a:off x="3312386" y="2180104"/>
              <a:ext cx="812061" cy="2114061"/>
            </a:xfrm>
            <a:custGeom>
              <a:avLst/>
              <a:gdLst>
                <a:gd name="connsiteX0" fmla="*/ 91506 w 619638"/>
                <a:gd name="connsiteY0" fmla="*/ 1613119 h 1613119"/>
                <a:gd name="connsiteX1" fmla="*/ 54289 w 619638"/>
                <a:gd name="connsiteY1" fmla="*/ 1568012 h 1613119"/>
                <a:gd name="connsiteX2" fmla="*/ 1377 w 619638"/>
                <a:gd name="connsiteY2" fmla="*/ 1394790 h 1613119"/>
                <a:gd name="connsiteX3" fmla="*/ 311196 w 619638"/>
                <a:gd name="connsiteY3" fmla="*/ 1084971 h 1613119"/>
                <a:gd name="connsiteX4" fmla="*/ 619638 w 619638"/>
                <a:gd name="connsiteY4" fmla="*/ 1084971 h 1613119"/>
                <a:gd name="connsiteX5" fmla="*/ 619638 w 619638"/>
                <a:gd name="connsiteY5" fmla="*/ 309818 h 1613119"/>
                <a:gd name="connsiteX6" fmla="*/ 309819 w 619638"/>
                <a:gd name="connsiteY6" fmla="*/ 0 h 1613119"/>
                <a:gd name="connsiteX7" fmla="*/ 1 w 619638"/>
                <a:gd name="connsiteY7" fmla="*/ 309818 h 1613119"/>
                <a:gd name="connsiteX8" fmla="*/ 1 w 619638"/>
                <a:gd name="connsiteY8" fmla="*/ 1393416 h 1613119"/>
                <a:gd name="connsiteX9" fmla="*/ 90744 w 619638"/>
                <a:gd name="connsiteY9" fmla="*/ 1612491 h 1613119"/>
                <a:gd name="connsiteX10" fmla="*/ 91506 w 619638"/>
                <a:gd name="connsiteY10" fmla="*/ 1613119 h 1613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638" h="1613119">
                  <a:moveTo>
                    <a:pt x="91506" y="1613119"/>
                  </a:moveTo>
                  <a:lnTo>
                    <a:pt x="54289" y="1568012"/>
                  </a:lnTo>
                  <a:cubicBezTo>
                    <a:pt x="20883" y="1518565"/>
                    <a:pt x="1377" y="1458955"/>
                    <a:pt x="1377" y="1394790"/>
                  </a:cubicBezTo>
                  <a:cubicBezTo>
                    <a:pt x="1377" y="1223682"/>
                    <a:pt x="140088" y="1084971"/>
                    <a:pt x="311196" y="1084971"/>
                  </a:cubicBezTo>
                  <a:lnTo>
                    <a:pt x="619638" y="1084971"/>
                  </a:lnTo>
                  <a:lnTo>
                    <a:pt x="619638" y="309818"/>
                  </a:lnTo>
                  <a:cubicBezTo>
                    <a:pt x="619637" y="138711"/>
                    <a:pt x="480926" y="0"/>
                    <a:pt x="309819" y="0"/>
                  </a:cubicBezTo>
                  <a:cubicBezTo>
                    <a:pt x="138711" y="0"/>
                    <a:pt x="0" y="138711"/>
                    <a:pt x="1" y="309818"/>
                  </a:cubicBezTo>
                  <a:lnTo>
                    <a:pt x="1" y="1393416"/>
                  </a:lnTo>
                  <a:cubicBezTo>
                    <a:pt x="0" y="1478970"/>
                    <a:pt x="34678" y="1556424"/>
                    <a:pt x="90744" y="1612491"/>
                  </a:cubicBezTo>
                  <a:lnTo>
                    <a:pt x="91506" y="1613119"/>
                  </a:lnTo>
                  <a:close/>
                </a:path>
              </a:pathLst>
            </a:custGeom>
            <a:solidFill>
              <a:srgbClr val="FEB9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</p:grpSp>
      <p:sp>
        <p:nvSpPr>
          <p:cNvPr id="40" name="Forme libre : forme 39">
            <a:extLst>
              <a:ext uri="{FF2B5EF4-FFF2-40B4-BE49-F238E27FC236}">
                <a16:creationId xmlns:a16="http://schemas.microsoft.com/office/drawing/2014/main" id="{ABB91EFA-4277-140E-CE94-A5FA606FBF58}"/>
              </a:ext>
            </a:extLst>
          </p:cNvPr>
          <p:cNvSpPr/>
          <p:nvPr userDrawn="1"/>
        </p:nvSpPr>
        <p:spPr>
          <a:xfrm flipH="1" flipV="1">
            <a:off x="0" y="2607724"/>
            <a:ext cx="1245653" cy="812062"/>
          </a:xfrm>
          <a:custGeom>
            <a:avLst/>
            <a:gdLst>
              <a:gd name="connsiteX0" fmla="*/ 1245653 w 1245653"/>
              <a:gd name="connsiteY0" fmla="*/ 812062 h 812062"/>
              <a:gd name="connsiteX1" fmla="*/ 406031 w 1245653"/>
              <a:gd name="connsiteY1" fmla="*/ 812062 h 812062"/>
              <a:gd name="connsiteX2" fmla="*/ 0 w 1245653"/>
              <a:gd name="connsiteY2" fmla="*/ 406031 h 812062"/>
              <a:gd name="connsiteX3" fmla="*/ 406031 w 1245653"/>
              <a:gd name="connsiteY3" fmla="*/ 0 h 812062"/>
              <a:gd name="connsiteX4" fmla="*/ 1245653 w 1245653"/>
              <a:gd name="connsiteY4" fmla="*/ 0 h 812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653" h="812062">
                <a:moveTo>
                  <a:pt x="1245653" y="812062"/>
                </a:moveTo>
                <a:lnTo>
                  <a:pt x="406031" y="812062"/>
                </a:lnTo>
                <a:cubicBezTo>
                  <a:pt x="181786" y="812062"/>
                  <a:pt x="0" y="630276"/>
                  <a:pt x="0" y="406031"/>
                </a:cubicBezTo>
                <a:cubicBezTo>
                  <a:pt x="0" y="181786"/>
                  <a:pt x="181786" y="0"/>
                  <a:pt x="406031" y="0"/>
                </a:cubicBezTo>
                <a:lnTo>
                  <a:pt x="1245653" y="0"/>
                </a:lnTo>
                <a:close/>
              </a:path>
            </a:pathLst>
          </a:custGeom>
          <a:solidFill>
            <a:srgbClr val="FEB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43" name="Espace réservé du texte 41">
            <a:extLst>
              <a:ext uri="{FF2B5EF4-FFF2-40B4-BE49-F238E27FC236}">
                <a16:creationId xmlns:a16="http://schemas.microsoft.com/office/drawing/2014/main" id="{D6310C2F-1AD9-A7E9-22AB-530D4FC1B2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9856" y="2752876"/>
            <a:ext cx="227626" cy="492443"/>
          </a:xfrm>
        </p:spPr>
        <p:txBody>
          <a:bodyPr wrap="none" anchor="ctr"/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32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30589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2 Chapitre Rose">
    <p:bg bwMode="lt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662F456-3002-4E4E-AD3F-ECB3B309C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DFEB3-5516-4F20-A9A0-1BE8DA6AA0BB}" type="datetime1">
              <a:rPr lang="fr-FR" smtClean="0"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C24024C-0B31-8242-FED6-44007ABF6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CED75C-CA95-9196-9D59-F6426436C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23517" y="6346492"/>
            <a:ext cx="344966" cy="200055"/>
          </a:xfrm>
          <a:prstGeom prst="rect">
            <a:avLst/>
          </a:prstGeom>
        </p:spPr>
        <p:txBody>
          <a:bodyPr/>
          <a:lstStyle/>
          <a:p>
            <a:fld id="{12EA5F4A-9FB0-4812-AB35-92F9E0180226}" type="slidenum">
              <a:rPr lang="fr-FR" smtClean="0"/>
              <a:t>‹#›</a:t>
            </a:fld>
            <a:endParaRPr lang="fr-FR"/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8DCF80C4-AEC6-F9E5-EE3C-D1BC880BE2A7}"/>
              </a:ext>
            </a:extLst>
          </p:cNvPr>
          <p:cNvSpPr/>
          <p:nvPr userDrawn="1"/>
        </p:nvSpPr>
        <p:spPr>
          <a:xfrm>
            <a:off x="528320" y="284480"/>
            <a:ext cx="1254760" cy="5076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Espace réservé du texte 41">
            <a:extLst>
              <a:ext uri="{FF2B5EF4-FFF2-40B4-BE49-F238E27FC236}">
                <a16:creationId xmlns:a16="http://schemas.microsoft.com/office/drawing/2014/main" id="{1DF3F27F-9E2B-007E-6B17-152BE2AC25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58934" y="2209607"/>
            <a:ext cx="5404516" cy="184665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4000" b="1" cap="all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fr-FR"/>
              <a:t>Titre de la partie </a:t>
            </a:r>
            <a:br>
              <a:rPr lang="fr-FR"/>
            </a:br>
            <a:r>
              <a:rPr lang="fr-FR"/>
              <a:t>sur deux lignes </a:t>
            </a:r>
            <a:br>
              <a:rPr lang="fr-FR"/>
            </a:br>
            <a:r>
              <a:rPr lang="fr-FR"/>
              <a:t>de texte ou plus</a:t>
            </a:r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EA95659F-0BB6-F493-859F-DB5C4FBBA2EB}"/>
              </a:ext>
            </a:extLst>
          </p:cNvPr>
          <p:cNvGrpSpPr/>
          <p:nvPr userDrawn="1"/>
        </p:nvGrpSpPr>
        <p:grpSpPr>
          <a:xfrm>
            <a:off x="993452" y="1411620"/>
            <a:ext cx="4027299" cy="2553278"/>
            <a:chOff x="2661386" y="1089887"/>
            <a:chExt cx="4027299" cy="2553278"/>
          </a:xfrm>
        </p:grpSpPr>
        <p:sp>
          <p:nvSpPr>
            <p:cNvPr id="33" name="Forme libre : forme 32">
              <a:extLst>
                <a:ext uri="{FF2B5EF4-FFF2-40B4-BE49-F238E27FC236}">
                  <a16:creationId xmlns:a16="http://schemas.microsoft.com/office/drawing/2014/main" id="{D03BE014-8CB9-66C9-5500-8133176CBDC8}"/>
                </a:ext>
              </a:extLst>
            </p:cNvPr>
            <p:cNvSpPr/>
            <p:nvPr/>
          </p:nvSpPr>
          <p:spPr>
            <a:xfrm rot="2700000" flipH="1" flipV="1">
              <a:off x="5770359" y="2286892"/>
              <a:ext cx="810256" cy="810261"/>
            </a:xfrm>
            <a:custGeom>
              <a:avLst/>
              <a:gdLst>
                <a:gd name="connsiteX0" fmla="*/ 527517 w 618261"/>
                <a:gd name="connsiteY0" fmla="*/ 527520 h 618264"/>
                <a:gd name="connsiteX1" fmla="*/ 618261 w 618261"/>
                <a:gd name="connsiteY1" fmla="*/ 308445 h 618264"/>
                <a:gd name="connsiteX2" fmla="*/ 618261 w 618261"/>
                <a:gd name="connsiteY2" fmla="*/ 0 h 618264"/>
                <a:gd name="connsiteX3" fmla="*/ 309819 w 618261"/>
                <a:gd name="connsiteY3" fmla="*/ 0 h 618264"/>
                <a:gd name="connsiteX4" fmla="*/ 0 w 618261"/>
                <a:gd name="connsiteY4" fmla="*/ 309819 h 618264"/>
                <a:gd name="connsiteX5" fmla="*/ 52912 w 618261"/>
                <a:gd name="connsiteY5" fmla="*/ 483041 h 618264"/>
                <a:gd name="connsiteX6" fmla="*/ 90129 w 618261"/>
                <a:gd name="connsiteY6" fmla="*/ 528148 h 618264"/>
                <a:gd name="connsiteX7" fmla="*/ 135220 w 618261"/>
                <a:gd name="connsiteY7" fmla="*/ 565351 h 618264"/>
                <a:gd name="connsiteX8" fmla="*/ 308442 w 618261"/>
                <a:gd name="connsiteY8" fmla="*/ 618264 h 618264"/>
                <a:gd name="connsiteX9" fmla="*/ 527517 w 618261"/>
                <a:gd name="connsiteY9" fmla="*/ 527520 h 61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261" h="618264">
                  <a:moveTo>
                    <a:pt x="527517" y="527520"/>
                  </a:moveTo>
                  <a:cubicBezTo>
                    <a:pt x="583583" y="471454"/>
                    <a:pt x="618261" y="393999"/>
                    <a:pt x="618261" y="308445"/>
                  </a:cubicBezTo>
                  <a:lnTo>
                    <a:pt x="618261" y="0"/>
                  </a:lnTo>
                  <a:lnTo>
                    <a:pt x="309819" y="0"/>
                  </a:lnTo>
                  <a:cubicBezTo>
                    <a:pt x="138711" y="0"/>
                    <a:pt x="0" y="138711"/>
                    <a:pt x="0" y="309819"/>
                  </a:cubicBezTo>
                  <a:cubicBezTo>
                    <a:pt x="0" y="373984"/>
                    <a:pt x="19506" y="433594"/>
                    <a:pt x="52912" y="483041"/>
                  </a:cubicBezTo>
                  <a:lnTo>
                    <a:pt x="90129" y="528148"/>
                  </a:lnTo>
                  <a:lnTo>
                    <a:pt x="135220" y="565351"/>
                  </a:lnTo>
                  <a:cubicBezTo>
                    <a:pt x="184667" y="598757"/>
                    <a:pt x="244277" y="618264"/>
                    <a:pt x="308442" y="618264"/>
                  </a:cubicBezTo>
                  <a:cubicBezTo>
                    <a:pt x="393996" y="618264"/>
                    <a:pt x="471451" y="583586"/>
                    <a:pt x="527517" y="52752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5" name="Forme libre : forme 34">
              <a:extLst>
                <a:ext uri="{FF2B5EF4-FFF2-40B4-BE49-F238E27FC236}">
                  <a16:creationId xmlns:a16="http://schemas.microsoft.com/office/drawing/2014/main" id="{99E33D33-12DD-A7D6-1935-3B9DCA902580}"/>
                </a:ext>
              </a:extLst>
            </p:cNvPr>
            <p:cNvSpPr/>
            <p:nvPr/>
          </p:nvSpPr>
          <p:spPr>
            <a:xfrm rot="2700000" flipH="1" flipV="1">
              <a:off x="4574625" y="1740877"/>
              <a:ext cx="2114041" cy="812062"/>
            </a:xfrm>
            <a:custGeom>
              <a:avLst/>
              <a:gdLst>
                <a:gd name="connsiteX0" fmla="*/ 1522363 w 1613106"/>
                <a:gd name="connsiteY0" fmla="*/ 528894 h 619638"/>
                <a:gd name="connsiteX1" fmla="*/ 1613106 w 1613106"/>
                <a:gd name="connsiteY1" fmla="*/ 309819 h 619638"/>
                <a:gd name="connsiteX2" fmla="*/ 1303287 w 1613106"/>
                <a:gd name="connsiteY2" fmla="*/ 0 h 619638"/>
                <a:gd name="connsiteX3" fmla="*/ 528132 w 1613106"/>
                <a:gd name="connsiteY3" fmla="*/ 0 h 619638"/>
                <a:gd name="connsiteX4" fmla="*/ 528132 w 1613106"/>
                <a:gd name="connsiteY4" fmla="*/ 308445 h 619638"/>
                <a:gd name="connsiteX5" fmla="*/ 218313 w 1613106"/>
                <a:gd name="connsiteY5" fmla="*/ 618264 h 619638"/>
                <a:gd name="connsiteX6" fmla="*/ 45091 w 1613106"/>
                <a:gd name="connsiteY6" fmla="*/ 565351 h 619638"/>
                <a:gd name="connsiteX7" fmla="*/ 0 w 1613106"/>
                <a:gd name="connsiteY7" fmla="*/ 528148 h 619638"/>
                <a:gd name="connsiteX8" fmla="*/ 615 w 1613106"/>
                <a:gd name="connsiteY8" fmla="*/ 528894 h 619638"/>
                <a:gd name="connsiteX9" fmla="*/ 219690 w 1613106"/>
                <a:gd name="connsiteY9" fmla="*/ 619638 h 619638"/>
                <a:gd name="connsiteX10" fmla="*/ 1303287 w 1613106"/>
                <a:gd name="connsiteY10" fmla="*/ 619638 h 619638"/>
                <a:gd name="connsiteX11" fmla="*/ 1522363 w 1613106"/>
                <a:gd name="connsiteY11" fmla="*/ 528894 h 61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3106" h="619638">
                  <a:moveTo>
                    <a:pt x="1522363" y="528894"/>
                  </a:moveTo>
                  <a:cubicBezTo>
                    <a:pt x="1578428" y="472828"/>
                    <a:pt x="1613106" y="395373"/>
                    <a:pt x="1613106" y="309819"/>
                  </a:cubicBezTo>
                  <a:cubicBezTo>
                    <a:pt x="1613106" y="138711"/>
                    <a:pt x="1474395" y="0"/>
                    <a:pt x="1303287" y="0"/>
                  </a:cubicBezTo>
                  <a:lnTo>
                    <a:pt x="528132" y="0"/>
                  </a:lnTo>
                  <a:lnTo>
                    <a:pt x="528132" y="308445"/>
                  </a:lnTo>
                  <a:cubicBezTo>
                    <a:pt x="528132" y="479553"/>
                    <a:pt x="389421" y="618264"/>
                    <a:pt x="218313" y="618264"/>
                  </a:cubicBezTo>
                  <a:cubicBezTo>
                    <a:pt x="154148" y="618264"/>
                    <a:pt x="94538" y="598757"/>
                    <a:pt x="45091" y="565351"/>
                  </a:cubicBezTo>
                  <a:lnTo>
                    <a:pt x="0" y="528148"/>
                  </a:lnTo>
                  <a:lnTo>
                    <a:pt x="615" y="528894"/>
                  </a:lnTo>
                  <a:cubicBezTo>
                    <a:pt x="56681" y="584960"/>
                    <a:pt x="134136" y="619638"/>
                    <a:pt x="219690" y="619638"/>
                  </a:cubicBezTo>
                  <a:lnTo>
                    <a:pt x="1303287" y="619638"/>
                  </a:lnTo>
                  <a:cubicBezTo>
                    <a:pt x="1388841" y="619638"/>
                    <a:pt x="1466296" y="584960"/>
                    <a:pt x="1522363" y="528894"/>
                  </a:cubicBezTo>
                  <a:close/>
                </a:path>
              </a:pathLst>
            </a:custGeom>
            <a:solidFill>
              <a:srgbClr val="EED7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6" name="Forme libre : forme 35">
              <a:extLst>
                <a:ext uri="{FF2B5EF4-FFF2-40B4-BE49-F238E27FC236}">
                  <a16:creationId xmlns:a16="http://schemas.microsoft.com/office/drawing/2014/main" id="{7C001E8B-D41B-9F6A-F493-749D526FADB8}"/>
                </a:ext>
              </a:extLst>
            </p:cNvPr>
            <p:cNvSpPr/>
            <p:nvPr/>
          </p:nvSpPr>
          <p:spPr>
            <a:xfrm rot="2700000" flipH="1" flipV="1">
              <a:off x="5225624" y="2180104"/>
              <a:ext cx="812061" cy="2114061"/>
            </a:xfrm>
            <a:custGeom>
              <a:avLst/>
              <a:gdLst>
                <a:gd name="connsiteX0" fmla="*/ 91506 w 619638"/>
                <a:gd name="connsiteY0" fmla="*/ 1613119 h 1613119"/>
                <a:gd name="connsiteX1" fmla="*/ 54289 w 619638"/>
                <a:gd name="connsiteY1" fmla="*/ 1568012 h 1613119"/>
                <a:gd name="connsiteX2" fmla="*/ 1377 w 619638"/>
                <a:gd name="connsiteY2" fmla="*/ 1394790 h 1613119"/>
                <a:gd name="connsiteX3" fmla="*/ 311196 w 619638"/>
                <a:gd name="connsiteY3" fmla="*/ 1084971 h 1613119"/>
                <a:gd name="connsiteX4" fmla="*/ 619638 w 619638"/>
                <a:gd name="connsiteY4" fmla="*/ 1084971 h 1613119"/>
                <a:gd name="connsiteX5" fmla="*/ 619638 w 619638"/>
                <a:gd name="connsiteY5" fmla="*/ 309818 h 1613119"/>
                <a:gd name="connsiteX6" fmla="*/ 309819 w 619638"/>
                <a:gd name="connsiteY6" fmla="*/ 0 h 1613119"/>
                <a:gd name="connsiteX7" fmla="*/ 1 w 619638"/>
                <a:gd name="connsiteY7" fmla="*/ 309818 h 1613119"/>
                <a:gd name="connsiteX8" fmla="*/ 1 w 619638"/>
                <a:gd name="connsiteY8" fmla="*/ 1393416 h 1613119"/>
                <a:gd name="connsiteX9" fmla="*/ 90744 w 619638"/>
                <a:gd name="connsiteY9" fmla="*/ 1612491 h 1613119"/>
                <a:gd name="connsiteX10" fmla="*/ 91506 w 619638"/>
                <a:gd name="connsiteY10" fmla="*/ 1613119 h 1613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638" h="1613119">
                  <a:moveTo>
                    <a:pt x="91506" y="1613119"/>
                  </a:moveTo>
                  <a:lnTo>
                    <a:pt x="54289" y="1568012"/>
                  </a:lnTo>
                  <a:cubicBezTo>
                    <a:pt x="20883" y="1518565"/>
                    <a:pt x="1377" y="1458955"/>
                    <a:pt x="1377" y="1394790"/>
                  </a:cubicBezTo>
                  <a:cubicBezTo>
                    <a:pt x="1377" y="1223682"/>
                    <a:pt x="140088" y="1084971"/>
                    <a:pt x="311196" y="1084971"/>
                  </a:cubicBezTo>
                  <a:lnTo>
                    <a:pt x="619638" y="1084971"/>
                  </a:lnTo>
                  <a:lnTo>
                    <a:pt x="619638" y="309818"/>
                  </a:lnTo>
                  <a:cubicBezTo>
                    <a:pt x="619637" y="138711"/>
                    <a:pt x="480926" y="0"/>
                    <a:pt x="309819" y="0"/>
                  </a:cubicBezTo>
                  <a:cubicBezTo>
                    <a:pt x="138711" y="0"/>
                    <a:pt x="0" y="138711"/>
                    <a:pt x="1" y="309818"/>
                  </a:cubicBezTo>
                  <a:lnTo>
                    <a:pt x="1" y="1393416"/>
                  </a:lnTo>
                  <a:cubicBezTo>
                    <a:pt x="0" y="1478970"/>
                    <a:pt x="34678" y="1556424"/>
                    <a:pt x="90744" y="1612491"/>
                  </a:cubicBezTo>
                  <a:lnTo>
                    <a:pt x="91506" y="1613119"/>
                  </a:lnTo>
                  <a:close/>
                </a:path>
              </a:pathLst>
            </a:custGeom>
            <a:solidFill>
              <a:srgbClr val="EED7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7" name="Forme libre : forme 36">
              <a:extLst>
                <a:ext uri="{FF2B5EF4-FFF2-40B4-BE49-F238E27FC236}">
                  <a16:creationId xmlns:a16="http://schemas.microsoft.com/office/drawing/2014/main" id="{4EB567F1-7C92-A65F-F36C-5072A5C37640}"/>
                </a:ext>
              </a:extLst>
            </p:cNvPr>
            <p:cNvSpPr/>
            <p:nvPr/>
          </p:nvSpPr>
          <p:spPr>
            <a:xfrm rot="2700000" flipH="1" flipV="1">
              <a:off x="3857120" y="2286892"/>
              <a:ext cx="810256" cy="810261"/>
            </a:xfrm>
            <a:custGeom>
              <a:avLst/>
              <a:gdLst>
                <a:gd name="connsiteX0" fmla="*/ 527517 w 618261"/>
                <a:gd name="connsiteY0" fmla="*/ 527520 h 618264"/>
                <a:gd name="connsiteX1" fmla="*/ 618261 w 618261"/>
                <a:gd name="connsiteY1" fmla="*/ 308445 h 618264"/>
                <a:gd name="connsiteX2" fmla="*/ 618261 w 618261"/>
                <a:gd name="connsiteY2" fmla="*/ 0 h 618264"/>
                <a:gd name="connsiteX3" fmla="*/ 309819 w 618261"/>
                <a:gd name="connsiteY3" fmla="*/ 0 h 618264"/>
                <a:gd name="connsiteX4" fmla="*/ 0 w 618261"/>
                <a:gd name="connsiteY4" fmla="*/ 309819 h 618264"/>
                <a:gd name="connsiteX5" fmla="*/ 52912 w 618261"/>
                <a:gd name="connsiteY5" fmla="*/ 483041 h 618264"/>
                <a:gd name="connsiteX6" fmla="*/ 90129 w 618261"/>
                <a:gd name="connsiteY6" fmla="*/ 528148 h 618264"/>
                <a:gd name="connsiteX7" fmla="*/ 135220 w 618261"/>
                <a:gd name="connsiteY7" fmla="*/ 565351 h 618264"/>
                <a:gd name="connsiteX8" fmla="*/ 308442 w 618261"/>
                <a:gd name="connsiteY8" fmla="*/ 618264 h 618264"/>
                <a:gd name="connsiteX9" fmla="*/ 527517 w 618261"/>
                <a:gd name="connsiteY9" fmla="*/ 527520 h 61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261" h="618264">
                  <a:moveTo>
                    <a:pt x="527517" y="527520"/>
                  </a:moveTo>
                  <a:cubicBezTo>
                    <a:pt x="583583" y="471454"/>
                    <a:pt x="618261" y="393999"/>
                    <a:pt x="618261" y="308445"/>
                  </a:cubicBezTo>
                  <a:lnTo>
                    <a:pt x="618261" y="0"/>
                  </a:lnTo>
                  <a:lnTo>
                    <a:pt x="309819" y="0"/>
                  </a:lnTo>
                  <a:cubicBezTo>
                    <a:pt x="138711" y="0"/>
                    <a:pt x="0" y="138711"/>
                    <a:pt x="0" y="309819"/>
                  </a:cubicBezTo>
                  <a:cubicBezTo>
                    <a:pt x="0" y="373984"/>
                    <a:pt x="19506" y="433594"/>
                    <a:pt x="52912" y="483041"/>
                  </a:cubicBezTo>
                  <a:lnTo>
                    <a:pt x="90129" y="528148"/>
                  </a:lnTo>
                  <a:lnTo>
                    <a:pt x="135220" y="565351"/>
                  </a:lnTo>
                  <a:cubicBezTo>
                    <a:pt x="184667" y="598757"/>
                    <a:pt x="244277" y="618264"/>
                    <a:pt x="308442" y="618264"/>
                  </a:cubicBezTo>
                  <a:cubicBezTo>
                    <a:pt x="393996" y="618264"/>
                    <a:pt x="471451" y="583586"/>
                    <a:pt x="527517" y="52752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8" name="Forme libre : forme 37">
              <a:extLst>
                <a:ext uri="{FF2B5EF4-FFF2-40B4-BE49-F238E27FC236}">
                  <a16:creationId xmlns:a16="http://schemas.microsoft.com/office/drawing/2014/main" id="{AB6C9D11-55DC-ECB4-FEFE-8B7F4F458616}"/>
                </a:ext>
              </a:extLst>
            </p:cNvPr>
            <p:cNvSpPr/>
            <p:nvPr/>
          </p:nvSpPr>
          <p:spPr>
            <a:xfrm rot="2700000" flipH="1" flipV="1">
              <a:off x="2661386" y="1740877"/>
              <a:ext cx="2114041" cy="812062"/>
            </a:xfrm>
            <a:custGeom>
              <a:avLst/>
              <a:gdLst>
                <a:gd name="connsiteX0" fmla="*/ 1522363 w 1613106"/>
                <a:gd name="connsiteY0" fmla="*/ 528894 h 619638"/>
                <a:gd name="connsiteX1" fmla="*/ 1613106 w 1613106"/>
                <a:gd name="connsiteY1" fmla="*/ 309819 h 619638"/>
                <a:gd name="connsiteX2" fmla="*/ 1303287 w 1613106"/>
                <a:gd name="connsiteY2" fmla="*/ 0 h 619638"/>
                <a:gd name="connsiteX3" fmla="*/ 528132 w 1613106"/>
                <a:gd name="connsiteY3" fmla="*/ 0 h 619638"/>
                <a:gd name="connsiteX4" fmla="*/ 528132 w 1613106"/>
                <a:gd name="connsiteY4" fmla="*/ 308445 h 619638"/>
                <a:gd name="connsiteX5" fmla="*/ 218313 w 1613106"/>
                <a:gd name="connsiteY5" fmla="*/ 618264 h 619638"/>
                <a:gd name="connsiteX6" fmla="*/ 45091 w 1613106"/>
                <a:gd name="connsiteY6" fmla="*/ 565351 h 619638"/>
                <a:gd name="connsiteX7" fmla="*/ 0 w 1613106"/>
                <a:gd name="connsiteY7" fmla="*/ 528148 h 619638"/>
                <a:gd name="connsiteX8" fmla="*/ 615 w 1613106"/>
                <a:gd name="connsiteY8" fmla="*/ 528894 h 619638"/>
                <a:gd name="connsiteX9" fmla="*/ 219690 w 1613106"/>
                <a:gd name="connsiteY9" fmla="*/ 619638 h 619638"/>
                <a:gd name="connsiteX10" fmla="*/ 1303287 w 1613106"/>
                <a:gd name="connsiteY10" fmla="*/ 619638 h 619638"/>
                <a:gd name="connsiteX11" fmla="*/ 1522363 w 1613106"/>
                <a:gd name="connsiteY11" fmla="*/ 528894 h 61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3106" h="619638">
                  <a:moveTo>
                    <a:pt x="1522363" y="528894"/>
                  </a:moveTo>
                  <a:cubicBezTo>
                    <a:pt x="1578428" y="472828"/>
                    <a:pt x="1613106" y="395373"/>
                    <a:pt x="1613106" y="309819"/>
                  </a:cubicBezTo>
                  <a:cubicBezTo>
                    <a:pt x="1613106" y="138711"/>
                    <a:pt x="1474395" y="0"/>
                    <a:pt x="1303287" y="0"/>
                  </a:cubicBezTo>
                  <a:lnTo>
                    <a:pt x="528132" y="0"/>
                  </a:lnTo>
                  <a:lnTo>
                    <a:pt x="528132" y="308445"/>
                  </a:lnTo>
                  <a:cubicBezTo>
                    <a:pt x="528132" y="479553"/>
                    <a:pt x="389421" y="618264"/>
                    <a:pt x="218313" y="618264"/>
                  </a:cubicBezTo>
                  <a:cubicBezTo>
                    <a:pt x="154148" y="618264"/>
                    <a:pt x="94538" y="598757"/>
                    <a:pt x="45091" y="565351"/>
                  </a:cubicBezTo>
                  <a:lnTo>
                    <a:pt x="0" y="528148"/>
                  </a:lnTo>
                  <a:lnTo>
                    <a:pt x="615" y="528894"/>
                  </a:lnTo>
                  <a:cubicBezTo>
                    <a:pt x="56681" y="584960"/>
                    <a:pt x="134136" y="619638"/>
                    <a:pt x="219690" y="619638"/>
                  </a:cubicBezTo>
                  <a:lnTo>
                    <a:pt x="1303287" y="619638"/>
                  </a:lnTo>
                  <a:cubicBezTo>
                    <a:pt x="1388841" y="619638"/>
                    <a:pt x="1466296" y="584960"/>
                    <a:pt x="1522363" y="528894"/>
                  </a:cubicBezTo>
                  <a:close/>
                </a:path>
              </a:pathLst>
            </a:custGeom>
            <a:solidFill>
              <a:srgbClr val="EED7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9" name="Forme libre : forme 38">
              <a:extLst>
                <a:ext uri="{FF2B5EF4-FFF2-40B4-BE49-F238E27FC236}">
                  <a16:creationId xmlns:a16="http://schemas.microsoft.com/office/drawing/2014/main" id="{B45D9DE3-533D-9B2A-5E7C-5C5E96305BA1}"/>
                </a:ext>
              </a:extLst>
            </p:cNvPr>
            <p:cNvSpPr/>
            <p:nvPr/>
          </p:nvSpPr>
          <p:spPr>
            <a:xfrm rot="2700000" flipH="1" flipV="1">
              <a:off x="3312386" y="2180104"/>
              <a:ext cx="812061" cy="2114061"/>
            </a:xfrm>
            <a:custGeom>
              <a:avLst/>
              <a:gdLst>
                <a:gd name="connsiteX0" fmla="*/ 91506 w 619638"/>
                <a:gd name="connsiteY0" fmla="*/ 1613119 h 1613119"/>
                <a:gd name="connsiteX1" fmla="*/ 54289 w 619638"/>
                <a:gd name="connsiteY1" fmla="*/ 1568012 h 1613119"/>
                <a:gd name="connsiteX2" fmla="*/ 1377 w 619638"/>
                <a:gd name="connsiteY2" fmla="*/ 1394790 h 1613119"/>
                <a:gd name="connsiteX3" fmla="*/ 311196 w 619638"/>
                <a:gd name="connsiteY3" fmla="*/ 1084971 h 1613119"/>
                <a:gd name="connsiteX4" fmla="*/ 619638 w 619638"/>
                <a:gd name="connsiteY4" fmla="*/ 1084971 h 1613119"/>
                <a:gd name="connsiteX5" fmla="*/ 619638 w 619638"/>
                <a:gd name="connsiteY5" fmla="*/ 309818 h 1613119"/>
                <a:gd name="connsiteX6" fmla="*/ 309819 w 619638"/>
                <a:gd name="connsiteY6" fmla="*/ 0 h 1613119"/>
                <a:gd name="connsiteX7" fmla="*/ 1 w 619638"/>
                <a:gd name="connsiteY7" fmla="*/ 309818 h 1613119"/>
                <a:gd name="connsiteX8" fmla="*/ 1 w 619638"/>
                <a:gd name="connsiteY8" fmla="*/ 1393416 h 1613119"/>
                <a:gd name="connsiteX9" fmla="*/ 90744 w 619638"/>
                <a:gd name="connsiteY9" fmla="*/ 1612491 h 1613119"/>
                <a:gd name="connsiteX10" fmla="*/ 91506 w 619638"/>
                <a:gd name="connsiteY10" fmla="*/ 1613119 h 1613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638" h="1613119">
                  <a:moveTo>
                    <a:pt x="91506" y="1613119"/>
                  </a:moveTo>
                  <a:lnTo>
                    <a:pt x="54289" y="1568012"/>
                  </a:lnTo>
                  <a:cubicBezTo>
                    <a:pt x="20883" y="1518565"/>
                    <a:pt x="1377" y="1458955"/>
                    <a:pt x="1377" y="1394790"/>
                  </a:cubicBezTo>
                  <a:cubicBezTo>
                    <a:pt x="1377" y="1223682"/>
                    <a:pt x="140088" y="1084971"/>
                    <a:pt x="311196" y="1084971"/>
                  </a:cubicBezTo>
                  <a:lnTo>
                    <a:pt x="619638" y="1084971"/>
                  </a:lnTo>
                  <a:lnTo>
                    <a:pt x="619638" y="309818"/>
                  </a:lnTo>
                  <a:cubicBezTo>
                    <a:pt x="619637" y="138711"/>
                    <a:pt x="480926" y="0"/>
                    <a:pt x="309819" y="0"/>
                  </a:cubicBezTo>
                  <a:cubicBezTo>
                    <a:pt x="138711" y="0"/>
                    <a:pt x="0" y="138711"/>
                    <a:pt x="1" y="309818"/>
                  </a:cubicBezTo>
                  <a:lnTo>
                    <a:pt x="1" y="1393416"/>
                  </a:lnTo>
                  <a:cubicBezTo>
                    <a:pt x="0" y="1478970"/>
                    <a:pt x="34678" y="1556424"/>
                    <a:pt x="90744" y="1612491"/>
                  </a:cubicBezTo>
                  <a:lnTo>
                    <a:pt x="91506" y="1613119"/>
                  </a:lnTo>
                  <a:close/>
                </a:path>
              </a:pathLst>
            </a:custGeom>
            <a:solidFill>
              <a:srgbClr val="EED7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</p:grpSp>
      <p:sp>
        <p:nvSpPr>
          <p:cNvPr id="40" name="Forme libre : forme 39">
            <a:extLst>
              <a:ext uri="{FF2B5EF4-FFF2-40B4-BE49-F238E27FC236}">
                <a16:creationId xmlns:a16="http://schemas.microsoft.com/office/drawing/2014/main" id="{ABB91EFA-4277-140E-CE94-A5FA606FBF58}"/>
              </a:ext>
            </a:extLst>
          </p:cNvPr>
          <p:cNvSpPr/>
          <p:nvPr userDrawn="1"/>
        </p:nvSpPr>
        <p:spPr>
          <a:xfrm flipH="1" flipV="1">
            <a:off x="0" y="2607724"/>
            <a:ext cx="1245653" cy="812062"/>
          </a:xfrm>
          <a:custGeom>
            <a:avLst/>
            <a:gdLst>
              <a:gd name="connsiteX0" fmla="*/ 1245653 w 1245653"/>
              <a:gd name="connsiteY0" fmla="*/ 812062 h 812062"/>
              <a:gd name="connsiteX1" fmla="*/ 406031 w 1245653"/>
              <a:gd name="connsiteY1" fmla="*/ 812062 h 812062"/>
              <a:gd name="connsiteX2" fmla="*/ 0 w 1245653"/>
              <a:gd name="connsiteY2" fmla="*/ 406031 h 812062"/>
              <a:gd name="connsiteX3" fmla="*/ 406031 w 1245653"/>
              <a:gd name="connsiteY3" fmla="*/ 0 h 812062"/>
              <a:gd name="connsiteX4" fmla="*/ 1245653 w 1245653"/>
              <a:gd name="connsiteY4" fmla="*/ 0 h 812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653" h="812062">
                <a:moveTo>
                  <a:pt x="1245653" y="812062"/>
                </a:moveTo>
                <a:lnTo>
                  <a:pt x="406031" y="812062"/>
                </a:lnTo>
                <a:cubicBezTo>
                  <a:pt x="181786" y="812062"/>
                  <a:pt x="0" y="630276"/>
                  <a:pt x="0" y="406031"/>
                </a:cubicBezTo>
                <a:cubicBezTo>
                  <a:pt x="0" y="181786"/>
                  <a:pt x="181786" y="0"/>
                  <a:pt x="406031" y="0"/>
                </a:cubicBezTo>
                <a:lnTo>
                  <a:pt x="1245653" y="0"/>
                </a:lnTo>
                <a:close/>
              </a:path>
            </a:pathLst>
          </a:custGeom>
          <a:solidFill>
            <a:srgbClr val="EED7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43" name="Espace réservé du texte 41">
            <a:extLst>
              <a:ext uri="{FF2B5EF4-FFF2-40B4-BE49-F238E27FC236}">
                <a16:creationId xmlns:a16="http://schemas.microsoft.com/office/drawing/2014/main" id="{D6310C2F-1AD9-A7E9-22AB-530D4FC1B2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4379856" y="2752876"/>
            <a:ext cx="227626" cy="492443"/>
          </a:xfrm>
        </p:spPr>
        <p:txBody>
          <a:bodyPr wrap="none" anchor="ctr"/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32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870527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2 Chapitre Violet">
    <p:bg bwMode="lt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662F456-3002-4E4E-AD3F-ECB3B309C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DFEB3-5516-4F20-A9A0-1BE8DA6AA0BB}" type="datetime1">
              <a:rPr lang="fr-FR" smtClean="0"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C24024C-0B31-8242-FED6-44007ABF6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CED75C-CA95-9196-9D59-F6426436C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23517" y="6346492"/>
            <a:ext cx="344966" cy="200055"/>
          </a:xfrm>
          <a:prstGeom prst="rect">
            <a:avLst/>
          </a:prstGeom>
        </p:spPr>
        <p:txBody>
          <a:bodyPr/>
          <a:lstStyle/>
          <a:p>
            <a:fld id="{12EA5F4A-9FB0-4812-AB35-92F9E0180226}" type="slidenum">
              <a:rPr lang="fr-FR" smtClean="0"/>
              <a:t>‹#›</a:t>
            </a:fld>
            <a:endParaRPr lang="fr-FR"/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8DCF80C4-AEC6-F9E5-EE3C-D1BC880BE2A7}"/>
              </a:ext>
            </a:extLst>
          </p:cNvPr>
          <p:cNvSpPr/>
          <p:nvPr userDrawn="1"/>
        </p:nvSpPr>
        <p:spPr>
          <a:xfrm>
            <a:off x="528320" y="284480"/>
            <a:ext cx="1254760" cy="5076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Espace réservé du texte 41">
            <a:extLst>
              <a:ext uri="{FF2B5EF4-FFF2-40B4-BE49-F238E27FC236}">
                <a16:creationId xmlns:a16="http://schemas.microsoft.com/office/drawing/2014/main" id="{1DF3F27F-9E2B-007E-6B17-152BE2AC25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58934" y="2209607"/>
            <a:ext cx="5404516" cy="184665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4000" b="1" cap="all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fr-FR"/>
              <a:t>Titre de la partie </a:t>
            </a:r>
            <a:br>
              <a:rPr lang="fr-FR"/>
            </a:br>
            <a:r>
              <a:rPr lang="fr-FR"/>
              <a:t>sur deux lignes </a:t>
            </a:r>
            <a:br>
              <a:rPr lang="fr-FR"/>
            </a:br>
            <a:r>
              <a:rPr lang="fr-FR"/>
              <a:t>de texte ou plus</a:t>
            </a:r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EA95659F-0BB6-F493-859F-DB5C4FBBA2EB}"/>
              </a:ext>
            </a:extLst>
          </p:cNvPr>
          <p:cNvGrpSpPr/>
          <p:nvPr userDrawn="1"/>
        </p:nvGrpSpPr>
        <p:grpSpPr bwMode="ltGray">
          <a:xfrm>
            <a:off x="993452" y="1411620"/>
            <a:ext cx="4027299" cy="2553278"/>
            <a:chOff x="2661386" y="1089887"/>
            <a:chExt cx="4027299" cy="2553278"/>
          </a:xfrm>
        </p:grpSpPr>
        <p:sp>
          <p:nvSpPr>
            <p:cNvPr id="33" name="Forme libre : forme 32">
              <a:extLst>
                <a:ext uri="{FF2B5EF4-FFF2-40B4-BE49-F238E27FC236}">
                  <a16:creationId xmlns:a16="http://schemas.microsoft.com/office/drawing/2014/main" id="{D03BE014-8CB9-66C9-5500-8133176CBDC8}"/>
                </a:ext>
              </a:extLst>
            </p:cNvPr>
            <p:cNvSpPr/>
            <p:nvPr/>
          </p:nvSpPr>
          <p:spPr bwMode="ltGray">
            <a:xfrm rot="2700000" flipH="1" flipV="1">
              <a:off x="5770359" y="2286892"/>
              <a:ext cx="810256" cy="810261"/>
            </a:xfrm>
            <a:custGeom>
              <a:avLst/>
              <a:gdLst>
                <a:gd name="connsiteX0" fmla="*/ 527517 w 618261"/>
                <a:gd name="connsiteY0" fmla="*/ 527520 h 618264"/>
                <a:gd name="connsiteX1" fmla="*/ 618261 w 618261"/>
                <a:gd name="connsiteY1" fmla="*/ 308445 h 618264"/>
                <a:gd name="connsiteX2" fmla="*/ 618261 w 618261"/>
                <a:gd name="connsiteY2" fmla="*/ 0 h 618264"/>
                <a:gd name="connsiteX3" fmla="*/ 309819 w 618261"/>
                <a:gd name="connsiteY3" fmla="*/ 0 h 618264"/>
                <a:gd name="connsiteX4" fmla="*/ 0 w 618261"/>
                <a:gd name="connsiteY4" fmla="*/ 309819 h 618264"/>
                <a:gd name="connsiteX5" fmla="*/ 52912 w 618261"/>
                <a:gd name="connsiteY5" fmla="*/ 483041 h 618264"/>
                <a:gd name="connsiteX6" fmla="*/ 90129 w 618261"/>
                <a:gd name="connsiteY6" fmla="*/ 528148 h 618264"/>
                <a:gd name="connsiteX7" fmla="*/ 135220 w 618261"/>
                <a:gd name="connsiteY7" fmla="*/ 565351 h 618264"/>
                <a:gd name="connsiteX8" fmla="*/ 308442 w 618261"/>
                <a:gd name="connsiteY8" fmla="*/ 618264 h 618264"/>
                <a:gd name="connsiteX9" fmla="*/ 527517 w 618261"/>
                <a:gd name="connsiteY9" fmla="*/ 527520 h 61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261" h="618264">
                  <a:moveTo>
                    <a:pt x="527517" y="527520"/>
                  </a:moveTo>
                  <a:cubicBezTo>
                    <a:pt x="583583" y="471454"/>
                    <a:pt x="618261" y="393999"/>
                    <a:pt x="618261" y="308445"/>
                  </a:cubicBezTo>
                  <a:lnTo>
                    <a:pt x="618261" y="0"/>
                  </a:lnTo>
                  <a:lnTo>
                    <a:pt x="309819" y="0"/>
                  </a:lnTo>
                  <a:cubicBezTo>
                    <a:pt x="138711" y="0"/>
                    <a:pt x="0" y="138711"/>
                    <a:pt x="0" y="309819"/>
                  </a:cubicBezTo>
                  <a:cubicBezTo>
                    <a:pt x="0" y="373984"/>
                    <a:pt x="19506" y="433594"/>
                    <a:pt x="52912" y="483041"/>
                  </a:cubicBezTo>
                  <a:lnTo>
                    <a:pt x="90129" y="528148"/>
                  </a:lnTo>
                  <a:lnTo>
                    <a:pt x="135220" y="565351"/>
                  </a:lnTo>
                  <a:cubicBezTo>
                    <a:pt x="184667" y="598757"/>
                    <a:pt x="244277" y="618264"/>
                    <a:pt x="308442" y="618264"/>
                  </a:cubicBezTo>
                  <a:cubicBezTo>
                    <a:pt x="393996" y="618264"/>
                    <a:pt x="471451" y="583586"/>
                    <a:pt x="527517" y="52752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5" name="Forme libre : forme 34">
              <a:extLst>
                <a:ext uri="{FF2B5EF4-FFF2-40B4-BE49-F238E27FC236}">
                  <a16:creationId xmlns:a16="http://schemas.microsoft.com/office/drawing/2014/main" id="{99E33D33-12DD-A7D6-1935-3B9DCA902580}"/>
                </a:ext>
              </a:extLst>
            </p:cNvPr>
            <p:cNvSpPr/>
            <p:nvPr/>
          </p:nvSpPr>
          <p:spPr bwMode="ltGray">
            <a:xfrm rot="2700000" flipH="1" flipV="1">
              <a:off x="4574625" y="1740877"/>
              <a:ext cx="2114041" cy="812062"/>
            </a:xfrm>
            <a:custGeom>
              <a:avLst/>
              <a:gdLst>
                <a:gd name="connsiteX0" fmla="*/ 1522363 w 1613106"/>
                <a:gd name="connsiteY0" fmla="*/ 528894 h 619638"/>
                <a:gd name="connsiteX1" fmla="*/ 1613106 w 1613106"/>
                <a:gd name="connsiteY1" fmla="*/ 309819 h 619638"/>
                <a:gd name="connsiteX2" fmla="*/ 1303287 w 1613106"/>
                <a:gd name="connsiteY2" fmla="*/ 0 h 619638"/>
                <a:gd name="connsiteX3" fmla="*/ 528132 w 1613106"/>
                <a:gd name="connsiteY3" fmla="*/ 0 h 619638"/>
                <a:gd name="connsiteX4" fmla="*/ 528132 w 1613106"/>
                <a:gd name="connsiteY4" fmla="*/ 308445 h 619638"/>
                <a:gd name="connsiteX5" fmla="*/ 218313 w 1613106"/>
                <a:gd name="connsiteY5" fmla="*/ 618264 h 619638"/>
                <a:gd name="connsiteX6" fmla="*/ 45091 w 1613106"/>
                <a:gd name="connsiteY6" fmla="*/ 565351 h 619638"/>
                <a:gd name="connsiteX7" fmla="*/ 0 w 1613106"/>
                <a:gd name="connsiteY7" fmla="*/ 528148 h 619638"/>
                <a:gd name="connsiteX8" fmla="*/ 615 w 1613106"/>
                <a:gd name="connsiteY8" fmla="*/ 528894 h 619638"/>
                <a:gd name="connsiteX9" fmla="*/ 219690 w 1613106"/>
                <a:gd name="connsiteY9" fmla="*/ 619638 h 619638"/>
                <a:gd name="connsiteX10" fmla="*/ 1303287 w 1613106"/>
                <a:gd name="connsiteY10" fmla="*/ 619638 h 619638"/>
                <a:gd name="connsiteX11" fmla="*/ 1522363 w 1613106"/>
                <a:gd name="connsiteY11" fmla="*/ 528894 h 61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3106" h="619638">
                  <a:moveTo>
                    <a:pt x="1522363" y="528894"/>
                  </a:moveTo>
                  <a:cubicBezTo>
                    <a:pt x="1578428" y="472828"/>
                    <a:pt x="1613106" y="395373"/>
                    <a:pt x="1613106" y="309819"/>
                  </a:cubicBezTo>
                  <a:cubicBezTo>
                    <a:pt x="1613106" y="138711"/>
                    <a:pt x="1474395" y="0"/>
                    <a:pt x="1303287" y="0"/>
                  </a:cubicBezTo>
                  <a:lnTo>
                    <a:pt x="528132" y="0"/>
                  </a:lnTo>
                  <a:lnTo>
                    <a:pt x="528132" y="308445"/>
                  </a:lnTo>
                  <a:cubicBezTo>
                    <a:pt x="528132" y="479553"/>
                    <a:pt x="389421" y="618264"/>
                    <a:pt x="218313" y="618264"/>
                  </a:cubicBezTo>
                  <a:cubicBezTo>
                    <a:pt x="154148" y="618264"/>
                    <a:pt x="94538" y="598757"/>
                    <a:pt x="45091" y="565351"/>
                  </a:cubicBezTo>
                  <a:lnTo>
                    <a:pt x="0" y="528148"/>
                  </a:lnTo>
                  <a:lnTo>
                    <a:pt x="615" y="528894"/>
                  </a:lnTo>
                  <a:cubicBezTo>
                    <a:pt x="56681" y="584960"/>
                    <a:pt x="134136" y="619638"/>
                    <a:pt x="219690" y="619638"/>
                  </a:cubicBezTo>
                  <a:lnTo>
                    <a:pt x="1303287" y="619638"/>
                  </a:lnTo>
                  <a:cubicBezTo>
                    <a:pt x="1388841" y="619638"/>
                    <a:pt x="1466296" y="584960"/>
                    <a:pt x="1522363" y="528894"/>
                  </a:cubicBezTo>
                  <a:close/>
                </a:path>
              </a:pathLst>
            </a:custGeom>
            <a:solidFill>
              <a:srgbClr val="D28F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6" name="Forme libre : forme 35">
              <a:extLst>
                <a:ext uri="{FF2B5EF4-FFF2-40B4-BE49-F238E27FC236}">
                  <a16:creationId xmlns:a16="http://schemas.microsoft.com/office/drawing/2014/main" id="{7C001E8B-D41B-9F6A-F493-749D526FADB8}"/>
                </a:ext>
              </a:extLst>
            </p:cNvPr>
            <p:cNvSpPr/>
            <p:nvPr/>
          </p:nvSpPr>
          <p:spPr bwMode="ltGray">
            <a:xfrm rot="2700000" flipH="1" flipV="1">
              <a:off x="5225624" y="2180104"/>
              <a:ext cx="812061" cy="2114061"/>
            </a:xfrm>
            <a:custGeom>
              <a:avLst/>
              <a:gdLst>
                <a:gd name="connsiteX0" fmla="*/ 91506 w 619638"/>
                <a:gd name="connsiteY0" fmla="*/ 1613119 h 1613119"/>
                <a:gd name="connsiteX1" fmla="*/ 54289 w 619638"/>
                <a:gd name="connsiteY1" fmla="*/ 1568012 h 1613119"/>
                <a:gd name="connsiteX2" fmla="*/ 1377 w 619638"/>
                <a:gd name="connsiteY2" fmla="*/ 1394790 h 1613119"/>
                <a:gd name="connsiteX3" fmla="*/ 311196 w 619638"/>
                <a:gd name="connsiteY3" fmla="*/ 1084971 h 1613119"/>
                <a:gd name="connsiteX4" fmla="*/ 619638 w 619638"/>
                <a:gd name="connsiteY4" fmla="*/ 1084971 h 1613119"/>
                <a:gd name="connsiteX5" fmla="*/ 619638 w 619638"/>
                <a:gd name="connsiteY5" fmla="*/ 309818 h 1613119"/>
                <a:gd name="connsiteX6" fmla="*/ 309819 w 619638"/>
                <a:gd name="connsiteY6" fmla="*/ 0 h 1613119"/>
                <a:gd name="connsiteX7" fmla="*/ 1 w 619638"/>
                <a:gd name="connsiteY7" fmla="*/ 309818 h 1613119"/>
                <a:gd name="connsiteX8" fmla="*/ 1 w 619638"/>
                <a:gd name="connsiteY8" fmla="*/ 1393416 h 1613119"/>
                <a:gd name="connsiteX9" fmla="*/ 90744 w 619638"/>
                <a:gd name="connsiteY9" fmla="*/ 1612491 h 1613119"/>
                <a:gd name="connsiteX10" fmla="*/ 91506 w 619638"/>
                <a:gd name="connsiteY10" fmla="*/ 1613119 h 1613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638" h="1613119">
                  <a:moveTo>
                    <a:pt x="91506" y="1613119"/>
                  </a:moveTo>
                  <a:lnTo>
                    <a:pt x="54289" y="1568012"/>
                  </a:lnTo>
                  <a:cubicBezTo>
                    <a:pt x="20883" y="1518565"/>
                    <a:pt x="1377" y="1458955"/>
                    <a:pt x="1377" y="1394790"/>
                  </a:cubicBezTo>
                  <a:cubicBezTo>
                    <a:pt x="1377" y="1223682"/>
                    <a:pt x="140088" y="1084971"/>
                    <a:pt x="311196" y="1084971"/>
                  </a:cubicBezTo>
                  <a:lnTo>
                    <a:pt x="619638" y="1084971"/>
                  </a:lnTo>
                  <a:lnTo>
                    <a:pt x="619638" y="309818"/>
                  </a:lnTo>
                  <a:cubicBezTo>
                    <a:pt x="619637" y="138711"/>
                    <a:pt x="480926" y="0"/>
                    <a:pt x="309819" y="0"/>
                  </a:cubicBezTo>
                  <a:cubicBezTo>
                    <a:pt x="138711" y="0"/>
                    <a:pt x="0" y="138711"/>
                    <a:pt x="1" y="309818"/>
                  </a:cubicBezTo>
                  <a:lnTo>
                    <a:pt x="1" y="1393416"/>
                  </a:lnTo>
                  <a:cubicBezTo>
                    <a:pt x="0" y="1478970"/>
                    <a:pt x="34678" y="1556424"/>
                    <a:pt x="90744" y="1612491"/>
                  </a:cubicBezTo>
                  <a:lnTo>
                    <a:pt x="91506" y="1613119"/>
                  </a:lnTo>
                  <a:close/>
                </a:path>
              </a:pathLst>
            </a:custGeom>
            <a:solidFill>
              <a:srgbClr val="D28F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7" name="Forme libre : forme 36">
              <a:extLst>
                <a:ext uri="{FF2B5EF4-FFF2-40B4-BE49-F238E27FC236}">
                  <a16:creationId xmlns:a16="http://schemas.microsoft.com/office/drawing/2014/main" id="{4EB567F1-7C92-A65F-F36C-5072A5C37640}"/>
                </a:ext>
              </a:extLst>
            </p:cNvPr>
            <p:cNvSpPr/>
            <p:nvPr/>
          </p:nvSpPr>
          <p:spPr bwMode="ltGray">
            <a:xfrm rot="2700000" flipH="1" flipV="1">
              <a:off x="3857120" y="2286892"/>
              <a:ext cx="810256" cy="810261"/>
            </a:xfrm>
            <a:custGeom>
              <a:avLst/>
              <a:gdLst>
                <a:gd name="connsiteX0" fmla="*/ 527517 w 618261"/>
                <a:gd name="connsiteY0" fmla="*/ 527520 h 618264"/>
                <a:gd name="connsiteX1" fmla="*/ 618261 w 618261"/>
                <a:gd name="connsiteY1" fmla="*/ 308445 h 618264"/>
                <a:gd name="connsiteX2" fmla="*/ 618261 w 618261"/>
                <a:gd name="connsiteY2" fmla="*/ 0 h 618264"/>
                <a:gd name="connsiteX3" fmla="*/ 309819 w 618261"/>
                <a:gd name="connsiteY3" fmla="*/ 0 h 618264"/>
                <a:gd name="connsiteX4" fmla="*/ 0 w 618261"/>
                <a:gd name="connsiteY4" fmla="*/ 309819 h 618264"/>
                <a:gd name="connsiteX5" fmla="*/ 52912 w 618261"/>
                <a:gd name="connsiteY5" fmla="*/ 483041 h 618264"/>
                <a:gd name="connsiteX6" fmla="*/ 90129 w 618261"/>
                <a:gd name="connsiteY6" fmla="*/ 528148 h 618264"/>
                <a:gd name="connsiteX7" fmla="*/ 135220 w 618261"/>
                <a:gd name="connsiteY7" fmla="*/ 565351 h 618264"/>
                <a:gd name="connsiteX8" fmla="*/ 308442 w 618261"/>
                <a:gd name="connsiteY8" fmla="*/ 618264 h 618264"/>
                <a:gd name="connsiteX9" fmla="*/ 527517 w 618261"/>
                <a:gd name="connsiteY9" fmla="*/ 527520 h 61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261" h="618264">
                  <a:moveTo>
                    <a:pt x="527517" y="527520"/>
                  </a:moveTo>
                  <a:cubicBezTo>
                    <a:pt x="583583" y="471454"/>
                    <a:pt x="618261" y="393999"/>
                    <a:pt x="618261" y="308445"/>
                  </a:cubicBezTo>
                  <a:lnTo>
                    <a:pt x="618261" y="0"/>
                  </a:lnTo>
                  <a:lnTo>
                    <a:pt x="309819" y="0"/>
                  </a:lnTo>
                  <a:cubicBezTo>
                    <a:pt x="138711" y="0"/>
                    <a:pt x="0" y="138711"/>
                    <a:pt x="0" y="309819"/>
                  </a:cubicBezTo>
                  <a:cubicBezTo>
                    <a:pt x="0" y="373984"/>
                    <a:pt x="19506" y="433594"/>
                    <a:pt x="52912" y="483041"/>
                  </a:cubicBezTo>
                  <a:lnTo>
                    <a:pt x="90129" y="528148"/>
                  </a:lnTo>
                  <a:lnTo>
                    <a:pt x="135220" y="565351"/>
                  </a:lnTo>
                  <a:cubicBezTo>
                    <a:pt x="184667" y="598757"/>
                    <a:pt x="244277" y="618264"/>
                    <a:pt x="308442" y="618264"/>
                  </a:cubicBezTo>
                  <a:cubicBezTo>
                    <a:pt x="393996" y="618264"/>
                    <a:pt x="471451" y="583586"/>
                    <a:pt x="527517" y="52752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8" name="Forme libre : forme 37">
              <a:extLst>
                <a:ext uri="{FF2B5EF4-FFF2-40B4-BE49-F238E27FC236}">
                  <a16:creationId xmlns:a16="http://schemas.microsoft.com/office/drawing/2014/main" id="{AB6C9D11-55DC-ECB4-FEFE-8B7F4F458616}"/>
                </a:ext>
              </a:extLst>
            </p:cNvPr>
            <p:cNvSpPr/>
            <p:nvPr/>
          </p:nvSpPr>
          <p:spPr bwMode="ltGray">
            <a:xfrm rot="2700000" flipH="1" flipV="1">
              <a:off x="2661386" y="1740877"/>
              <a:ext cx="2114041" cy="812062"/>
            </a:xfrm>
            <a:custGeom>
              <a:avLst/>
              <a:gdLst>
                <a:gd name="connsiteX0" fmla="*/ 1522363 w 1613106"/>
                <a:gd name="connsiteY0" fmla="*/ 528894 h 619638"/>
                <a:gd name="connsiteX1" fmla="*/ 1613106 w 1613106"/>
                <a:gd name="connsiteY1" fmla="*/ 309819 h 619638"/>
                <a:gd name="connsiteX2" fmla="*/ 1303287 w 1613106"/>
                <a:gd name="connsiteY2" fmla="*/ 0 h 619638"/>
                <a:gd name="connsiteX3" fmla="*/ 528132 w 1613106"/>
                <a:gd name="connsiteY3" fmla="*/ 0 h 619638"/>
                <a:gd name="connsiteX4" fmla="*/ 528132 w 1613106"/>
                <a:gd name="connsiteY4" fmla="*/ 308445 h 619638"/>
                <a:gd name="connsiteX5" fmla="*/ 218313 w 1613106"/>
                <a:gd name="connsiteY5" fmla="*/ 618264 h 619638"/>
                <a:gd name="connsiteX6" fmla="*/ 45091 w 1613106"/>
                <a:gd name="connsiteY6" fmla="*/ 565351 h 619638"/>
                <a:gd name="connsiteX7" fmla="*/ 0 w 1613106"/>
                <a:gd name="connsiteY7" fmla="*/ 528148 h 619638"/>
                <a:gd name="connsiteX8" fmla="*/ 615 w 1613106"/>
                <a:gd name="connsiteY8" fmla="*/ 528894 h 619638"/>
                <a:gd name="connsiteX9" fmla="*/ 219690 w 1613106"/>
                <a:gd name="connsiteY9" fmla="*/ 619638 h 619638"/>
                <a:gd name="connsiteX10" fmla="*/ 1303287 w 1613106"/>
                <a:gd name="connsiteY10" fmla="*/ 619638 h 619638"/>
                <a:gd name="connsiteX11" fmla="*/ 1522363 w 1613106"/>
                <a:gd name="connsiteY11" fmla="*/ 528894 h 61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3106" h="619638">
                  <a:moveTo>
                    <a:pt x="1522363" y="528894"/>
                  </a:moveTo>
                  <a:cubicBezTo>
                    <a:pt x="1578428" y="472828"/>
                    <a:pt x="1613106" y="395373"/>
                    <a:pt x="1613106" y="309819"/>
                  </a:cubicBezTo>
                  <a:cubicBezTo>
                    <a:pt x="1613106" y="138711"/>
                    <a:pt x="1474395" y="0"/>
                    <a:pt x="1303287" y="0"/>
                  </a:cubicBezTo>
                  <a:lnTo>
                    <a:pt x="528132" y="0"/>
                  </a:lnTo>
                  <a:lnTo>
                    <a:pt x="528132" y="308445"/>
                  </a:lnTo>
                  <a:cubicBezTo>
                    <a:pt x="528132" y="479553"/>
                    <a:pt x="389421" y="618264"/>
                    <a:pt x="218313" y="618264"/>
                  </a:cubicBezTo>
                  <a:cubicBezTo>
                    <a:pt x="154148" y="618264"/>
                    <a:pt x="94538" y="598757"/>
                    <a:pt x="45091" y="565351"/>
                  </a:cubicBezTo>
                  <a:lnTo>
                    <a:pt x="0" y="528148"/>
                  </a:lnTo>
                  <a:lnTo>
                    <a:pt x="615" y="528894"/>
                  </a:lnTo>
                  <a:cubicBezTo>
                    <a:pt x="56681" y="584960"/>
                    <a:pt x="134136" y="619638"/>
                    <a:pt x="219690" y="619638"/>
                  </a:cubicBezTo>
                  <a:lnTo>
                    <a:pt x="1303287" y="619638"/>
                  </a:lnTo>
                  <a:cubicBezTo>
                    <a:pt x="1388841" y="619638"/>
                    <a:pt x="1466296" y="584960"/>
                    <a:pt x="1522363" y="528894"/>
                  </a:cubicBezTo>
                  <a:close/>
                </a:path>
              </a:pathLst>
            </a:custGeom>
            <a:solidFill>
              <a:srgbClr val="D28F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9" name="Forme libre : forme 38">
              <a:extLst>
                <a:ext uri="{FF2B5EF4-FFF2-40B4-BE49-F238E27FC236}">
                  <a16:creationId xmlns:a16="http://schemas.microsoft.com/office/drawing/2014/main" id="{B45D9DE3-533D-9B2A-5E7C-5C5E96305BA1}"/>
                </a:ext>
              </a:extLst>
            </p:cNvPr>
            <p:cNvSpPr/>
            <p:nvPr/>
          </p:nvSpPr>
          <p:spPr bwMode="ltGray">
            <a:xfrm rot="2700000" flipH="1" flipV="1">
              <a:off x="3312386" y="2180104"/>
              <a:ext cx="812061" cy="2114061"/>
            </a:xfrm>
            <a:custGeom>
              <a:avLst/>
              <a:gdLst>
                <a:gd name="connsiteX0" fmla="*/ 91506 w 619638"/>
                <a:gd name="connsiteY0" fmla="*/ 1613119 h 1613119"/>
                <a:gd name="connsiteX1" fmla="*/ 54289 w 619638"/>
                <a:gd name="connsiteY1" fmla="*/ 1568012 h 1613119"/>
                <a:gd name="connsiteX2" fmla="*/ 1377 w 619638"/>
                <a:gd name="connsiteY2" fmla="*/ 1394790 h 1613119"/>
                <a:gd name="connsiteX3" fmla="*/ 311196 w 619638"/>
                <a:gd name="connsiteY3" fmla="*/ 1084971 h 1613119"/>
                <a:gd name="connsiteX4" fmla="*/ 619638 w 619638"/>
                <a:gd name="connsiteY4" fmla="*/ 1084971 h 1613119"/>
                <a:gd name="connsiteX5" fmla="*/ 619638 w 619638"/>
                <a:gd name="connsiteY5" fmla="*/ 309818 h 1613119"/>
                <a:gd name="connsiteX6" fmla="*/ 309819 w 619638"/>
                <a:gd name="connsiteY6" fmla="*/ 0 h 1613119"/>
                <a:gd name="connsiteX7" fmla="*/ 1 w 619638"/>
                <a:gd name="connsiteY7" fmla="*/ 309818 h 1613119"/>
                <a:gd name="connsiteX8" fmla="*/ 1 w 619638"/>
                <a:gd name="connsiteY8" fmla="*/ 1393416 h 1613119"/>
                <a:gd name="connsiteX9" fmla="*/ 90744 w 619638"/>
                <a:gd name="connsiteY9" fmla="*/ 1612491 h 1613119"/>
                <a:gd name="connsiteX10" fmla="*/ 91506 w 619638"/>
                <a:gd name="connsiteY10" fmla="*/ 1613119 h 1613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638" h="1613119">
                  <a:moveTo>
                    <a:pt x="91506" y="1613119"/>
                  </a:moveTo>
                  <a:lnTo>
                    <a:pt x="54289" y="1568012"/>
                  </a:lnTo>
                  <a:cubicBezTo>
                    <a:pt x="20883" y="1518565"/>
                    <a:pt x="1377" y="1458955"/>
                    <a:pt x="1377" y="1394790"/>
                  </a:cubicBezTo>
                  <a:cubicBezTo>
                    <a:pt x="1377" y="1223682"/>
                    <a:pt x="140088" y="1084971"/>
                    <a:pt x="311196" y="1084971"/>
                  </a:cubicBezTo>
                  <a:lnTo>
                    <a:pt x="619638" y="1084971"/>
                  </a:lnTo>
                  <a:lnTo>
                    <a:pt x="619638" y="309818"/>
                  </a:lnTo>
                  <a:cubicBezTo>
                    <a:pt x="619637" y="138711"/>
                    <a:pt x="480926" y="0"/>
                    <a:pt x="309819" y="0"/>
                  </a:cubicBezTo>
                  <a:cubicBezTo>
                    <a:pt x="138711" y="0"/>
                    <a:pt x="0" y="138711"/>
                    <a:pt x="1" y="309818"/>
                  </a:cubicBezTo>
                  <a:lnTo>
                    <a:pt x="1" y="1393416"/>
                  </a:lnTo>
                  <a:cubicBezTo>
                    <a:pt x="0" y="1478970"/>
                    <a:pt x="34678" y="1556424"/>
                    <a:pt x="90744" y="1612491"/>
                  </a:cubicBezTo>
                  <a:lnTo>
                    <a:pt x="91506" y="1613119"/>
                  </a:lnTo>
                  <a:close/>
                </a:path>
              </a:pathLst>
            </a:custGeom>
            <a:solidFill>
              <a:srgbClr val="D28F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</p:grpSp>
      <p:sp>
        <p:nvSpPr>
          <p:cNvPr id="40" name="Forme libre : forme 39">
            <a:extLst>
              <a:ext uri="{FF2B5EF4-FFF2-40B4-BE49-F238E27FC236}">
                <a16:creationId xmlns:a16="http://schemas.microsoft.com/office/drawing/2014/main" id="{ABB91EFA-4277-140E-CE94-A5FA606FBF58}"/>
              </a:ext>
            </a:extLst>
          </p:cNvPr>
          <p:cNvSpPr/>
          <p:nvPr userDrawn="1"/>
        </p:nvSpPr>
        <p:spPr>
          <a:xfrm flipH="1" flipV="1">
            <a:off x="0" y="2607724"/>
            <a:ext cx="1245653" cy="812062"/>
          </a:xfrm>
          <a:custGeom>
            <a:avLst/>
            <a:gdLst>
              <a:gd name="connsiteX0" fmla="*/ 1245653 w 1245653"/>
              <a:gd name="connsiteY0" fmla="*/ 812062 h 812062"/>
              <a:gd name="connsiteX1" fmla="*/ 406031 w 1245653"/>
              <a:gd name="connsiteY1" fmla="*/ 812062 h 812062"/>
              <a:gd name="connsiteX2" fmla="*/ 0 w 1245653"/>
              <a:gd name="connsiteY2" fmla="*/ 406031 h 812062"/>
              <a:gd name="connsiteX3" fmla="*/ 406031 w 1245653"/>
              <a:gd name="connsiteY3" fmla="*/ 0 h 812062"/>
              <a:gd name="connsiteX4" fmla="*/ 1245653 w 1245653"/>
              <a:gd name="connsiteY4" fmla="*/ 0 h 812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653" h="812062">
                <a:moveTo>
                  <a:pt x="1245653" y="812062"/>
                </a:moveTo>
                <a:lnTo>
                  <a:pt x="406031" y="812062"/>
                </a:lnTo>
                <a:cubicBezTo>
                  <a:pt x="181786" y="812062"/>
                  <a:pt x="0" y="630276"/>
                  <a:pt x="0" y="406031"/>
                </a:cubicBezTo>
                <a:cubicBezTo>
                  <a:pt x="0" y="181786"/>
                  <a:pt x="181786" y="0"/>
                  <a:pt x="406031" y="0"/>
                </a:cubicBezTo>
                <a:lnTo>
                  <a:pt x="1245653" y="0"/>
                </a:lnTo>
                <a:close/>
              </a:path>
            </a:pathLst>
          </a:custGeom>
          <a:solidFill>
            <a:srgbClr val="D28F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43" name="Espace réservé du texte 41">
            <a:extLst>
              <a:ext uri="{FF2B5EF4-FFF2-40B4-BE49-F238E27FC236}">
                <a16:creationId xmlns:a16="http://schemas.microsoft.com/office/drawing/2014/main" id="{D6310C2F-1AD9-A7E9-22AB-530D4FC1B2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4379856" y="2752876"/>
            <a:ext cx="227626" cy="492443"/>
          </a:xfrm>
        </p:spPr>
        <p:txBody>
          <a:bodyPr wrap="none" anchor="ctr"/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32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825976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 Chapitre Violet">
    <p:bg bwMode="lt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662F456-3002-4E4E-AD3F-ECB3B309C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DFEB3-5516-4F20-A9A0-1BE8DA6AA0BB}" type="datetime1">
              <a:rPr lang="fr-FR" smtClean="0"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C24024C-0B31-8242-FED6-44007ABF6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CED75C-CA95-9196-9D59-F6426436C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23517" y="6346492"/>
            <a:ext cx="344966" cy="200055"/>
          </a:xfrm>
          <a:prstGeom prst="rect">
            <a:avLst/>
          </a:prstGeom>
        </p:spPr>
        <p:txBody>
          <a:bodyPr/>
          <a:lstStyle/>
          <a:p>
            <a:fld id="{12EA5F4A-9FB0-4812-AB35-92F9E0180226}" type="slidenum">
              <a:rPr lang="fr-FR" smtClean="0"/>
              <a:t>‹#›</a:t>
            </a:fld>
            <a:endParaRPr lang="fr-FR"/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8DCF80C4-AEC6-F9E5-EE3C-D1BC880BE2A7}"/>
              </a:ext>
            </a:extLst>
          </p:cNvPr>
          <p:cNvSpPr/>
          <p:nvPr userDrawn="1"/>
        </p:nvSpPr>
        <p:spPr>
          <a:xfrm>
            <a:off x="528320" y="284480"/>
            <a:ext cx="1254760" cy="5076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Espace réservé du texte 41">
            <a:extLst>
              <a:ext uri="{FF2B5EF4-FFF2-40B4-BE49-F238E27FC236}">
                <a16:creationId xmlns:a16="http://schemas.microsoft.com/office/drawing/2014/main" id="{1DF3F27F-9E2B-007E-6B17-152BE2AC25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58934" y="2209607"/>
            <a:ext cx="5404516" cy="184665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4000" b="1" cap="all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fr-FR"/>
              <a:t>Titre de la partie </a:t>
            </a:r>
            <a:br>
              <a:rPr lang="fr-FR"/>
            </a:br>
            <a:r>
              <a:rPr lang="fr-FR"/>
              <a:t>sur deux lignes </a:t>
            </a:r>
            <a:br>
              <a:rPr lang="fr-FR"/>
            </a:br>
            <a:r>
              <a:rPr lang="fr-FR"/>
              <a:t>de texte ou plus</a:t>
            </a:r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EA95659F-0BB6-F493-859F-DB5C4FBBA2EB}"/>
              </a:ext>
            </a:extLst>
          </p:cNvPr>
          <p:cNvGrpSpPr/>
          <p:nvPr userDrawn="1"/>
        </p:nvGrpSpPr>
        <p:grpSpPr>
          <a:xfrm>
            <a:off x="993452" y="1411620"/>
            <a:ext cx="4027299" cy="2553278"/>
            <a:chOff x="2661386" y="1089887"/>
            <a:chExt cx="4027299" cy="2553278"/>
          </a:xfrm>
        </p:grpSpPr>
        <p:sp>
          <p:nvSpPr>
            <p:cNvPr id="33" name="Forme libre : forme 32">
              <a:extLst>
                <a:ext uri="{FF2B5EF4-FFF2-40B4-BE49-F238E27FC236}">
                  <a16:creationId xmlns:a16="http://schemas.microsoft.com/office/drawing/2014/main" id="{D03BE014-8CB9-66C9-5500-8133176CBDC8}"/>
                </a:ext>
              </a:extLst>
            </p:cNvPr>
            <p:cNvSpPr/>
            <p:nvPr/>
          </p:nvSpPr>
          <p:spPr>
            <a:xfrm rot="2700000" flipH="1" flipV="1">
              <a:off x="5770359" y="2286892"/>
              <a:ext cx="810256" cy="810261"/>
            </a:xfrm>
            <a:custGeom>
              <a:avLst/>
              <a:gdLst>
                <a:gd name="connsiteX0" fmla="*/ 527517 w 618261"/>
                <a:gd name="connsiteY0" fmla="*/ 527520 h 618264"/>
                <a:gd name="connsiteX1" fmla="*/ 618261 w 618261"/>
                <a:gd name="connsiteY1" fmla="*/ 308445 h 618264"/>
                <a:gd name="connsiteX2" fmla="*/ 618261 w 618261"/>
                <a:gd name="connsiteY2" fmla="*/ 0 h 618264"/>
                <a:gd name="connsiteX3" fmla="*/ 309819 w 618261"/>
                <a:gd name="connsiteY3" fmla="*/ 0 h 618264"/>
                <a:gd name="connsiteX4" fmla="*/ 0 w 618261"/>
                <a:gd name="connsiteY4" fmla="*/ 309819 h 618264"/>
                <a:gd name="connsiteX5" fmla="*/ 52912 w 618261"/>
                <a:gd name="connsiteY5" fmla="*/ 483041 h 618264"/>
                <a:gd name="connsiteX6" fmla="*/ 90129 w 618261"/>
                <a:gd name="connsiteY6" fmla="*/ 528148 h 618264"/>
                <a:gd name="connsiteX7" fmla="*/ 135220 w 618261"/>
                <a:gd name="connsiteY7" fmla="*/ 565351 h 618264"/>
                <a:gd name="connsiteX8" fmla="*/ 308442 w 618261"/>
                <a:gd name="connsiteY8" fmla="*/ 618264 h 618264"/>
                <a:gd name="connsiteX9" fmla="*/ 527517 w 618261"/>
                <a:gd name="connsiteY9" fmla="*/ 527520 h 61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261" h="618264">
                  <a:moveTo>
                    <a:pt x="527517" y="527520"/>
                  </a:moveTo>
                  <a:cubicBezTo>
                    <a:pt x="583583" y="471454"/>
                    <a:pt x="618261" y="393999"/>
                    <a:pt x="618261" y="308445"/>
                  </a:cubicBezTo>
                  <a:lnTo>
                    <a:pt x="618261" y="0"/>
                  </a:lnTo>
                  <a:lnTo>
                    <a:pt x="309819" y="0"/>
                  </a:lnTo>
                  <a:cubicBezTo>
                    <a:pt x="138711" y="0"/>
                    <a:pt x="0" y="138711"/>
                    <a:pt x="0" y="309819"/>
                  </a:cubicBezTo>
                  <a:cubicBezTo>
                    <a:pt x="0" y="373984"/>
                    <a:pt x="19506" y="433594"/>
                    <a:pt x="52912" y="483041"/>
                  </a:cubicBezTo>
                  <a:lnTo>
                    <a:pt x="90129" y="528148"/>
                  </a:lnTo>
                  <a:lnTo>
                    <a:pt x="135220" y="565351"/>
                  </a:lnTo>
                  <a:cubicBezTo>
                    <a:pt x="184667" y="598757"/>
                    <a:pt x="244277" y="618264"/>
                    <a:pt x="308442" y="618264"/>
                  </a:cubicBezTo>
                  <a:cubicBezTo>
                    <a:pt x="393996" y="618264"/>
                    <a:pt x="471451" y="583586"/>
                    <a:pt x="527517" y="52752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5" name="Forme libre : forme 34">
              <a:extLst>
                <a:ext uri="{FF2B5EF4-FFF2-40B4-BE49-F238E27FC236}">
                  <a16:creationId xmlns:a16="http://schemas.microsoft.com/office/drawing/2014/main" id="{99E33D33-12DD-A7D6-1935-3B9DCA902580}"/>
                </a:ext>
              </a:extLst>
            </p:cNvPr>
            <p:cNvSpPr/>
            <p:nvPr/>
          </p:nvSpPr>
          <p:spPr>
            <a:xfrm rot="2700000" flipH="1" flipV="1">
              <a:off x="4574625" y="1740877"/>
              <a:ext cx="2114041" cy="812062"/>
            </a:xfrm>
            <a:custGeom>
              <a:avLst/>
              <a:gdLst>
                <a:gd name="connsiteX0" fmla="*/ 1522363 w 1613106"/>
                <a:gd name="connsiteY0" fmla="*/ 528894 h 619638"/>
                <a:gd name="connsiteX1" fmla="*/ 1613106 w 1613106"/>
                <a:gd name="connsiteY1" fmla="*/ 309819 h 619638"/>
                <a:gd name="connsiteX2" fmla="*/ 1303287 w 1613106"/>
                <a:gd name="connsiteY2" fmla="*/ 0 h 619638"/>
                <a:gd name="connsiteX3" fmla="*/ 528132 w 1613106"/>
                <a:gd name="connsiteY3" fmla="*/ 0 h 619638"/>
                <a:gd name="connsiteX4" fmla="*/ 528132 w 1613106"/>
                <a:gd name="connsiteY4" fmla="*/ 308445 h 619638"/>
                <a:gd name="connsiteX5" fmla="*/ 218313 w 1613106"/>
                <a:gd name="connsiteY5" fmla="*/ 618264 h 619638"/>
                <a:gd name="connsiteX6" fmla="*/ 45091 w 1613106"/>
                <a:gd name="connsiteY6" fmla="*/ 565351 h 619638"/>
                <a:gd name="connsiteX7" fmla="*/ 0 w 1613106"/>
                <a:gd name="connsiteY7" fmla="*/ 528148 h 619638"/>
                <a:gd name="connsiteX8" fmla="*/ 615 w 1613106"/>
                <a:gd name="connsiteY8" fmla="*/ 528894 h 619638"/>
                <a:gd name="connsiteX9" fmla="*/ 219690 w 1613106"/>
                <a:gd name="connsiteY9" fmla="*/ 619638 h 619638"/>
                <a:gd name="connsiteX10" fmla="*/ 1303287 w 1613106"/>
                <a:gd name="connsiteY10" fmla="*/ 619638 h 619638"/>
                <a:gd name="connsiteX11" fmla="*/ 1522363 w 1613106"/>
                <a:gd name="connsiteY11" fmla="*/ 528894 h 61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3106" h="619638">
                  <a:moveTo>
                    <a:pt x="1522363" y="528894"/>
                  </a:moveTo>
                  <a:cubicBezTo>
                    <a:pt x="1578428" y="472828"/>
                    <a:pt x="1613106" y="395373"/>
                    <a:pt x="1613106" y="309819"/>
                  </a:cubicBezTo>
                  <a:cubicBezTo>
                    <a:pt x="1613106" y="138711"/>
                    <a:pt x="1474395" y="0"/>
                    <a:pt x="1303287" y="0"/>
                  </a:cubicBezTo>
                  <a:lnTo>
                    <a:pt x="528132" y="0"/>
                  </a:lnTo>
                  <a:lnTo>
                    <a:pt x="528132" y="308445"/>
                  </a:lnTo>
                  <a:cubicBezTo>
                    <a:pt x="528132" y="479553"/>
                    <a:pt x="389421" y="618264"/>
                    <a:pt x="218313" y="618264"/>
                  </a:cubicBezTo>
                  <a:cubicBezTo>
                    <a:pt x="154148" y="618264"/>
                    <a:pt x="94538" y="598757"/>
                    <a:pt x="45091" y="565351"/>
                  </a:cubicBezTo>
                  <a:lnTo>
                    <a:pt x="0" y="528148"/>
                  </a:lnTo>
                  <a:lnTo>
                    <a:pt x="615" y="528894"/>
                  </a:lnTo>
                  <a:cubicBezTo>
                    <a:pt x="56681" y="584960"/>
                    <a:pt x="134136" y="619638"/>
                    <a:pt x="219690" y="619638"/>
                  </a:cubicBezTo>
                  <a:lnTo>
                    <a:pt x="1303287" y="619638"/>
                  </a:lnTo>
                  <a:cubicBezTo>
                    <a:pt x="1388841" y="619638"/>
                    <a:pt x="1466296" y="584960"/>
                    <a:pt x="1522363" y="528894"/>
                  </a:cubicBezTo>
                  <a:close/>
                </a:path>
              </a:pathLst>
            </a:custGeom>
            <a:solidFill>
              <a:srgbClr val="BCD1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6" name="Forme libre : forme 35">
              <a:extLst>
                <a:ext uri="{FF2B5EF4-FFF2-40B4-BE49-F238E27FC236}">
                  <a16:creationId xmlns:a16="http://schemas.microsoft.com/office/drawing/2014/main" id="{7C001E8B-D41B-9F6A-F493-749D526FADB8}"/>
                </a:ext>
              </a:extLst>
            </p:cNvPr>
            <p:cNvSpPr/>
            <p:nvPr/>
          </p:nvSpPr>
          <p:spPr>
            <a:xfrm rot="2700000" flipH="1" flipV="1">
              <a:off x="5225624" y="2180104"/>
              <a:ext cx="812061" cy="2114061"/>
            </a:xfrm>
            <a:custGeom>
              <a:avLst/>
              <a:gdLst>
                <a:gd name="connsiteX0" fmla="*/ 91506 w 619638"/>
                <a:gd name="connsiteY0" fmla="*/ 1613119 h 1613119"/>
                <a:gd name="connsiteX1" fmla="*/ 54289 w 619638"/>
                <a:gd name="connsiteY1" fmla="*/ 1568012 h 1613119"/>
                <a:gd name="connsiteX2" fmla="*/ 1377 w 619638"/>
                <a:gd name="connsiteY2" fmla="*/ 1394790 h 1613119"/>
                <a:gd name="connsiteX3" fmla="*/ 311196 w 619638"/>
                <a:gd name="connsiteY3" fmla="*/ 1084971 h 1613119"/>
                <a:gd name="connsiteX4" fmla="*/ 619638 w 619638"/>
                <a:gd name="connsiteY4" fmla="*/ 1084971 h 1613119"/>
                <a:gd name="connsiteX5" fmla="*/ 619638 w 619638"/>
                <a:gd name="connsiteY5" fmla="*/ 309818 h 1613119"/>
                <a:gd name="connsiteX6" fmla="*/ 309819 w 619638"/>
                <a:gd name="connsiteY6" fmla="*/ 0 h 1613119"/>
                <a:gd name="connsiteX7" fmla="*/ 1 w 619638"/>
                <a:gd name="connsiteY7" fmla="*/ 309818 h 1613119"/>
                <a:gd name="connsiteX8" fmla="*/ 1 w 619638"/>
                <a:gd name="connsiteY8" fmla="*/ 1393416 h 1613119"/>
                <a:gd name="connsiteX9" fmla="*/ 90744 w 619638"/>
                <a:gd name="connsiteY9" fmla="*/ 1612491 h 1613119"/>
                <a:gd name="connsiteX10" fmla="*/ 91506 w 619638"/>
                <a:gd name="connsiteY10" fmla="*/ 1613119 h 1613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638" h="1613119">
                  <a:moveTo>
                    <a:pt x="91506" y="1613119"/>
                  </a:moveTo>
                  <a:lnTo>
                    <a:pt x="54289" y="1568012"/>
                  </a:lnTo>
                  <a:cubicBezTo>
                    <a:pt x="20883" y="1518565"/>
                    <a:pt x="1377" y="1458955"/>
                    <a:pt x="1377" y="1394790"/>
                  </a:cubicBezTo>
                  <a:cubicBezTo>
                    <a:pt x="1377" y="1223682"/>
                    <a:pt x="140088" y="1084971"/>
                    <a:pt x="311196" y="1084971"/>
                  </a:cubicBezTo>
                  <a:lnTo>
                    <a:pt x="619638" y="1084971"/>
                  </a:lnTo>
                  <a:lnTo>
                    <a:pt x="619638" y="309818"/>
                  </a:lnTo>
                  <a:cubicBezTo>
                    <a:pt x="619637" y="138711"/>
                    <a:pt x="480926" y="0"/>
                    <a:pt x="309819" y="0"/>
                  </a:cubicBezTo>
                  <a:cubicBezTo>
                    <a:pt x="138711" y="0"/>
                    <a:pt x="0" y="138711"/>
                    <a:pt x="1" y="309818"/>
                  </a:cubicBezTo>
                  <a:lnTo>
                    <a:pt x="1" y="1393416"/>
                  </a:lnTo>
                  <a:cubicBezTo>
                    <a:pt x="0" y="1478970"/>
                    <a:pt x="34678" y="1556424"/>
                    <a:pt x="90744" y="1612491"/>
                  </a:cubicBezTo>
                  <a:lnTo>
                    <a:pt x="91506" y="1613119"/>
                  </a:lnTo>
                  <a:close/>
                </a:path>
              </a:pathLst>
            </a:custGeom>
            <a:solidFill>
              <a:srgbClr val="BCD1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7" name="Forme libre : forme 36">
              <a:extLst>
                <a:ext uri="{FF2B5EF4-FFF2-40B4-BE49-F238E27FC236}">
                  <a16:creationId xmlns:a16="http://schemas.microsoft.com/office/drawing/2014/main" id="{4EB567F1-7C92-A65F-F36C-5072A5C37640}"/>
                </a:ext>
              </a:extLst>
            </p:cNvPr>
            <p:cNvSpPr/>
            <p:nvPr/>
          </p:nvSpPr>
          <p:spPr>
            <a:xfrm rot="2700000" flipH="1" flipV="1">
              <a:off x="3857120" y="2286892"/>
              <a:ext cx="810256" cy="810261"/>
            </a:xfrm>
            <a:custGeom>
              <a:avLst/>
              <a:gdLst>
                <a:gd name="connsiteX0" fmla="*/ 527517 w 618261"/>
                <a:gd name="connsiteY0" fmla="*/ 527520 h 618264"/>
                <a:gd name="connsiteX1" fmla="*/ 618261 w 618261"/>
                <a:gd name="connsiteY1" fmla="*/ 308445 h 618264"/>
                <a:gd name="connsiteX2" fmla="*/ 618261 w 618261"/>
                <a:gd name="connsiteY2" fmla="*/ 0 h 618264"/>
                <a:gd name="connsiteX3" fmla="*/ 309819 w 618261"/>
                <a:gd name="connsiteY3" fmla="*/ 0 h 618264"/>
                <a:gd name="connsiteX4" fmla="*/ 0 w 618261"/>
                <a:gd name="connsiteY4" fmla="*/ 309819 h 618264"/>
                <a:gd name="connsiteX5" fmla="*/ 52912 w 618261"/>
                <a:gd name="connsiteY5" fmla="*/ 483041 h 618264"/>
                <a:gd name="connsiteX6" fmla="*/ 90129 w 618261"/>
                <a:gd name="connsiteY6" fmla="*/ 528148 h 618264"/>
                <a:gd name="connsiteX7" fmla="*/ 135220 w 618261"/>
                <a:gd name="connsiteY7" fmla="*/ 565351 h 618264"/>
                <a:gd name="connsiteX8" fmla="*/ 308442 w 618261"/>
                <a:gd name="connsiteY8" fmla="*/ 618264 h 618264"/>
                <a:gd name="connsiteX9" fmla="*/ 527517 w 618261"/>
                <a:gd name="connsiteY9" fmla="*/ 527520 h 61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261" h="618264">
                  <a:moveTo>
                    <a:pt x="527517" y="527520"/>
                  </a:moveTo>
                  <a:cubicBezTo>
                    <a:pt x="583583" y="471454"/>
                    <a:pt x="618261" y="393999"/>
                    <a:pt x="618261" y="308445"/>
                  </a:cubicBezTo>
                  <a:lnTo>
                    <a:pt x="618261" y="0"/>
                  </a:lnTo>
                  <a:lnTo>
                    <a:pt x="309819" y="0"/>
                  </a:lnTo>
                  <a:cubicBezTo>
                    <a:pt x="138711" y="0"/>
                    <a:pt x="0" y="138711"/>
                    <a:pt x="0" y="309819"/>
                  </a:cubicBezTo>
                  <a:cubicBezTo>
                    <a:pt x="0" y="373984"/>
                    <a:pt x="19506" y="433594"/>
                    <a:pt x="52912" y="483041"/>
                  </a:cubicBezTo>
                  <a:lnTo>
                    <a:pt x="90129" y="528148"/>
                  </a:lnTo>
                  <a:lnTo>
                    <a:pt x="135220" y="565351"/>
                  </a:lnTo>
                  <a:cubicBezTo>
                    <a:pt x="184667" y="598757"/>
                    <a:pt x="244277" y="618264"/>
                    <a:pt x="308442" y="618264"/>
                  </a:cubicBezTo>
                  <a:cubicBezTo>
                    <a:pt x="393996" y="618264"/>
                    <a:pt x="471451" y="583586"/>
                    <a:pt x="527517" y="52752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8" name="Forme libre : forme 37">
              <a:extLst>
                <a:ext uri="{FF2B5EF4-FFF2-40B4-BE49-F238E27FC236}">
                  <a16:creationId xmlns:a16="http://schemas.microsoft.com/office/drawing/2014/main" id="{AB6C9D11-55DC-ECB4-FEFE-8B7F4F458616}"/>
                </a:ext>
              </a:extLst>
            </p:cNvPr>
            <p:cNvSpPr/>
            <p:nvPr/>
          </p:nvSpPr>
          <p:spPr>
            <a:xfrm rot="2700000" flipH="1" flipV="1">
              <a:off x="2661386" y="1740877"/>
              <a:ext cx="2114041" cy="812062"/>
            </a:xfrm>
            <a:custGeom>
              <a:avLst/>
              <a:gdLst>
                <a:gd name="connsiteX0" fmla="*/ 1522363 w 1613106"/>
                <a:gd name="connsiteY0" fmla="*/ 528894 h 619638"/>
                <a:gd name="connsiteX1" fmla="*/ 1613106 w 1613106"/>
                <a:gd name="connsiteY1" fmla="*/ 309819 h 619638"/>
                <a:gd name="connsiteX2" fmla="*/ 1303287 w 1613106"/>
                <a:gd name="connsiteY2" fmla="*/ 0 h 619638"/>
                <a:gd name="connsiteX3" fmla="*/ 528132 w 1613106"/>
                <a:gd name="connsiteY3" fmla="*/ 0 h 619638"/>
                <a:gd name="connsiteX4" fmla="*/ 528132 w 1613106"/>
                <a:gd name="connsiteY4" fmla="*/ 308445 h 619638"/>
                <a:gd name="connsiteX5" fmla="*/ 218313 w 1613106"/>
                <a:gd name="connsiteY5" fmla="*/ 618264 h 619638"/>
                <a:gd name="connsiteX6" fmla="*/ 45091 w 1613106"/>
                <a:gd name="connsiteY6" fmla="*/ 565351 h 619638"/>
                <a:gd name="connsiteX7" fmla="*/ 0 w 1613106"/>
                <a:gd name="connsiteY7" fmla="*/ 528148 h 619638"/>
                <a:gd name="connsiteX8" fmla="*/ 615 w 1613106"/>
                <a:gd name="connsiteY8" fmla="*/ 528894 h 619638"/>
                <a:gd name="connsiteX9" fmla="*/ 219690 w 1613106"/>
                <a:gd name="connsiteY9" fmla="*/ 619638 h 619638"/>
                <a:gd name="connsiteX10" fmla="*/ 1303287 w 1613106"/>
                <a:gd name="connsiteY10" fmla="*/ 619638 h 619638"/>
                <a:gd name="connsiteX11" fmla="*/ 1522363 w 1613106"/>
                <a:gd name="connsiteY11" fmla="*/ 528894 h 61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3106" h="619638">
                  <a:moveTo>
                    <a:pt x="1522363" y="528894"/>
                  </a:moveTo>
                  <a:cubicBezTo>
                    <a:pt x="1578428" y="472828"/>
                    <a:pt x="1613106" y="395373"/>
                    <a:pt x="1613106" y="309819"/>
                  </a:cubicBezTo>
                  <a:cubicBezTo>
                    <a:pt x="1613106" y="138711"/>
                    <a:pt x="1474395" y="0"/>
                    <a:pt x="1303287" y="0"/>
                  </a:cubicBezTo>
                  <a:lnTo>
                    <a:pt x="528132" y="0"/>
                  </a:lnTo>
                  <a:lnTo>
                    <a:pt x="528132" y="308445"/>
                  </a:lnTo>
                  <a:cubicBezTo>
                    <a:pt x="528132" y="479553"/>
                    <a:pt x="389421" y="618264"/>
                    <a:pt x="218313" y="618264"/>
                  </a:cubicBezTo>
                  <a:cubicBezTo>
                    <a:pt x="154148" y="618264"/>
                    <a:pt x="94538" y="598757"/>
                    <a:pt x="45091" y="565351"/>
                  </a:cubicBezTo>
                  <a:lnTo>
                    <a:pt x="0" y="528148"/>
                  </a:lnTo>
                  <a:lnTo>
                    <a:pt x="615" y="528894"/>
                  </a:lnTo>
                  <a:cubicBezTo>
                    <a:pt x="56681" y="584960"/>
                    <a:pt x="134136" y="619638"/>
                    <a:pt x="219690" y="619638"/>
                  </a:cubicBezTo>
                  <a:lnTo>
                    <a:pt x="1303287" y="619638"/>
                  </a:lnTo>
                  <a:cubicBezTo>
                    <a:pt x="1388841" y="619638"/>
                    <a:pt x="1466296" y="584960"/>
                    <a:pt x="1522363" y="528894"/>
                  </a:cubicBezTo>
                  <a:close/>
                </a:path>
              </a:pathLst>
            </a:custGeom>
            <a:solidFill>
              <a:srgbClr val="BCD1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9" name="Forme libre : forme 38">
              <a:extLst>
                <a:ext uri="{FF2B5EF4-FFF2-40B4-BE49-F238E27FC236}">
                  <a16:creationId xmlns:a16="http://schemas.microsoft.com/office/drawing/2014/main" id="{B45D9DE3-533D-9B2A-5E7C-5C5E96305BA1}"/>
                </a:ext>
              </a:extLst>
            </p:cNvPr>
            <p:cNvSpPr/>
            <p:nvPr/>
          </p:nvSpPr>
          <p:spPr>
            <a:xfrm rot="2700000" flipH="1" flipV="1">
              <a:off x="3312386" y="2180104"/>
              <a:ext cx="812061" cy="2114061"/>
            </a:xfrm>
            <a:custGeom>
              <a:avLst/>
              <a:gdLst>
                <a:gd name="connsiteX0" fmla="*/ 91506 w 619638"/>
                <a:gd name="connsiteY0" fmla="*/ 1613119 h 1613119"/>
                <a:gd name="connsiteX1" fmla="*/ 54289 w 619638"/>
                <a:gd name="connsiteY1" fmla="*/ 1568012 h 1613119"/>
                <a:gd name="connsiteX2" fmla="*/ 1377 w 619638"/>
                <a:gd name="connsiteY2" fmla="*/ 1394790 h 1613119"/>
                <a:gd name="connsiteX3" fmla="*/ 311196 w 619638"/>
                <a:gd name="connsiteY3" fmla="*/ 1084971 h 1613119"/>
                <a:gd name="connsiteX4" fmla="*/ 619638 w 619638"/>
                <a:gd name="connsiteY4" fmla="*/ 1084971 h 1613119"/>
                <a:gd name="connsiteX5" fmla="*/ 619638 w 619638"/>
                <a:gd name="connsiteY5" fmla="*/ 309818 h 1613119"/>
                <a:gd name="connsiteX6" fmla="*/ 309819 w 619638"/>
                <a:gd name="connsiteY6" fmla="*/ 0 h 1613119"/>
                <a:gd name="connsiteX7" fmla="*/ 1 w 619638"/>
                <a:gd name="connsiteY7" fmla="*/ 309818 h 1613119"/>
                <a:gd name="connsiteX8" fmla="*/ 1 w 619638"/>
                <a:gd name="connsiteY8" fmla="*/ 1393416 h 1613119"/>
                <a:gd name="connsiteX9" fmla="*/ 90744 w 619638"/>
                <a:gd name="connsiteY9" fmla="*/ 1612491 h 1613119"/>
                <a:gd name="connsiteX10" fmla="*/ 91506 w 619638"/>
                <a:gd name="connsiteY10" fmla="*/ 1613119 h 1613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638" h="1613119">
                  <a:moveTo>
                    <a:pt x="91506" y="1613119"/>
                  </a:moveTo>
                  <a:lnTo>
                    <a:pt x="54289" y="1568012"/>
                  </a:lnTo>
                  <a:cubicBezTo>
                    <a:pt x="20883" y="1518565"/>
                    <a:pt x="1377" y="1458955"/>
                    <a:pt x="1377" y="1394790"/>
                  </a:cubicBezTo>
                  <a:cubicBezTo>
                    <a:pt x="1377" y="1223682"/>
                    <a:pt x="140088" y="1084971"/>
                    <a:pt x="311196" y="1084971"/>
                  </a:cubicBezTo>
                  <a:lnTo>
                    <a:pt x="619638" y="1084971"/>
                  </a:lnTo>
                  <a:lnTo>
                    <a:pt x="619638" y="309818"/>
                  </a:lnTo>
                  <a:cubicBezTo>
                    <a:pt x="619637" y="138711"/>
                    <a:pt x="480926" y="0"/>
                    <a:pt x="309819" y="0"/>
                  </a:cubicBezTo>
                  <a:cubicBezTo>
                    <a:pt x="138711" y="0"/>
                    <a:pt x="0" y="138711"/>
                    <a:pt x="1" y="309818"/>
                  </a:cubicBezTo>
                  <a:lnTo>
                    <a:pt x="1" y="1393416"/>
                  </a:lnTo>
                  <a:cubicBezTo>
                    <a:pt x="0" y="1478970"/>
                    <a:pt x="34678" y="1556424"/>
                    <a:pt x="90744" y="1612491"/>
                  </a:cubicBezTo>
                  <a:lnTo>
                    <a:pt x="91506" y="1613119"/>
                  </a:lnTo>
                  <a:close/>
                </a:path>
              </a:pathLst>
            </a:custGeom>
            <a:solidFill>
              <a:srgbClr val="BCD1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</p:grpSp>
      <p:sp>
        <p:nvSpPr>
          <p:cNvPr id="40" name="Forme libre : forme 39">
            <a:extLst>
              <a:ext uri="{FF2B5EF4-FFF2-40B4-BE49-F238E27FC236}">
                <a16:creationId xmlns:a16="http://schemas.microsoft.com/office/drawing/2014/main" id="{ABB91EFA-4277-140E-CE94-A5FA606FBF58}"/>
              </a:ext>
            </a:extLst>
          </p:cNvPr>
          <p:cNvSpPr/>
          <p:nvPr userDrawn="1"/>
        </p:nvSpPr>
        <p:spPr>
          <a:xfrm flipH="1" flipV="1">
            <a:off x="0" y="2607724"/>
            <a:ext cx="1245653" cy="812062"/>
          </a:xfrm>
          <a:custGeom>
            <a:avLst/>
            <a:gdLst>
              <a:gd name="connsiteX0" fmla="*/ 1245653 w 1245653"/>
              <a:gd name="connsiteY0" fmla="*/ 812062 h 812062"/>
              <a:gd name="connsiteX1" fmla="*/ 406031 w 1245653"/>
              <a:gd name="connsiteY1" fmla="*/ 812062 h 812062"/>
              <a:gd name="connsiteX2" fmla="*/ 0 w 1245653"/>
              <a:gd name="connsiteY2" fmla="*/ 406031 h 812062"/>
              <a:gd name="connsiteX3" fmla="*/ 406031 w 1245653"/>
              <a:gd name="connsiteY3" fmla="*/ 0 h 812062"/>
              <a:gd name="connsiteX4" fmla="*/ 1245653 w 1245653"/>
              <a:gd name="connsiteY4" fmla="*/ 0 h 812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653" h="812062">
                <a:moveTo>
                  <a:pt x="1245653" y="812062"/>
                </a:moveTo>
                <a:lnTo>
                  <a:pt x="406031" y="812062"/>
                </a:lnTo>
                <a:cubicBezTo>
                  <a:pt x="181786" y="812062"/>
                  <a:pt x="0" y="630276"/>
                  <a:pt x="0" y="406031"/>
                </a:cubicBezTo>
                <a:cubicBezTo>
                  <a:pt x="0" y="181786"/>
                  <a:pt x="181786" y="0"/>
                  <a:pt x="406031" y="0"/>
                </a:cubicBezTo>
                <a:lnTo>
                  <a:pt x="1245653" y="0"/>
                </a:lnTo>
                <a:close/>
              </a:path>
            </a:pathLst>
          </a:custGeom>
          <a:solidFill>
            <a:srgbClr val="BCD1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43" name="Espace réservé du texte 41">
            <a:extLst>
              <a:ext uri="{FF2B5EF4-FFF2-40B4-BE49-F238E27FC236}">
                <a16:creationId xmlns:a16="http://schemas.microsoft.com/office/drawing/2014/main" id="{D6310C2F-1AD9-A7E9-22AB-530D4FC1B2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4379856" y="2752876"/>
            <a:ext cx="227626" cy="492443"/>
          </a:xfrm>
        </p:spPr>
        <p:txBody>
          <a:bodyPr wrap="none" anchor="ctr"/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32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27256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s Chapit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662F456-3002-4E4E-AD3F-ECB3B309C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DFEB3-5516-4F20-A9A0-1BE8DA6AA0BB}" type="datetime1">
              <a:rPr lang="fr-FR" smtClean="0"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C24024C-0B31-8242-FED6-44007ABF6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CED75C-CA95-9196-9D59-F6426436C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23517" y="6346492"/>
            <a:ext cx="344966" cy="200055"/>
          </a:xfrm>
          <a:prstGeom prst="rect">
            <a:avLst/>
          </a:prstGeom>
        </p:spPr>
        <p:txBody>
          <a:bodyPr/>
          <a:lstStyle/>
          <a:p>
            <a:fld id="{12EA5F4A-9FB0-4812-AB35-92F9E0180226}" type="slidenum">
              <a:rPr lang="fr-FR" smtClean="0"/>
              <a:t>‹#›</a:t>
            </a:fld>
            <a:endParaRPr lang="fr-FR"/>
          </a:p>
        </p:txBody>
      </p:sp>
      <p:sp>
        <p:nvSpPr>
          <p:cNvPr id="5" name="Rectangle : avec coins arrondis en haut 4">
            <a:extLst>
              <a:ext uri="{FF2B5EF4-FFF2-40B4-BE49-F238E27FC236}">
                <a16:creationId xmlns:a16="http://schemas.microsoft.com/office/drawing/2014/main" id="{E8F86987-4500-CDB1-38BD-72A7D87CA0CA}"/>
              </a:ext>
            </a:extLst>
          </p:cNvPr>
          <p:cNvSpPr/>
          <p:nvPr userDrawn="1"/>
        </p:nvSpPr>
        <p:spPr>
          <a:xfrm rot="16200000">
            <a:off x="6713824" y="-239005"/>
            <a:ext cx="4443306" cy="651304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6" name="Graphique 44">
            <a:extLst>
              <a:ext uri="{FF2B5EF4-FFF2-40B4-BE49-F238E27FC236}">
                <a16:creationId xmlns:a16="http://schemas.microsoft.com/office/drawing/2014/main" id="{781DEA80-F8CD-78C8-0902-1527DC47861F}"/>
              </a:ext>
            </a:extLst>
          </p:cNvPr>
          <p:cNvGrpSpPr/>
          <p:nvPr userDrawn="1"/>
        </p:nvGrpSpPr>
        <p:grpSpPr bwMode="black">
          <a:xfrm>
            <a:off x="1599720" y="1828799"/>
            <a:ext cx="2077411" cy="2396068"/>
            <a:chOff x="3319466" y="228601"/>
            <a:chExt cx="5551927" cy="6403564"/>
          </a:xfrm>
          <a:solidFill>
            <a:schemeClr val="bg2"/>
          </a:solidFill>
        </p:grpSpPr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B8774AB7-8A5B-4C30-C8D0-F02336A15085}"/>
                </a:ext>
              </a:extLst>
            </p:cNvPr>
            <p:cNvSpPr/>
            <p:nvPr/>
          </p:nvSpPr>
          <p:spPr bwMode="black">
            <a:xfrm>
              <a:off x="3319466" y="1781951"/>
              <a:ext cx="1254828" cy="3190491"/>
            </a:xfrm>
            <a:custGeom>
              <a:avLst/>
              <a:gdLst>
                <a:gd name="connsiteX0" fmla="*/ 185 w 1254828"/>
                <a:gd name="connsiteY0" fmla="*/ 186391 h 3190491"/>
                <a:gd name="connsiteX1" fmla="*/ 174017 w 1254828"/>
                <a:gd name="connsiteY1" fmla="*/ 178 h 3190491"/>
                <a:gd name="connsiteX2" fmla="*/ 360040 w 1254828"/>
                <a:gd name="connsiteY2" fmla="*/ 169913 h 3190491"/>
                <a:gd name="connsiteX3" fmla="*/ 481198 w 1254828"/>
                <a:gd name="connsiteY3" fmla="*/ 2822340 h 3190491"/>
                <a:gd name="connsiteX4" fmla="*/ 1064509 w 1254828"/>
                <a:gd name="connsiteY4" fmla="*/ 2795670 h 3190491"/>
                <a:gd name="connsiteX5" fmla="*/ 1254628 w 1254828"/>
                <a:gd name="connsiteY5" fmla="*/ 2965310 h 3190491"/>
                <a:gd name="connsiteX6" fmla="*/ 1080987 w 1254828"/>
                <a:gd name="connsiteY6" fmla="*/ 3155525 h 3190491"/>
                <a:gd name="connsiteX7" fmla="*/ 319749 w 1254828"/>
                <a:gd name="connsiteY7" fmla="*/ 3190291 h 3190491"/>
                <a:gd name="connsiteX8" fmla="*/ 129535 w 1254828"/>
                <a:gd name="connsiteY8" fmla="*/ 3016650 h 3190491"/>
                <a:gd name="connsiteX9" fmla="*/ 185 w 1254828"/>
                <a:gd name="connsiteY9" fmla="*/ 186391 h 319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54828" h="3190491">
                  <a:moveTo>
                    <a:pt x="185" y="186391"/>
                  </a:moveTo>
                  <a:cubicBezTo>
                    <a:pt x="-4291" y="89332"/>
                    <a:pt x="72861" y="4845"/>
                    <a:pt x="174017" y="178"/>
                  </a:cubicBezTo>
                  <a:cubicBezTo>
                    <a:pt x="271076" y="-4204"/>
                    <a:pt x="355563" y="72949"/>
                    <a:pt x="360040" y="169913"/>
                  </a:cubicBezTo>
                  <a:lnTo>
                    <a:pt x="481198" y="2822340"/>
                  </a:lnTo>
                  <a:lnTo>
                    <a:pt x="1064509" y="2795670"/>
                  </a:lnTo>
                  <a:cubicBezTo>
                    <a:pt x="1165569" y="2791003"/>
                    <a:pt x="1250151" y="2868251"/>
                    <a:pt x="1254628" y="2965310"/>
                  </a:cubicBezTo>
                  <a:cubicBezTo>
                    <a:pt x="1259295" y="3066371"/>
                    <a:pt x="1182047" y="3150953"/>
                    <a:pt x="1080987" y="3155525"/>
                  </a:cubicBezTo>
                  <a:lnTo>
                    <a:pt x="319749" y="3190291"/>
                  </a:lnTo>
                  <a:cubicBezTo>
                    <a:pt x="218689" y="3194958"/>
                    <a:pt x="134107" y="3117710"/>
                    <a:pt x="129535" y="3016650"/>
                  </a:cubicBezTo>
                  <a:lnTo>
                    <a:pt x="185" y="18639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4412CF3A-3D5B-8258-4350-16E34CE77153}"/>
                </a:ext>
              </a:extLst>
            </p:cNvPr>
            <p:cNvSpPr/>
            <p:nvPr/>
          </p:nvSpPr>
          <p:spPr bwMode="black">
            <a:xfrm>
              <a:off x="5104447" y="1808323"/>
              <a:ext cx="330708" cy="559213"/>
            </a:xfrm>
            <a:custGeom>
              <a:avLst/>
              <a:gdLst>
                <a:gd name="connsiteX0" fmla="*/ 330708 w 330708"/>
                <a:gd name="connsiteY0" fmla="*/ 391954 h 559212"/>
                <a:gd name="connsiteX1" fmla="*/ 167164 w 330708"/>
                <a:gd name="connsiteY1" fmla="*/ 559213 h 559212"/>
                <a:gd name="connsiteX2" fmla="*/ 0 w 330708"/>
                <a:gd name="connsiteY2" fmla="*/ 391954 h 559212"/>
                <a:gd name="connsiteX3" fmla="*/ 0 w 330708"/>
                <a:gd name="connsiteY3" fmla="*/ 163449 h 559212"/>
                <a:gd name="connsiteX4" fmla="*/ 167164 w 330708"/>
                <a:gd name="connsiteY4" fmla="*/ 0 h 559212"/>
                <a:gd name="connsiteX5" fmla="*/ 330708 w 330708"/>
                <a:gd name="connsiteY5" fmla="*/ 163449 h 559212"/>
                <a:gd name="connsiteX6" fmla="*/ 330708 w 330708"/>
                <a:gd name="connsiteY6" fmla="*/ 391954 h 559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559212">
                  <a:moveTo>
                    <a:pt x="330708" y="391954"/>
                  </a:moveTo>
                  <a:cubicBezTo>
                    <a:pt x="330708" y="484822"/>
                    <a:pt x="256413" y="559213"/>
                    <a:pt x="167164" y="559213"/>
                  </a:cubicBezTo>
                  <a:cubicBezTo>
                    <a:pt x="77915" y="559213"/>
                    <a:pt x="0" y="484918"/>
                    <a:pt x="0" y="391954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3919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5CD75244-911D-3DAA-7AA8-C27FD4F5E781}"/>
                </a:ext>
              </a:extLst>
            </p:cNvPr>
            <p:cNvSpPr/>
            <p:nvPr/>
          </p:nvSpPr>
          <p:spPr bwMode="black">
            <a:xfrm>
              <a:off x="5104447" y="2882648"/>
              <a:ext cx="330708" cy="2068735"/>
            </a:xfrm>
            <a:custGeom>
              <a:avLst/>
              <a:gdLst>
                <a:gd name="connsiteX0" fmla="*/ 330708 w 330708"/>
                <a:gd name="connsiteY0" fmla="*/ 1901476 h 2068734"/>
                <a:gd name="connsiteX1" fmla="*/ 167164 w 330708"/>
                <a:gd name="connsiteY1" fmla="*/ 2068735 h 2068734"/>
                <a:gd name="connsiteX2" fmla="*/ 0 w 330708"/>
                <a:gd name="connsiteY2" fmla="*/ 1901476 h 2068734"/>
                <a:gd name="connsiteX3" fmla="*/ 0 w 330708"/>
                <a:gd name="connsiteY3" fmla="*/ 163449 h 2068734"/>
                <a:gd name="connsiteX4" fmla="*/ 167164 w 330708"/>
                <a:gd name="connsiteY4" fmla="*/ 0 h 2068734"/>
                <a:gd name="connsiteX5" fmla="*/ 330708 w 330708"/>
                <a:gd name="connsiteY5" fmla="*/ 163449 h 2068734"/>
                <a:gd name="connsiteX6" fmla="*/ 330708 w 330708"/>
                <a:gd name="connsiteY6" fmla="*/ 1901476 h 206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2068734">
                  <a:moveTo>
                    <a:pt x="330708" y="1901476"/>
                  </a:moveTo>
                  <a:cubicBezTo>
                    <a:pt x="330708" y="1994344"/>
                    <a:pt x="256413" y="2068735"/>
                    <a:pt x="167164" y="2068735"/>
                  </a:cubicBezTo>
                  <a:cubicBezTo>
                    <a:pt x="77915" y="2068735"/>
                    <a:pt x="0" y="1994440"/>
                    <a:pt x="0" y="1901476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190147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B34C8377-31A3-6A88-C8C2-F03B18743FFB}"/>
                </a:ext>
              </a:extLst>
            </p:cNvPr>
            <p:cNvSpPr/>
            <p:nvPr/>
          </p:nvSpPr>
          <p:spPr bwMode="black">
            <a:xfrm>
              <a:off x="6236683" y="2168270"/>
              <a:ext cx="1065560" cy="2788348"/>
            </a:xfrm>
            <a:custGeom>
              <a:avLst/>
              <a:gdLst>
                <a:gd name="connsiteX0" fmla="*/ 321374 w 1065561"/>
                <a:gd name="connsiteY0" fmla="*/ 2625852 h 2788348"/>
                <a:gd name="connsiteX1" fmla="*/ 162496 w 1065561"/>
                <a:gd name="connsiteY1" fmla="*/ 2788349 h 2788348"/>
                <a:gd name="connsiteX2" fmla="*/ 0 w 1065561"/>
                <a:gd name="connsiteY2" fmla="*/ 2625852 h 2788348"/>
                <a:gd name="connsiteX3" fmla="*/ 0 w 1065561"/>
                <a:gd name="connsiteY3" fmla="*/ 158877 h 2788348"/>
                <a:gd name="connsiteX4" fmla="*/ 162496 w 1065561"/>
                <a:gd name="connsiteY4" fmla="*/ 0 h 2788348"/>
                <a:gd name="connsiteX5" fmla="*/ 903065 w 1065561"/>
                <a:gd name="connsiteY5" fmla="*/ 0 h 2788348"/>
                <a:gd name="connsiteX6" fmla="*/ 1065562 w 1065561"/>
                <a:gd name="connsiteY6" fmla="*/ 158877 h 2788348"/>
                <a:gd name="connsiteX7" fmla="*/ 903065 w 1065561"/>
                <a:gd name="connsiteY7" fmla="*/ 321374 h 2788348"/>
                <a:gd name="connsiteX8" fmla="*/ 321374 w 1065561"/>
                <a:gd name="connsiteY8" fmla="*/ 321374 h 2788348"/>
                <a:gd name="connsiteX9" fmla="*/ 321374 w 1065561"/>
                <a:gd name="connsiteY9" fmla="*/ 1216914 h 2788348"/>
                <a:gd name="connsiteX10" fmla="*/ 740569 w 1065561"/>
                <a:gd name="connsiteY10" fmla="*/ 1216914 h 2788348"/>
                <a:gd name="connsiteX11" fmla="*/ 903065 w 1065561"/>
                <a:gd name="connsiteY11" fmla="*/ 1375791 h 2788348"/>
                <a:gd name="connsiteX12" fmla="*/ 740569 w 1065561"/>
                <a:gd name="connsiteY12" fmla="*/ 1538288 h 2788348"/>
                <a:gd name="connsiteX13" fmla="*/ 321374 w 1065561"/>
                <a:gd name="connsiteY13" fmla="*/ 1538288 h 2788348"/>
                <a:gd name="connsiteX14" fmla="*/ 321374 w 1065561"/>
                <a:gd name="connsiteY14" fmla="*/ 2625757 h 278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65561" h="2788348">
                  <a:moveTo>
                    <a:pt x="321374" y="2625852"/>
                  </a:moveTo>
                  <a:cubicBezTo>
                    <a:pt x="321374" y="2716149"/>
                    <a:pt x="249174" y="2788349"/>
                    <a:pt x="162496" y="2788349"/>
                  </a:cubicBezTo>
                  <a:cubicBezTo>
                    <a:pt x="75819" y="2788349"/>
                    <a:pt x="0" y="2716149"/>
                    <a:pt x="0" y="2625852"/>
                  </a:cubicBezTo>
                  <a:lnTo>
                    <a:pt x="0" y="158877"/>
                  </a:lnTo>
                  <a:cubicBezTo>
                    <a:pt x="0" y="72200"/>
                    <a:pt x="72200" y="0"/>
                    <a:pt x="162496" y="0"/>
                  </a:cubicBezTo>
                  <a:lnTo>
                    <a:pt x="903065" y="0"/>
                  </a:lnTo>
                  <a:cubicBezTo>
                    <a:pt x="993362" y="0"/>
                    <a:pt x="1065562" y="72200"/>
                    <a:pt x="1065562" y="158877"/>
                  </a:cubicBezTo>
                  <a:cubicBezTo>
                    <a:pt x="1065562" y="245554"/>
                    <a:pt x="993362" y="321374"/>
                    <a:pt x="903065" y="321374"/>
                  </a:cubicBezTo>
                  <a:lnTo>
                    <a:pt x="321374" y="321374"/>
                  </a:lnTo>
                  <a:lnTo>
                    <a:pt x="321374" y="1216914"/>
                  </a:lnTo>
                  <a:lnTo>
                    <a:pt x="740569" y="1216914"/>
                  </a:lnTo>
                  <a:cubicBezTo>
                    <a:pt x="830866" y="1216914"/>
                    <a:pt x="903065" y="1289114"/>
                    <a:pt x="903065" y="1375791"/>
                  </a:cubicBezTo>
                  <a:cubicBezTo>
                    <a:pt x="903065" y="1462468"/>
                    <a:pt x="830866" y="1538288"/>
                    <a:pt x="740569" y="1538288"/>
                  </a:cubicBezTo>
                  <a:lnTo>
                    <a:pt x="321374" y="1538288"/>
                  </a:lnTo>
                  <a:lnTo>
                    <a:pt x="321374" y="262575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BE33B70F-D5D2-2033-E816-22B90A9C54DE}"/>
                </a:ext>
              </a:extLst>
            </p:cNvPr>
            <p:cNvSpPr/>
            <p:nvPr/>
          </p:nvSpPr>
          <p:spPr bwMode="black">
            <a:xfrm>
              <a:off x="7800593" y="2168367"/>
              <a:ext cx="1070800" cy="2751389"/>
            </a:xfrm>
            <a:custGeom>
              <a:avLst/>
              <a:gdLst>
                <a:gd name="connsiteX0" fmla="*/ 908400 w 1070800"/>
                <a:gd name="connsiteY0" fmla="*/ 2429923 h 2751391"/>
                <a:gd name="connsiteX1" fmla="*/ 321469 w 1070800"/>
                <a:gd name="connsiteY1" fmla="*/ 2429923 h 2751391"/>
                <a:gd name="connsiteX2" fmla="*/ 321469 w 1070800"/>
                <a:gd name="connsiteY2" fmla="*/ 1522476 h 2751391"/>
                <a:gd name="connsiteX3" fmla="*/ 740664 w 1070800"/>
                <a:gd name="connsiteY3" fmla="*/ 1522476 h 2751391"/>
                <a:gd name="connsiteX4" fmla="*/ 903161 w 1070800"/>
                <a:gd name="connsiteY4" fmla="*/ 1359980 h 2751391"/>
                <a:gd name="connsiteX5" fmla="*/ 740664 w 1070800"/>
                <a:gd name="connsiteY5" fmla="*/ 1201103 h 2751391"/>
                <a:gd name="connsiteX6" fmla="*/ 321469 w 1070800"/>
                <a:gd name="connsiteY6" fmla="*/ 1201103 h 2751391"/>
                <a:gd name="connsiteX7" fmla="*/ 321469 w 1070800"/>
                <a:gd name="connsiteY7" fmla="*/ 321374 h 2751391"/>
                <a:gd name="connsiteX8" fmla="*/ 903161 w 1070800"/>
                <a:gd name="connsiteY8" fmla="*/ 321374 h 2751391"/>
                <a:gd name="connsiteX9" fmla="*/ 1065657 w 1070800"/>
                <a:gd name="connsiteY9" fmla="*/ 158877 h 2751391"/>
                <a:gd name="connsiteX10" fmla="*/ 903161 w 1070800"/>
                <a:gd name="connsiteY10" fmla="*/ 0 h 2751391"/>
                <a:gd name="connsiteX11" fmla="*/ 162496 w 1070800"/>
                <a:gd name="connsiteY11" fmla="*/ 0 h 2751391"/>
                <a:gd name="connsiteX12" fmla="*/ 0 w 1070800"/>
                <a:gd name="connsiteY12" fmla="*/ 158877 h 2751391"/>
                <a:gd name="connsiteX13" fmla="*/ 0 w 1070800"/>
                <a:gd name="connsiteY13" fmla="*/ 2588895 h 2751391"/>
                <a:gd name="connsiteX14" fmla="*/ 162496 w 1070800"/>
                <a:gd name="connsiteY14" fmla="*/ 2751392 h 2751391"/>
                <a:gd name="connsiteX15" fmla="*/ 165068 w 1070800"/>
                <a:gd name="connsiteY15" fmla="*/ 2751296 h 2751391"/>
                <a:gd name="connsiteX16" fmla="*/ 167735 w 1070800"/>
                <a:gd name="connsiteY16" fmla="*/ 2751392 h 2751391"/>
                <a:gd name="connsiteX17" fmla="*/ 908304 w 1070800"/>
                <a:gd name="connsiteY17" fmla="*/ 2751392 h 2751391"/>
                <a:gd name="connsiteX18" fmla="*/ 1070801 w 1070800"/>
                <a:gd name="connsiteY18" fmla="*/ 2592515 h 2751391"/>
                <a:gd name="connsiteX19" fmla="*/ 908304 w 1070800"/>
                <a:gd name="connsiteY19" fmla="*/ 2430018 h 275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70800" h="2751391">
                  <a:moveTo>
                    <a:pt x="908400" y="2429923"/>
                  </a:moveTo>
                  <a:lnTo>
                    <a:pt x="321469" y="2429923"/>
                  </a:lnTo>
                  <a:lnTo>
                    <a:pt x="321469" y="1522476"/>
                  </a:lnTo>
                  <a:lnTo>
                    <a:pt x="740664" y="1522476"/>
                  </a:lnTo>
                  <a:cubicBezTo>
                    <a:pt x="830961" y="1522476"/>
                    <a:pt x="903161" y="1450277"/>
                    <a:pt x="903161" y="1359980"/>
                  </a:cubicBezTo>
                  <a:cubicBezTo>
                    <a:pt x="903161" y="1269683"/>
                    <a:pt x="830961" y="1201103"/>
                    <a:pt x="740664" y="1201103"/>
                  </a:cubicBezTo>
                  <a:lnTo>
                    <a:pt x="321469" y="1201103"/>
                  </a:lnTo>
                  <a:lnTo>
                    <a:pt x="321469" y="321374"/>
                  </a:lnTo>
                  <a:lnTo>
                    <a:pt x="903161" y="321374"/>
                  </a:lnTo>
                  <a:cubicBezTo>
                    <a:pt x="993458" y="321374"/>
                    <a:pt x="1065657" y="249174"/>
                    <a:pt x="1065657" y="158877"/>
                  </a:cubicBezTo>
                  <a:cubicBezTo>
                    <a:pt x="1065657" y="68580"/>
                    <a:pt x="993458" y="0"/>
                    <a:pt x="903161" y="0"/>
                  </a:cubicBezTo>
                  <a:lnTo>
                    <a:pt x="162496" y="0"/>
                  </a:lnTo>
                  <a:cubicBezTo>
                    <a:pt x="72200" y="0"/>
                    <a:pt x="0" y="72200"/>
                    <a:pt x="0" y="158877"/>
                  </a:cubicBezTo>
                  <a:lnTo>
                    <a:pt x="0" y="2588895"/>
                  </a:lnTo>
                  <a:cubicBezTo>
                    <a:pt x="0" y="2679192"/>
                    <a:pt x="72200" y="2751392"/>
                    <a:pt x="162496" y="2751392"/>
                  </a:cubicBezTo>
                  <a:cubicBezTo>
                    <a:pt x="163354" y="2751392"/>
                    <a:pt x="164211" y="2751296"/>
                    <a:pt x="165068" y="2751296"/>
                  </a:cubicBezTo>
                  <a:cubicBezTo>
                    <a:pt x="166021" y="2751296"/>
                    <a:pt x="166878" y="2751392"/>
                    <a:pt x="167735" y="2751392"/>
                  </a:cubicBezTo>
                  <a:lnTo>
                    <a:pt x="908304" y="2751392"/>
                  </a:lnTo>
                  <a:cubicBezTo>
                    <a:pt x="998601" y="2751392"/>
                    <a:pt x="1070801" y="2679192"/>
                    <a:pt x="1070801" y="2592515"/>
                  </a:cubicBezTo>
                  <a:cubicBezTo>
                    <a:pt x="1070801" y="2505837"/>
                    <a:pt x="998601" y="2430018"/>
                    <a:pt x="908304" y="24300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05384D4E-5676-F1FF-AF57-552F9BB77C80}"/>
                </a:ext>
              </a:extLst>
            </p:cNvPr>
            <p:cNvSpPr/>
            <p:nvPr/>
          </p:nvSpPr>
          <p:spPr bwMode="black">
            <a:xfrm>
              <a:off x="3605500" y="228601"/>
              <a:ext cx="4960413" cy="1495996"/>
            </a:xfrm>
            <a:custGeom>
              <a:avLst/>
              <a:gdLst>
                <a:gd name="connsiteX0" fmla="*/ 4782117 w 4960413"/>
                <a:gd name="connsiteY0" fmla="*/ 1495997 h 1495996"/>
                <a:gd name="connsiteX1" fmla="*/ 4642195 w 4960413"/>
                <a:gd name="connsiteY1" fmla="*/ 1428464 h 1495996"/>
                <a:gd name="connsiteX2" fmla="*/ 2426965 w 4960413"/>
                <a:gd name="connsiteY2" fmla="*/ 356807 h 1495996"/>
                <a:gd name="connsiteX3" fmla="*/ 311844 w 4960413"/>
                <a:gd name="connsiteY3" fmla="*/ 1309211 h 1495996"/>
                <a:gd name="connsiteX4" fmla="*/ 60098 w 4960413"/>
                <a:gd name="connsiteY4" fmla="*/ 1324451 h 1495996"/>
                <a:gd name="connsiteX5" fmla="*/ 44858 w 4960413"/>
                <a:gd name="connsiteY5" fmla="*/ 1072706 h 1495996"/>
                <a:gd name="connsiteX6" fmla="*/ 2427061 w 4960413"/>
                <a:gd name="connsiteY6" fmla="*/ 0 h 1495996"/>
                <a:gd name="connsiteX7" fmla="*/ 4921849 w 4960413"/>
                <a:gd name="connsiteY7" fmla="*/ 1206818 h 1495996"/>
                <a:gd name="connsiteX8" fmla="*/ 4892798 w 4960413"/>
                <a:gd name="connsiteY8" fmla="*/ 1457420 h 1495996"/>
                <a:gd name="connsiteX9" fmla="*/ 4782117 w 4960413"/>
                <a:gd name="connsiteY9" fmla="*/ 1495997 h 1495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60413" h="1495996">
                  <a:moveTo>
                    <a:pt x="4782117" y="1495997"/>
                  </a:moveTo>
                  <a:cubicBezTo>
                    <a:pt x="4729539" y="1495997"/>
                    <a:pt x="4677437" y="1472851"/>
                    <a:pt x="4642195" y="1428464"/>
                  </a:cubicBezTo>
                  <a:cubicBezTo>
                    <a:pt x="4102413" y="747427"/>
                    <a:pt x="3294979" y="356807"/>
                    <a:pt x="2426965" y="356807"/>
                  </a:cubicBezTo>
                  <a:cubicBezTo>
                    <a:pt x="1618960" y="356807"/>
                    <a:pt x="848006" y="703898"/>
                    <a:pt x="311844" y="1309211"/>
                  </a:cubicBezTo>
                  <a:cubicBezTo>
                    <a:pt x="246502" y="1382935"/>
                    <a:pt x="133822" y="1389698"/>
                    <a:pt x="60098" y="1324451"/>
                  </a:cubicBezTo>
                  <a:cubicBezTo>
                    <a:pt x="-13625" y="1259110"/>
                    <a:pt x="-20483" y="1146429"/>
                    <a:pt x="44858" y="1072706"/>
                  </a:cubicBezTo>
                  <a:cubicBezTo>
                    <a:pt x="648743" y="390906"/>
                    <a:pt x="1517042" y="0"/>
                    <a:pt x="2427061" y="0"/>
                  </a:cubicBezTo>
                  <a:cubicBezTo>
                    <a:pt x="3404612" y="0"/>
                    <a:pt x="4313868" y="439865"/>
                    <a:pt x="4921849" y="1206818"/>
                  </a:cubicBezTo>
                  <a:cubicBezTo>
                    <a:pt x="4982999" y="1283970"/>
                    <a:pt x="4970046" y="1396175"/>
                    <a:pt x="4892798" y="1457420"/>
                  </a:cubicBezTo>
                  <a:cubicBezTo>
                    <a:pt x="4860032" y="1483424"/>
                    <a:pt x="4820979" y="1495997"/>
                    <a:pt x="4782117" y="14959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97C9D524-21D6-32DC-4AE0-52B92042DD97}"/>
                </a:ext>
              </a:extLst>
            </p:cNvPr>
            <p:cNvSpPr/>
            <p:nvPr/>
          </p:nvSpPr>
          <p:spPr bwMode="black">
            <a:xfrm>
              <a:off x="3749206" y="5390945"/>
              <a:ext cx="546290" cy="567406"/>
            </a:xfrm>
            <a:custGeom>
              <a:avLst/>
              <a:gdLst>
                <a:gd name="connsiteX0" fmla="*/ 100703 w 546290"/>
                <a:gd name="connsiteY0" fmla="*/ 485502 h 567405"/>
                <a:gd name="connsiteX1" fmla="*/ 881 w 546290"/>
                <a:gd name="connsiteY1" fmla="*/ 299193 h 567405"/>
                <a:gd name="connsiteX2" fmla="*/ 74890 w 546290"/>
                <a:gd name="connsiteY2" fmla="*/ 100501 h 567405"/>
                <a:gd name="connsiteX3" fmla="*/ 260342 w 546290"/>
                <a:gd name="connsiteY3" fmla="*/ 489 h 567405"/>
                <a:gd name="connsiteX4" fmla="*/ 450651 w 546290"/>
                <a:gd name="connsiteY4" fmla="*/ 72402 h 567405"/>
                <a:gd name="connsiteX5" fmla="*/ 545711 w 546290"/>
                <a:gd name="connsiteY5" fmla="*/ 252520 h 567405"/>
                <a:gd name="connsiteX6" fmla="*/ 478083 w 546290"/>
                <a:gd name="connsiteY6" fmla="*/ 437972 h 567405"/>
                <a:gd name="connsiteX7" fmla="*/ 373784 w 546290"/>
                <a:gd name="connsiteY7" fmla="*/ 505408 h 567405"/>
                <a:gd name="connsiteX8" fmla="*/ 278725 w 546290"/>
                <a:gd name="connsiteY8" fmla="*/ 476929 h 567405"/>
                <a:gd name="connsiteX9" fmla="*/ 250721 w 546290"/>
                <a:gd name="connsiteY9" fmla="*/ 393966 h 567405"/>
                <a:gd name="connsiteX10" fmla="*/ 159091 w 546290"/>
                <a:gd name="connsiteY10" fmla="*/ 370439 h 567405"/>
                <a:gd name="connsiteX11" fmla="*/ 122229 w 546290"/>
                <a:gd name="connsiteY11" fmla="*/ 290810 h 567405"/>
                <a:gd name="connsiteX12" fmla="*/ 175188 w 546290"/>
                <a:gd name="connsiteY12" fmla="*/ 181464 h 567405"/>
                <a:gd name="connsiteX13" fmla="*/ 338542 w 546290"/>
                <a:gd name="connsiteY13" fmla="*/ 128219 h 567405"/>
                <a:gd name="connsiteX14" fmla="*/ 375308 w 546290"/>
                <a:gd name="connsiteY14" fmla="*/ 150888 h 567405"/>
                <a:gd name="connsiteX15" fmla="*/ 432268 w 546290"/>
                <a:gd name="connsiteY15" fmla="*/ 236994 h 567405"/>
                <a:gd name="connsiteX16" fmla="*/ 436078 w 546290"/>
                <a:gd name="connsiteY16" fmla="*/ 250805 h 567405"/>
                <a:gd name="connsiteX17" fmla="*/ 423981 w 546290"/>
                <a:gd name="connsiteY17" fmla="*/ 278618 h 567405"/>
                <a:gd name="connsiteX18" fmla="*/ 327683 w 546290"/>
                <a:gd name="connsiteY18" fmla="*/ 386823 h 567405"/>
                <a:gd name="connsiteX19" fmla="*/ 331970 w 546290"/>
                <a:gd name="connsiteY19" fmla="*/ 438448 h 567405"/>
                <a:gd name="connsiteX20" fmla="*/ 378737 w 546290"/>
                <a:gd name="connsiteY20" fmla="*/ 444544 h 567405"/>
                <a:gd name="connsiteX21" fmla="*/ 436268 w 546290"/>
                <a:gd name="connsiteY21" fmla="*/ 400729 h 567405"/>
                <a:gd name="connsiteX22" fmla="*/ 491609 w 546290"/>
                <a:gd name="connsiteY22" fmla="*/ 253091 h 567405"/>
                <a:gd name="connsiteX23" fmla="*/ 416266 w 546290"/>
                <a:gd name="connsiteY23" fmla="*/ 110502 h 567405"/>
                <a:gd name="connsiteX24" fmla="*/ 264914 w 546290"/>
                <a:gd name="connsiteY24" fmla="*/ 53352 h 567405"/>
                <a:gd name="connsiteX25" fmla="*/ 117848 w 546290"/>
                <a:gd name="connsiteY25" fmla="*/ 132695 h 567405"/>
                <a:gd name="connsiteX26" fmla="*/ 56888 w 546290"/>
                <a:gd name="connsiteY26" fmla="*/ 293287 h 567405"/>
                <a:gd name="connsiteX27" fmla="*/ 136612 w 546290"/>
                <a:gd name="connsiteY27" fmla="*/ 446259 h 567405"/>
                <a:gd name="connsiteX28" fmla="*/ 256341 w 546290"/>
                <a:gd name="connsiteY28" fmla="*/ 518172 h 567405"/>
                <a:gd name="connsiteX29" fmla="*/ 269962 w 546290"/>
                <a:gd name="connsiteY29" fmla="*/ 526364 h 567405"/>
                <a:gd name="connsiteX30" fmla="*/ 274153 w 546290"/>
                <a:gd name="connsiteY30" fmla="*/ 540270 h 567405"/>
                <a:gd name="connsiteX31" fmla="*/ 264247 w 546290"/>
                <a:gd name="connsiteY31" fmla="*/ 560177 h 567405"/>
                <a:gd name="connsiteX32" fmla="*/ 238529 w 546290"/>
                <a:gd name="connsiteY32" fmla="*/ 566083 h 567405"/>
                <a:gd name="connsiteX33" fmla="*/ 100798 w 546290"/>
                <a:gd name="connsiteY33" fmla="*/ 485406 h 567405"/>
                <a:gd name="connsiteX34" fmla="*/ 332922 w 546290"/>
                <a:gd name="connsiteY34" fmla="*/ 203752 h 567405"/>
                <a:gd name="connsiteX35" fmla="*/ 287107 w 546290"/>
                <a:gd name="connsiteY35" fmla="*/ 188512 h 567405"/>
                <a:gd name="connsiteX36" fmla="*/ 230433 w 546290"/>
                <a:gd name="connsiteY36" fmla="*/ 225374 h 567405"/>
                <a:gd name="connsiteX37" fmla="*/ 196715 w 546290"/>
                <a:gd name="connsiteY37" fmla="*/ 285095 h 567405"/>
                <a:gd name="connsiteX38" fmla="*/ 209859 w 546290"/>
                <a:gd name="connsiteY38" fmla="*/ 324624 h 567405"/>
                <a:gd name="connsiteX39" fmla="*/ 278249 w 546290"/>
                <a:gd name="connsiteY39" fmla="*/ 339674 h 567405"/>
                <a:gd name="connsiteX40" fmla="*/ 362259 w 546290"/>
                <a:gd name="connsiteY40" fmla="*/ 245281 h 567405"/>
                <a:gd name="connsiteX41" fmla="*/ 333017 w 546290"/>
                <a:gd name="connsiteY41" fmla="*/ 203656 h 567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46290" h="567405">
                  <a:moveTo>
                    <a:pt x="100703" y="485502"/>
                  </a:moveTo>
                  <a:cubicBezTo>
                    <a:pt x="40124" y="431590"/>
                    <a:pt x="6881" y="369582"/>
                    <a:pt x="881" y="299193"/>
                  </a:cubicBezTo>
                  <a:cubicBezTo>
                    <a:pt x="-5120" y="228898"/>
                    <a:pt x="19550" y="162699"/>
                    <a:pt x="74890" y="100501"/>
                  </a:cubicBezTo>
                  <a:cubicBezTo>
                    <a:pt x="130421" y="38112"/>
                    <a:pt x="192238" y="4774"/>
                    <a:pt x="260342" y="489"/>
                  </a:cubicBezTo>
                  <a:cubicBezTo>
                    <a:pt x="328541" y="-3798"/>
                    <a:pt x="391977" y="20110"/>
                    <a:pt x="450651" y="72402"/>
                  </a:cubicBezTo>
                  <a:cubicBezTo>
                    <a:pt x="509420" y="124694"/>
                    <a:pt x="541043" y="184702"/>
                    <a:pt x="545711" y="252520"/>
                  </a:cubicBezTo>
                  <a:cubicBezTo>
                    <a:pt x="550283" y="320338"/>
                    <a:pt x="527804" y="382155"/>
                    <a:pt x="478083" y="437972"/>
                  </a:cubicBezTo>
                  <a:cubicBezTo>
                    <a:pt x="443603" y="476739"/>
                    <a:pt x="408836" y="499218"/>
                    <a:pt x="373784" y="505408"/>
                  </a:cubicBezTo>
                  <a:cubicBezTo>
                    <a:pt x="338732" y="511600"/>
                    <a:pt x="307014" y="502075"/>
                    <a:pt x="278725" y="476929"/>
                  </a:cubicBezTo>
                  <a:cubicBezTo>
                    <a:pt x="250436" y="451783"/>
                    <a:pt x="241101" y="424160"/>
                    <a:pt x="250721" y="393966"/>
                  </a:cubicBezTo>
                  <a:cubicBezTo>
                    <a:pt x="213193" y="399205"/>
                    <a:pt x="182618" y="391394"/>
                    <a:pt x="159091" y="370439"/>
                  </a:cubicBezTo>
                  <a:cubicBezTo>
                    <a:pt x="135564" y="349484"/>
                    <a:pt x="123182" y="322910"/>
                    <a:pt x="122229" y="290810"/>
                  </a:cubicBezTo>
                  <a:cubicBezTo>
                    <a:pt x="121562" y="258330"/>
                    <a:pt x="139184" y="221945"/>
                    <a:pt x="175188" y="181464"/>
                  </a:cubicBezTo>
                  <a:cubicBezTo>
                    <a:pt x="227957" y="122123"/>
                    <a:pt x="282344" y="104406"/>
                    <a:pt x="338542" y="128219"/>
                  </a:cubicBezTo>
                  <a:cubicBezTo>
                    <a:pt x="351972" y="133839"/>
                    <a:pt x="364259" y="141459"/>
                    <a:pt x="375308" y="150888"/>
                  </a:cubicBezTo>
                  <a:cubicBezTo>
                    <a:pt x="401597" y="174225"/>
                    <a:pt x="420552" y="202990"/>
                    <a:pt x="432268" y="236994"/>
                  </a:cubicBezTo>
                  <a:cubicBezTo>
                    <a:pt x="434363" y="242995"/>
                    <a:pt x="435602" y="247662"/>
                    <a:pt x="436078" y="250805"/>
                  </a:cubicBezTo>
                  <a:cubicBezTo>
                    <a:pt x="437126" y="259092"/>
                    <a:pt x="433125" y="268332"/>
                    <a:pt x="423981" y="278618"/>
                  </a:cubicBezTo>
                  <a:lnTo>
                    <a:pt x="327683" y="386823"/>
                  </a:lnTo>
                  <a:cubicBezTo>
                    <a:pt x="311872" y="404634"/>
                    <a:pt x="313301" y="421779"/>
                    <a:pt x="331970" y="438448"/>
                  </a:cubicBezTo>
                  <a:cubicBezTo>
                    <a:pt x="344447" y="449592"/>
                    <a:pt x="360068" y="451593"/>
                    <a:pt x="378737" y="444544"/>
                  </a:cubicBezTo>
                  <a:cubicBezTo>
                    <a:pt x="397406" y="437495"/>
                    <a:pt x="416552" y="422827"/>
                    <a:pt x="436268" y="400729"/>
                  </a:cubicBezTo>
                  <a:cubicBezTo>
                    <a:pt x="476559" y="355390"/>
                    <a:pt x="495038" y="306146"/>
                    <a:pt x="491609" y="253091"/>
                  </a:cubicBezTo>
                  <a:cubicBezTo>
                    <a:pt x="488180" y="200037"/>
                    <a:pt x="463034" y="152507"/>
                    <a:pt x="416266" y="110502"/>
                  </a:cubicBezTo>
                  <a:cubicBezTo>
                    <a:pt x="369498" y="68878"/>
                    <a:pt x="319016" y="49828"/>
                    <a:pt x="264914" y="53352"/>
                  </a:cubicBezTo>
                  <a:cubicBezTo>
                    <a:pt x="210907" y="56686"/>
                    <a:pt x="161948" y="83166"/>
                    <a:pt x="117848" y="132695"/>
                  </a:cubicBezTo>
                  <a:cubicBezTo>
                    <a:pt x="73747" y="182225"/>
                    <a:pt x="53363" y="235756"/>
                    <a:pt x="56888" y="293287"/>
                  </a:cubicBezTo>
                  <a:cubicBezTo>
                    <a:pt x="60317" y="350723"/>
                    <a:pt x="86891" y="401776"/>
                    <a:pt x="136612" y="446259"/>
                  </a:cubicBezTo>
                  <a:cubicBezTo>
                    <a:pt x="174331" y="480168"/>
                    <a:pt x="214241" y="504170"/>
                    <a:pt x="256341" y="518172"/>
                  </a:cubicBezTo>
                  <a:cubicBezTo>
                    <a:pt x="262151" y="520744"/>
                    <a:pt x="266723" y="523506"/>
                    <a:pt x="269962" y="526364"/>
                  </a:cubicBezTo>
                  <a:cubicBezTo>
                    <a:pt x="273200" y="529221"/>
                    <a:pt x="274629" y="533889"/>
                    <a:pt x="274153" y="540270"/>
                  </a:cubicBezTo>
                  <a:cubicBezTo>
                    <a:pt x="273677" y="546652"/>
                    <a:pt x="270343" y="553319"/>
                    <a:pt x="264247" y="560177"/>
                  </a:cubicBezTo>
                  <a:cubicBezTo>
                    <a:pt x="258151" y="567036"/>
                    <a:pt x="249578" y="569035"/>
                    <a:pt x="238529" y="566083"/>
                  </a:cubicBezTo>
                  <a:cubicBezTo>
                    <a:pt x="190523" y="551319"/>
                    <a:pt x="144613" y="524458"/>
                    <a:pt x="100798" y="485406"/>
                  </a:cubicBezTo>
                  <a:moveTo>
                    <a:pt x="332922" y="203752"/>
                  </a:moveTo>
                  <a:cubicBezTo>
                    <a:pt x="319682" y="191941"/>
                    <a:pt x="304442" y="186892"/>
                    <a:pt x="287107" y="188512"/>
                  </a:cubicBezTo>
                  <a:cubicBezTo>
                    <a:pt x="269962" y="189940"/>
                    <a:pt x="251007" y="202228"/>
                    <a:pt x="230433" y="225374"/>
                  </a:cubicBezTo>
                  <a:cubicBezTo>
                    <a:pt x="209764" y="248615"/>
                    <a:pt x="198524" y="268522"/>
                    <a:pt x="196715" y="285095"/>
                  </a:cubicBezTo>
                  <a:cubicBezTo>
                    <a:pt x="194905" y="301764"/>
                    <a:pt x="199286" y="314908"/>
                    <a:pt x="209859" y="324624"/>
                  </a:cubicBezTo>
                  <a:cubicBezTo>
                    <a:pt x="227766" y="340245"/>
                    <a:pt x="250626" y="345293"/>
                    <a:pt x="278249" y="339674"/>
                  </a:cubicBezTo>
                  <a:lnTo>
                    <a:pt x="362259" y="245281"/>
                  </a:lnTo>
                  <a:cubicBezTo>
                    <a:pt x="355973" y="229374"/>
                    <a:pt x="346257" y="215467"/>
                    <a:pt x="333017" y="20365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16B405BA-3D6A-D59F-B8A7-20AF33FFD00A}"/>
                </a:ext>
              </a:extLst>
            </p:cNvPr>
            <p:cNvSpPr/>
            <p:nvPr/>
          </p:nvSpPr>
          <p:spPr bwMode="black">
            <a:xfrm>
              <a:off x="4362046" y="5781044"/>
              <a:ext cx="399279" cy="467402"/>
            </a:xfrm>
            <a:custGeom>
              <a:avLst/>
              <a:gdLst>
                <a:gd name="connsiteX0" fmla="*/ 311680 w 399278"/>
                <a:gd name="connsiteY0" fmla="*/ 47967 h 467401"/>
                <a:gd name="connsiteX1" fmla="*/ 392166 w 399278"/>
                <a:gd name="connsiteY1" fmla="*/ 122548 h 467401"/>
                <a:gd name="connsiteX2" fmla="*/ 379879 w 399278"/>
                <a:gd name="connsiteY2" fmla="*/ 217227 h 467401"/>
                <a:gd name="connsiteX3" fmla="*/ 274342 w 399278"/>
                <a:gd name="connsiteY3" fmla="*/ 274186 h 467401"/>
                <a:gd name="connsiteX4" fmla="*/ 289011 w 399278"/>
                <a:gd name="connsiteY4" fmla="*/ 402773 h 467401"/>
                <a:gd name="connsiteX5" fmla="*/ 209953 w 399278"/>
                <a:gd name="connsiteY5" fmla="*/ 466401 h 467401"/>
                <a:gd name="connsiteX6" fmla="*/ 97177 w 399278"/>
                <a:gd name="connsiteY6" fmla="*/ 436397 h 467401"/>
                <a:gd name="connsiteX7" fmla="*/ 19453 w 399278"/>
                <a:gd name="connsiteY7" fmla="*/ 392963 h 467401"/>
                <a:gd name="connsiteX8" fmla="*/ 2117 w 399278"/>
                <a:gd name="connsiteY8" fmla="*/ 374770 h 467401"/>
                <a:gd name="connsiteX9" fmla="*/ 3546 w 399278"/>
                <a:gd name="connsiteY9" fmla="*/ 352196 h 467401"/>
                <a:gd name="connsiteX10" fmla="*/ 192617 w 399278"/>
                <a:gd name="connsiteY10" fmla="*/ 13677 h 467401"/>
                <a:gd name="connsiteX11" fmla="*/ 211286 w 399278"/>
                <a:gd name="connsiteY11" fmla="*/ 342 h 467401"/>
                <a:gd name="connsiteX12" fmla="*/ 235956 w 399278"/>
                <a:gd name="connsiteY12" fmla="*/ 5581 h 467401"/>
                <a:gd name="connsiteX13" fmla="*/ 311680 w 399278"/>
                <a:gd name="connsiteY13" fmla="*/ 47872 h 467401"/>
                <a:gd name="connsiteX14" fmla="*/ 143373 w 399278"/>
                <a:gd name="connsiteY14" fmla="*/ 242087 h 467401"/>
                <a:gd name="connsiteX15" fmla="*/ 80603 w 399278"/>
                <a:gd name="connsiteY15" fmla="*/ 354482 h 467401"/>
                <a:gd name="connsiteX16" fmla="*/ 130038 w 399278"/>
                <a:gd name="connsiteY16" fmla="*/ 382104 h 467401"/>
                <a:gd name="connsiteX17" fmla="*/ 190046 w 399278"/>
                <a:gd name="connsiteY17" fmla="*/ 398964 h 467401"/>
                <a:gd name="connsiteX18" fmla="*/ 231479 w 399278"/>
                <a:gd name="connsiteY18" fmla="*/ 365435 h 467401"/>
                <a:gd name="connsiteX19" fmla="*/ 239385 w 399278"/>
                <a:gd name="connsiteY19" fmla="*/ 313143 h 467401"/>
                <a:gd name="connsiteX20" fmla="*/ 192236 w 399278"/>
                <a:gd name="connsiteY20" fmla="*/ 269423 h 467401"/>
                <a:gd name="connsiteX21" fmla="*/ 143373 w 399278"/>
                <a:gd name="connsiteY21" fmla="*/ 242087 h 467401"/>
                <a:gd name="connsiteX22" fmla="*/ 235099 w 399278"/>
                <a:gd name="connsiteY22" fmla="*/ 77780 h 467401"/>
                <a:gd name="connsiteX23" fmla="*/ 174330 w 399278"/>
                <a:gd name="connsiteY23" fmla="*/ 186652 h 467401"/>
                <a:gd name="connsiteX24" fmla="*/ 222716 w 399278"/>
                <a:gd name="connsiteY24" fmla="*/ 213702 h 467401"/>
                <a:gd name="connsiteX25" fmla="*/ 276342 w 399278"/>
                <a:gd name="connsiteY25" fmla="*/ 224275 h 467401"/>
                <a:gd name="connsiteX26" fmla="*/ 316538 w 399278"/>
                <a:gd name="connsiteY26" fmla="*/ 190461 h 467401"/>
                <a:gd name="connsiteX27" fmla="*/ 323872 w 399278"/>
                <a:gd name="connsiteY27" fmla="*/ 142455 h 467401"/>
                <a:gd name="connsiteX28" fmla="*/ 281676 w 399278"/>
                <a:gd name="connsiteY28" fmla="*/ 103784 h 467401"/>
                <a:gd name="connsiteX29" fmla="*/ 235194 w 399278"/>
                <a:gd name="connsiteY29" fmla="*/ 77780 h 467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9278" h="467401">
                  <a:moveTo>
                    <a:pt x="311680" y="47967"/>
                  </a:moveTo>
                  <a:cubicBezTo>
                    <a:pt x="352733" y="70923"/>
                    <a:pt x="379593" y="95783"/>
                    <a:pt x="392166" y="122548"/>
                  </a:cubicBezTo>
                  <a:cubicBezTo>
                    <a:pt x="404739" y="149409"/>
                    <a:pt x="400644" y="180936"/>
                    <a:pt x="379879" y="217227"/>
                  </a:cubicBezTo>
                  <a:cubicBezTo>
                    <a:pt x="356733" y="258755"/>
                    <a:pt x="321491" y="277711"/>
                    <a:pt x="274342" y="274186"/>
                  </a:cubicBezTo>
                  <a:cubicBezTo>
                    <a:pt x="312918" y="308285"/>
                    <a:pt x="317871" y="351243"/>
                    <a:pt x="289011" y="402773"/>
                  </a:cubicBezTo>
                  <a:cubicBezTo>
                    <a:pt x="267770" y="440779"/>
                    <a:pt x="241481" y="461924"/>
                    <a:pt x="209953" y="466401"/>
                  </a:cubicBezTo>
                  <a:cubicBezTo>
                    <a:pt x="178520" y="470782"/>
                    <a:pt x="140897" y="460781"/>
                    <a:pt x="97177" y="436397"/>
                  </a:cubicBezTo>
                  <a:lnTo>
                    <a:pt x="19453" y="392963"/>
                  </a:lnTo>
                  <a:cubicBezTo>
                    <a:pt x="11166" y="388296"/>
                    <a:pt x="5356" y="382295"/>
                    <a:pt x="2117" y="374770"/>
                  </a:cubicBezTo>
                  <a:cubicBezTo>
                    <a:pt x="-1121" y="367245"/>
                    <a:pt x="-645" y="359816"/>
                    <a:pt x="3546" y="352196"/>
                  </a:cubicBezTo>
                  <a:lnTo>
                    <a:pt x="192617" y="13677"/>
                  </a:lnTo>
                  <a:cubicBezTo>
                    <a:pt x="196904" y="5962"/>
                    <a:pt x="203190" y="1486"/>
                    <a:pt x="211286" y="342"/>
                  </a:cubicBezTo>
                  <a:cubicBezTo>
                    <a:pt x="219383" y="-801"/>
                    <a:pt x="227574" y="914"/>
                    <a:pt x="235956" y="5581"/>
                  </a:cubicBezTo>
                  <a:lnTo>
                    <a:pt x="311680" y="47872"/>
                  </a:lnTo>
                  <a:close/>
                  <a:moveTo>
                    <a:pt x="143373" y="242087"/>
                  </a:moveTo>
                  <a:lnTo>
                    <a:pt x="80603" y="354482"/>
                  </a:lnTo>
                  <a:lnTo>
                    <a:pt x="130038" y="382104"/>
                  </a:lnTo>
                  <a:cubicBezTo>
                    <a:pt x="153946" y="395439"/>
                    <a:pt x="174044" y="401154"/>
                    <a:pt x="190046" y="398964"/>
                  </a:cubicBezTo>
                  <a:cubicBezTo>
                    <a:pt x="206333" y="396963"/>
                    <a:pt x="220145" y="385724"/>
                    <a:pt x="231479" y="365435"/>
                  </a:cubicBezTo>
                  <a:cubicBezTo>
                    <a:pt x="242719" y="345243"/>
                    <a:pt x="245386" y="327812"/>
                    <a:pt x="239385" y="313143"/>
                  </a:cubicBezTo>
                  <a:cubicBezTo>
                    <a:pt x="233385" y="298475"/>
                    <a:pt x="217668" y="283902"/>
                    <a:pt x="192236" y="269423"/>
                  </a:cubicBezTo>
                  <a:lnTo>
                    <a:pt x="143373" y="242087"/>
                  </a:lnTo>
                  <a:close/>
                  <a:moveTo>
                    <a:pt x="235099" y="77780"/>
                  </a:moveTo>
                  <a:lnTo>
                    <a:pt x="174330" y="186652"/>
                  </a:lnTo>
                  <a:lnTo>
                    <a:pt x="222716" y="213702"/>
                  </a:lnTo>
                  <a:cubicBezTo>
                    <a:pt x="242052" y="224752"/>
                    <a:pt x="259959" y="228276"/>
                    <a:pt x="276342" y="224275"/>
                  </a:cubicBezTo>
                  <a:cubicBezTo>
                    <a:pt x="292725" y="220275"/>
                    <a:pt x="306156" y="209035"/>
                    <a:pt x="316538" y="190461"/>
                  </a:cubicBezTo>
                  <a:cubicBezTo>
                    <a:pt x="326920" y="171887"/>
                    <a:pt x="329301" y="155885"/>
                    <a:pt x="323872" y="142455"/>
                  </a:cubicBezTo>
                  <a:cubicBezTo>
                    <a:pt x="318062" y="129120"/>
                    <a:pt x="303965" y="116262"/>
                    <a:pt x="281676" y="103784"/>
                  </a:cubicBezTo>
                  <a:lnTo>
                    <a:pt x="235194" y="777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56625E5A-E580-3777-B9EF-66624EF20AC3}"/>
                </a:ext>
              </a:extLst>
            </p:cNvPr>
            <p:cNvSpPr/>
            <p:nvPr/>
          </p:nvSpPr>
          <p:spPr bwMode="black">
            <a:xfrm>
              <a:off x="4761393" y="5957067"/>
              <a:ext cx="452210" cy="522721"/>
            </a:xfrm>
            <a:custGeom>
              <a:avLst/>
              <a:gdLst>
                <a:gd name="connsiteX0" fmla="*/ 2344 w 452211"/>
                <a:gd name="connsiteY0" fmla="*/ 389440 h 522723"/>
                <a:gd name="connsiteX1" fmla="*/ 140551 w 452211"/>
                <a:gd name="connsiteY1" fmla="*/ 17679 h 522723"/>
                <a:gd name="connsiteX2" fmla="*/ 183604 w 452211"/>
                <a:gd name="connsiteY2" fmla="*/ 3963 h 522723"/>
                <a:gd name="connsiteX3" fmla="*/ 212846 w 452211"/>
                <a:gd name="connsiteY3" fmla="*/ 28347 h 522723"/>
                <a:gd name="connsiteX4" fmla="*/ 216561 w 452211"/>
                <a:gd name="connsiteY4" fmla="*/ 45873 h 522723"/>
                <a:gd name="connsiteX5" fmla="*/ 283712 w 452211"/>
                <a:gd name="connsiteY5" fmla="*/ 384487 h 522723"/>
                <a:gd name="connsiteX6" fmla="*/ 386106 w 452211"/>
                <a:gd name="connsiteY6" fmla="*/ 109024 h 522723"/>
                <a:gd name="connsiteX7" fmla="*/ 402298 w 452211"/>
                <a:gd name="connsiteY7" fmla="*/ 92546 h 522723"/>
                <a:gd name="connsiteX8" fmla="*/ 427730 w 452211"/>
                <a:gd name="connsiteY8" fmla="*/ 94736 h 522723"/>
                <a:gd name="connsiteX9" fmla="*/ 448590 w 452211"/>
                <a:gd name="connsiteY9" fmla="*/ 110071 h 522723"/>
                <a:gd name="connsiteX10" fmla="*/ 450209 w 452211"/>
                <a:gd name="connsiteY10" fmla="*/ 132836 h 522723"/>
                <a:gd name="connsiteX11" fmla="*/ 312001 w 452211"/>
                <a:gd name="connsiteY11" fmla="*/ 504693 h 522723"/>
                <a:gd name="connsiteX12" fmla="*/ 271044 w 452211"/>
                <a:gd name="connsiteY12" fmla="*/ 519170 h 522723"/>
                <a:gd name="connsiteX13" fmla="*/ 249517 w 452211"/>
                <a:gd name="connsiteY13" fmla="*/ 505835 h 522723"/>
                <a:gd name="connsiteX14" fmla="*/ 239611 w 452211"/>
                <a:gd name="connsiteY14" fmla="*/ 491548 h 522723"/>
                <a:gd name="connsiteX15" fmla="*/ 235135 w 452211"/>
                <a:gd name="connsiteY15" fmla="*/ 473355 h 522723"/>
                <a:gd name="connsiteX16" fmla="*/ 168555 w 452211"/>
                <a:gd name="connsiteY16" fmla="*/ 138361 h 522723"/>
                <a:gd name="connsiteX17" fmla="*/ 66352 w 452211"/>
                <a:gd name="connsiteY17" fmla="*/ 413348 h 522723"/>
                <a:gd name="connsiteX18" fmla="*/ 50445 w 452211"/>
                <a:gd name="connsiteY18" fmla="*/ 429921 h 522723"/>
                <a:gd name="connsiteX19" fmla="*/ 24727 w 452211"/>
                <a:gd name="connsiteY19" fmla="*/ 427635 h 522723"/>
                <a:gd name="connsiteX20" fmla="*/ 2248 w 452211"/>
                <a:gd name="connsiteY20" fmla="*/ 389535 h 52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52211" h="522723">
                  <a:moveTo>
                    <a:pt x="2344" y="389440"/>
                  </a:moveTo>
                  <a:lnTo>
                    <a:pt x="140551" y="17679"/>
                  </a:lnTo>
                  <a:cubicBezTo>
                    <a:pt x="147028" y="248"/>
                    <a:pt x="161411" y="-4229"/>
                    <a:pt x="183604" y="3963"/>
                  </a:cubicBezTo>
                  <a:cubicBezTo>
                    <a:pt x="200273" y="10154"/>
                    <a:pt x="209989" y="18346"/>
                    <a:pt x="212846" y="28347"/>
                  </a:cubicBezTo>
                  <a:cubicBezTo>
                    <a:pt x="213989" y="31871"/>
                    <a:pt x="215227" y="37681"/>
                    <a:pt x="216561" y="45873"/>
                  </a:cubicBezTo>
                  <a:lnTo>
                    <a:pt x="283712" y="384487"/>
                  </a:lnTo>
                  <a:lnTo>
                    <a:pt x="386106" y="109024"/>
                  </a:lnTo>
                  <a:cubicBezTo>
                    <a:pt x="389440" y="100165"/>
                    <a:pt x="394774" y="94641"/>
                    <a:pt x="402298" y="92546"/>
                  </a:cubicBezTo>
                  <a:cubicBezTo>
                    <a:pt x="409823" y="90545"/>
                    <a:pt x="418205" y="91212"/>
                    <a:pt x="427730" y="94736"/>
                  </a:cubicBezTo>
                  <a:cubicBezTo>
                    <a:pt x="437160" y="98260"/>
                    <a:pt x="444113" y="103404"/>
                    <a:pt x="448590" y="110071"/>
                  </a:cubicBezTo>
                  <a:cubicBezTo>
                    <a:pt x="452781" y="116739"/>
                    <a:pt x="453352" y="124264"/>
                    <a:pt x="450209" y="132836"/>
                  </a:cubicBezTo>
                  <a:lnTo>
                    <a:pt x="312001" y="504693"/>
                  </a:lnTo>
                  <a:cubicBezTo>
                    <a:pt x="305524" y="522028"/>
                    <a:pt x="291904" y="526885"/>
                    <a:pt x="271044" y="519170"/>
                  </a:cubicBezTo>
                  <a:cubicBezTo>
                    <a:pt x="261900" y="515741"/>
                    <a:pt x="254756" y="511360"/>
                    <a:pt x="249517" y="505835"/>
                  </a:cubicBezTo>
                  <a:cubicBezTo>
                    <a:pt x="244279" y="500406"/>
                    <a:pt x="240945" y="495644"/>
                    <a:pt x="239611" y="491548"/>
                  </a:cubicBezTo>
                  <a:cubicBezTo>
                    <a:pt x="238278" y="487547"/>
                    <a:pt x="236754" y="481452"/>
                    <a:pt x="235135" y="473355"/>
                  </a:cubicBezTo>
                  <a:lnTo>
                    <a:pt x="168555" y="138361"/>
                  </a:lnTo>
                  <a:lnTo>
                    <a:pt x="66352" y="413348"/>
                  </a:lnTo>
                  <a:cubicBezTo>
                    <a:pt x="63304" y="422110"/>
                    <a:pt x="58065" y="427635"/>
                    <a:pt x="50445" y="429921"/>
                  </a:cubicBezTo>
                  <a:cubicBezTo>
                    <a:pt x="42920" y="432207"/>
                    <a:pt x="34348" y="431445"/>
                    <a:pt x="24727" y="427635"/>
                  </a:cubicBezTo>
                  <a:cubicBezTo>
                    <a:pt x="3296" y="419634"/>
                    <a:pt x="-4229" y="406966"/>
                    <a:pt x="2248" y="3895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5EA26604-1A75-27C4-379E-ED3CE89D0AEA}"/>
                </a:ext>
              </a:extLst>
            </p:cNvPr>
            <p:cNvSpPr/>
            <p:nvPr/>
          </p:nvSpPr>
          <p:spPr bwMode="black">
            <a:xfrm>
              <a:off x="5261998" y="6106779"/>
              <a:ext cx="330190" cy="441242"/>
            </a:xfrm>
            <a:custGeom>
              <a:avLst/>
              <a:gdLst>
                <a:gd name="connsiteX0" fmla="*/ 79905 w 330188"/>
                <a:gd name="connsiteY0" fmla="*/ 21794 h 441242"/>
                <a:gd name="connsiteX1" fmla="*/ 93525 w 330188"/>
                <a:gd name="connsiteY1" fmla="*/ 3126 h 441242"/>
                <a:gd name="connsiteX2" fmla="*/ 119148 w 330188"/>
                <a:gd name="connsiteY2" fmla="*/ 1125 h 441242"/>
                <a:gd name="connsiteX3" fmla="*/ 202015 w 330188"/>
                <a:gd name="connsiteY3" fmla="*/ 18270 h 441242"/>
                <a:gd name="connsiteX4" fmla="*/ 312029 w 330188"/>
                <a:gd name="connsiteY4" fmla="*/ 73134 h 441242"/>
                <a:gd name="connsiteX5" fmla="*/ 324411 w 330188"/>
                <a:gd name="connsiteY5" fmla="*/ 189149 h 441242"/>
                <a:gd name="connsiteX6" fmla="*/ 260022 w 330188"/>
                <a:gd name="connsiteY6" fmla="*/ 293733 h 441242"/>
                <a:gd name="connsiteX7" fmla="*/ 142198 w 330188"/>
                <a:gd name="connsiteY7" fmla="*/ 306401 h 441242"/>
                <a:gd name="connsiteX8" fmla="*/ 93144 w 330188"/>
                <a:gd name="connsiteY8" fmla="*/ 296305 h 441242"/>
                <a:gd name="connsiteX9" fmla="*/ 67522 w 330188"/>
                <a:gd name="connsiteY9" fmla="*/ 420416 h 441242"/>
                <a:gd name="connsiteX10" fmla="*/ 53997 w 330188"/>
                <a:gd name="connsiteY10" fmla="*/ 438513 h 441242"/>
                <a:gd name="connsiteX11" fmla="*/ 28755 w 330188"/>
                <a:gd name="connsiteY11" fmla="*/ 440037 h 441242"/>
                <a:gd name="connsiteX12" fmla="*/ 5895 w 330188"/>
                <a:gd name="connsiteY12" fmla="*/ 428417 h 441242"/>
                <a:gd name="connsiteX13" fmla="*/ 752 w 330188"/>
                <a:gd name="connsiteY13" fmla="*/ 405842 h 441242"/>
                <a:gd name="connsiteX14" fmla="*/ 79905 w 330188"/>
                <a:gd name="connsiteY14" fmla="*/ 21890 h 441242"/>
                <a:gd name="connsiteX15" fmla="*/ 139722 w 330188"/>
                <a:gd name="connsiteY15" fmla="*/ 70182 h 441242"/>
                <a:gd name="connsiteX16" fmla="*/ 106384 w 330188"/>
                <a:gd name="connsiteY16" fmla="*/ 231726 h 441242"/>
                <a:gd name="connsiteX17" fmla="*/ 149151 w 330188"/>
                <a:gd name="connsiteY17" fmla="*/ 244965 h 441242"/>
                <a:gd name="connsiteX18" fmla="*/ 219922 w 330188"/>
                <a:gd name="connsiteY18" fmla="*/ 240298 h 441242"/>
                <a:gd name="connsiteX19" fmla="*/ 256308 w 330188"/>
                <a:gd name="connsiteY19" fmla="*/ 180195 h 441242"/>
                <a:gd name="connsiteX20" fmla="*/ 250116 w 330188"/>
                <a:gd name="connsiteY20" fmla="*/ 111901 h 441242"/>
                <a:gd name="connsiteX21" fmla="*/ 189347 w 330188"/>
                <a:gd name="connsiteY21" fmla="*/ 80373 h 441242"/>
                <a:gd name="connsiteX22" fmla="*/ 139626 w 330188"/>
                <a:gd name="connsiteY22" fmla="*/ 70086 h 441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0188" h="441242">
                  <a:moveTo>
                    <a:pt x="79905" y="21794"/>
                  </a:moveTo>
                  <a:cubicBezTo>
                    <a:pt x="81810" y="12651"/>
                    <a:pt x="86286" y="6459"/>
                    <a:pt x="93525" y="3126"/>
                  </a:cubicBezTo>
                  <a:cubicBezTo>
                    <a:pt x="100764" y="-208"/>
                    <a:pt x="109242" y="-875"/>
                    <a:pt x="119148" y="1125"/>
                  </a:cubicBezTo>
                  <a:lnTo>
                    <a:pt x="202015" y="18270"/>
                  </a:lnTo>
                  <a:cubicBezTo>
                    <a:pt x="256403" y="29510"/>
                    <a:pt x="293074" y="47798"/>
                    <a:pt x="312029" y="73134"/>
                  </a:cubicBezTo>
                  <a:cubicBezTo>
                    <a:pt x="330984" y="98470"/>
                    <a:pt x="335079" y="137237"/>
                    <a:pt x="324411" y="189149"/>
                  </a:cubicBezTo>
                  <a:cubicBezTo>
                    <a:pt x="313743" y="240869"/>
                    <a:pt x="292312" y="275731"/>
                    <a:pt x="260022" y="293733"/>
                  </a:cubicBezTo>
                  <a:cubicBezTo>
                    <a:pt x="227733" y="311735"/>
                    <a:pt x="188585" y="315926"/>
                    <a:pt x="142198" y="306401"/>
                  </a:cubicBezTo>
                  <a:cubicBezTo>
                    <a:pt x="122767" y="302401"/>
                    <a:pt x="106384" y="299068"/>
                    <a:pt x="93144" y="296305"/>
                  </a:cubicBezTo>
                  <a:lnTo>
                    <a:pt x="67522" y="420416"/>
                  </a:lnTo>
                  <a:cubicBezTo>
                    <a:pt x="65522" y="429179"/>
                    <a:pt x="61045" y="435275"/>
                    <a:pt x="53997" y="438513"/>
                  </a:cubicBezTo>
                  <a:cubicBezTo>
                    <a:pt x="47043" y="441561"/>
                    <a:pt x="38661" y="442037"/>
                    <a:pt x="28755" y="440037"/>
                  </a:cubicBezTo>
                  <a:cubicBezTo>
                    <a:pt x="18849" y="437942"/>
                    <a:pt x="11229" y="434132"/>
                    <a:pt x="5895" y="428417"/>
                  </a:cubicBezTo>
                  <a:cubicBezTo>
                    <a:pt x="561" y="422607"/>
                    <a:pt x="-1153" y="415177"/>
                    <a:pt x="752" y="405842"/>
                  </a:cubicBezTo>
                  <a:lnTo>
                    <a:pt x="79905" y="21890"/>
                  </a:lnTo>
                  <a:close/>
                  <a:moveTo>
                    <a:pt x="139722" y="70182"/>
                  </a:moveTo>
                  <a:lnTo>
                    <a:pt x="106384" y="231726"/>
                  </a:lnTo>
                  <a:cubicBezTo>
                    <a:pt x="120386" y="237536"/>
                    <a:pt x="134578" y="242012"/>
                    <a:pt x="149151" y="244965"/>
                  </a:cubicBezTo>
                  <a:cubicBezTo>
                    <a:pt x="178393" y="250966"/>
                    <a:pt x="202015" y="249442"/>
                    <a:pt x="219922" y="240298"/>
                  </a:cubicBezTo>
                  <a:cubicBezTo>
                    <a:pt x="237829" y="231154"/>
                    <a:pt x="249926" y="211151"/>
                    <a:pt x="256308" y="180195"/>
                  </a:cubicBezTo>
                  <a:cubicBezTo>
                    <a:pt x="262689" y="149239"/>
                    <a:pt x="260594" y="126474"/>
                    <a:pt x="250116" y="111901"/>
                  </a:cubicBezTo>
                  <a:cubicBezTo>
                    <a:pt x="239639" y="97328"/>
                    <a:pt x="219351" y="86850"/>
                    <a:pt x="189347" y="80373"/>
                  </a:cubicBezTo>
                  <a:lnTo>
                    <a:pt x="139626" y="700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6ECB3F64-8182-2B7D-E8E5-0757F8E68A95}"/>
                </a:ext>
              </a:extLst>
            </p:cNvPr>
            <p:cNvSpPr/>
            <p:nvPr/>
          </p:nvSpPr>
          <p:spPr bwMode="black">
            <a:xfrm>
              <a:off x="5935501" y="6183331"/>
              <a:ext cx="274235" cy="448834"/>
            </a:xfrm>
            <a:custGeom>
              <a:avLst/>
              <a:gdLst>
                <a:gd name="connsiteX0" fmla="*/ 0 w 274236"/>
                <a:gd name="connsiteY0" fmla="*/ 29258 h 448833"/>
                <a:gd name="connsiteX1" fmla="*/ 9430 w 274236"/>
                <a:gd name="connsiteY1" fmla="*/ 8113 h 448833"/>
                <a:gd name="connsiteX2" fmla="*/ 34100 w 274236"/>
                <a:gd name="connsiteY2" fmla="*/ 778 h 448833"/>
                <a:gd name="connsiteX3" fmla="*/ 118681 w 274236"/>
                <a:gd name="connsiteY3" fmla="*/ 16 h 448833"/>
                <a:gd name="connsiteX4" fmla="*/ 237744 w 274236"/>
                <a:gd name="connsiteY4" fmla="*/ 30591 h 448833"/>
                <a:gd name="connsiteX5" fmla="*/ 274225 w 274236"/>
                <a:gd name="connsiteY5" fmla="*/ 141367 h 448833"/>
                <a:gd name="connsiteX6" fmla="*/ 233267 w 274236"/>
                <a:gd name="connsiteY6" fmla="*/ 257096 h 448833"/>
                <a:gd name="connsiteX7" fmla="*/ 120777 w 274236"/>
                <a:gd name="connsiteY7" fmla="*/ 294243 h 448833"/>
                <a:gd name="connsiteX8" fmla="*/ 70676 w 274236"/>
                <a:gd name="connsiteY8" fmla="*/ 294719 h 448833"/>
                <a:gd name="connsiteX9" fmla="*/ 71819 w 274236"/>
                <a:gd name="connsiteY9" fmla="*/ 421497 h 448833"/>
                <a:gd name="connsiteX10" fmla="*/ 62389 w 274236"/>
                <a:gd name="connsiteY10" fmla="*/ 441976 h 448833"/>
                <a:gd name="connsiteX11" fmla="*/ 38005 w 274236"/>
                <a:gd name="connsiteY11" fmla="*/ 448834 h 448833"/>
                <a:gd name="connsiteX12" fmla="*/ 13240 w 274236"/>
                <a:gd name="connsiteY12" fmla="*/ 442262 h 448833"/>
                <a:gd name="connsiteX13" fmla="*/ 3429 w 274236"/>
                <a:gd name="connsiteY13" fmla="*/ 421307 h 448833"/>
                <a:gd name="connsiteX14" fmla="*/ 95 w 274236"/>
                <a:gd name="connsiteY14" fmla="*/ 29258 h 448833"/>
                <a:gd name="connsiteX15" fmla="*/ 68675 w 274236"/>
                <a:gd name="connsiteY15" fmla="*/ 63929 h 448833"/>
                <a:gd name="connsiteX16" fmla="*/ 70104 w 274236"/>
                <a:gd name="connsiteY16" fmla="*/ 228902 h 448833"/>
                <a:gd name="connsiteX17" fmla="*/ 114681 w 274236"/>
                <a:gd name="connsiteY17" fmla="*/ 232902 h 448833"/>
                <a:gd name="connsiteX18" fmla="*/ 182880 w 274236"/>
                <a:gd name="connsiteY18" fmla="*/ 213472 h 448833"/>
                <a:gd name="connsiteX19" fmla="*/ 205835 w 274236"/>
                <a:gd name="connsiteY19" fmla="*/ 147082 h 448833"/>
                <a:gd name="connsiteX20" fmla="*/ 185452 w 274236"/>
                <a:gd name="connsiteY20" fmla="*/ 81645 h 448833"/>
                <a:gd name="connsiteX21" fmla="*/ 119444 w 274236"/>
                <a:gd name="connsiteY21" fmla="*/ 63643 h 448833"/>
                <a:gd name="connsiteX22" fmla="*/ 68675 w 274236"/>
                <a:gd name="connsiteY22" fmla="*/ 64024 h 448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74236" h="448833">
                  <a:moveTo>
                    <a:pt x="0" y="29258"/>
                  </a:moveTo>
                  <a:cubicBezTo>
                    <a:pt x="0" y="19923"/>
                    <a:pt x="3048" y="12970"/>
                    <a:pt x="9430" y="8113"/>
                  </a:cubicBezTo>
                  <a:cubicBezTo>
                    <a:pt x="15812" y="3255"/>
                    <a:pt x="24003" y="873"/>
                    <a:pt x="34100" y="778"/>
                  </a:cubicBezTo>
                  <a:lnTo>
                    <a:pt x="118681" y="16"/>
                  </a:lnTo>
                  <a:cubicBezTo>
                    <a:pt x="174212" y="-460"/>
                    <a:pt x="213931" y="9732"/>
                    <a:pt x="237744" y="30591"/>
                  </a:cubicBezTo>
                  <a:cubicBezTo>
                    <a:pt x="261556" y="51451"/>
                    <a:pt x="273749" y="88313"/>
                    <a:pt x="274225" y="141367"/>
                  </a:cubicBezTo>
                  <a:cubicBezTo>
                    <a:pt x="274701" y="194231"/>
                    <a:pt x="260985" y="232807"/>
                    <a:pt x="233267" y="257096"/>
                  </a:cubicBezTo>
                  <a:cubicBezTo>
                    <a:pt x="205550" y="281480"/>
                    <a:pt x="168021" y="293863"/>
                    <a:pt x="120777" y="294243"/>
                  </a:cubicBezTo>
                  <a:cubicBezTo>
                    <a:pt x="100965" y="294434"/>
                    <a:pt x="84296" y="294529"/>
                    <a:pt x="70676" y="294719"/>
                  </a:cubicBezTo>
                  <a:lnTo>
                    <a:pt x="71819" y="421497"/>
                  </a:lnTo>
                  <a:cubicBezTo>
                    <a:pt x="71628" y="430451"/>
                    <a:pt x="68580" y="437309"/>
                    <a:pt x="62389" y="441976"/>
                  </a:cubicBezTo>
                  <a:cubicBezTo>
                    <a:pt x="56197" y="446453"/>
                    <a:pt x="48101" y="448739"/>
                    <a:pt x="38005" y="448834"/>
                  </a:cubicBezTo>
                  <a:cubicBezTo>
                    <a:pt x="27908" y="448834"/>
                    <a:pt x="19621" y="446739"/>
                    <a:pt x="13240" y="442262"/>
                  </a:cubicBezTo>
                  <a:cubicBezTo>
                    <a:pt x="6858" y="437785"/>
                    <a:pt x="3524" y="430832"/>
                    <a:pt x="3429" y="421307"/>
                  </a:cubicBezTo>
                  <a:lnTo>
                    <a:pt x="95" y="29258"/>
                  </a:lnTo>
                  <a:close/>
                  <a:moveTo>
                    <a:pt x="68675" y="63929"/>
                  </a:moveTo>
                  <a:lnTo>
                    <a:pt x="70104" y="228902"/>
                  </a:lnTo>
                  <a:cubicBezTo>
                    <a:pt x="84963" y="231664"/>
                    <a:pt x="99822" y="232998"/>
                    <a:pt x="114681" y="232902"/>
                  </a:cubicBezTo>
                  <a:cubicBezTo>
                    <a:pt x="144589" y="232617"/>
                    <a:pt x="167354" y="226139"/>
                    <a:pt x="182880" y="213472"/>
                  </a:cubicBezTo>
                  <a:cubicBezTo>
                    <a:pt x="198406" y="200708"/>
                    <a:pt x="206121" y="178610"/>
                    <a:pt x="205835" y="147082"/>
                  </a:cubicBezTo>
                  <a:cubicBezTo>
                    <a:pt x="205550" y="115554"/>
                    <a:pt x="198787" y="93742"/>
                    <a:pt x="185452" y="81645"/>
                  </a:cubicBezTo>
                  <a:cubicBezTo>
                    <a:pt x="172117" y="69644"/>
                    <a:pt x="150114" y="63643"/>
                    <a:pt x="119444" y="63643"/>
                  </a:cubicBezTo>
                  <a:lnTo>
                    <a:pt x="68675" y="6402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384B0DB0-B34E-9DD3-59D4-A6E52EA190E5}"/>
                </a:ext>
              </a:extLst>
            </p:cNvPr>
            <p:cNvSpPr/>
            <p:nvPr/>
          </p:nvSpPr>
          <p:spPr bwMode="black">
            <a:xfrm>
              <a:off x="6296608" y="6156294"/>
              <a:ext cx="335473" cy="465514"/>
            </a:xfrm>
            <a:custGeom>
              <a:avLst/>
              <a:gdLst>
                <a:gd name="connsiteX0" fmla="*/ 653 w 335474"/>
                <a:gd name="connsiteY0" fmla="*/ 447488 h 465516"/>
                <a:gd name="connsiteX1" fmla="*/ 367 w 335474"/>
                <a:gd name="connsiteY1" fmla="*/ 435677 h 465516"/>
                <a:gd name="connsiteX2" fmla="*/ 66661 w 335474"/>
                <a:gd name="connsiteY2" fmla="*/ 34579 h 465516"/>
                <a:gd name="connsiteX3" fmla="*/ 97237 w 335474"/>
                <a:gd name="connsiteY3" fmla="*/ 4194 h 465516"/>
                <a:gd name="connsiteX4" fmla="*/ 125812 w 335474"/>
                <a:gd name="connsiteY4" fmla="*/ 384 h 465516"/>
                <a:gd name="connsiteX5" fmla="*/ 163150 w 335474"/>
                <a:gd name="connsiteY5" fmla="*/ 24292 h 465516"/>
                <a:gd name="connsiteX6" fmla="*/ 331837 w 335474"/>
                <a:gd name="connsiteY6" fmla="*/ 391767 h 465516"/>
                <a:gd name="connsiteX7" fmla="*/ 335362 w 335474"/>
                <a:gd name="connsiteY7" fmla="*/ 404149 h 465516"/>
                <a:gd name="connsiteX8" fmla="*/ 328599 w 335474"/>
                <a:gd name="connsiteY8" fmla="*/ 418627 h 465516"/>
                <a:gd name="connsiteX9" fmla="*/ 306120 w 335474"/>
                <a:gd name="connsiteY9" fmla="*/ 428247 h 465516"/>
                <a:gd name="connsiteX10" fmla="*/ 263353 w 335474"/>
                <a:gd name="connsiteY10" fmla="*/ 406054 h 465516"/>
                <a:gd name="connsiteX11" fmla="*/ 228872 w 335474"/>
                <a:gd name="connsiteY11" fmla="*/ 328711 h 465516"/>
                <a:gd name="connsiteX12" fmla="*/ 73996 w 335474"/>
                <a:gd name="connsiteY12" fmla="*/ 349571 h 465516"/>
                <a:gd name="connsiteX13" fmla="*/ 61899 w 335474"/>
                <a:gd name="connsiteY13" fmla="*/ 430057 h 465516"/>
                <a:gd name="connsiteX14" fmla="*/ 53612 w 335474"/>
                <a:gd name="connsiteY14" fmla="*/ 455298 h 465516"/>
                <a:gd name="connsiteX15" fmla="*/ 32657 w 335474"/>
                <a:gd name="connsiteY15" fmla="*/ 465014 h 465516"/>
                <a:gd name="connsiteX16" fmla="*/ 10083 w 335474"/>
                <a:gd name="connsiteY16" fmla="*/ 461204 h 465516"/>
                <a:gd name="connsiteX17" fmla="*/ 749 w 335474"/>
                <a:gd name="connsiteY17" fmla="*/ 447488 h 465516"/>
                <a:gd name="connsiteX18" fmla="*/ 115525 w 335474"/>
                <a:gd name="connsiteY18" fmla="*/ 74394 h 465516"/>
                <a:gd name="connsiteX19" fmla="*/ 83616 w 335474"/>
                <a:gd name="connsiteY19" fmla="*/ 286134 h 465516"/>
                <a:gd name="connsiteX20" fmla="*/ 202774 w 335474"/>
                <a:gd name="connsiteY20" fmla="*/ 270037 h 465516"/>
                <a:gd name="connsiteX21" fmla="*/ 115429 w 335474"/>
                <a:gd name="connsiteY21" fmla="*/ 74394 h 4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35474" h="465516">
                  <a:moveTo>
                    <a:pt x="653" y="447488"/>
                  </a:moveTo>
                  <a:cubicBezTo>
                    <a:pt x="-109" y="441963"/>
                    <a:pt x="-204" y="438058"/>
                    <a:pt x="367" y="435677"/>
                  </a:cubicBezTo>
                  <a:lnTo>
                    <a:pt x="66661" y="34579"/>
                  </a:lnTo>
                  <a:cubicBezTo>
                    <a:pt x="69233" y="16672"/>
                    <a:pt x="79425" y="6576"/>
                    <a:pt x="97237" y="4194"/>
                  </a:cubicBezTo>
                  <a:lnTo>
                    <a:pt x="125812" y="384"/>
                  </a:lnTo>
                  <a:cubicBezTo>
                    <a:pt x="142861" y="-1902"/>
                    <a:pt x="155339" y="6004"/>
                    <a:pt x="163150" y="24292"/>
                  </a:cubicBezTo>
                  <a:lnTo>
                    <a:pt x="331837" y="391767"/>
                  </a:lnTo>
                  <a:cubicBezTo>
                    <a:pt x="333552" y="395386"/>
                    <a:pt x="334790" y="399577"/>
                    <a:pt x="335362" y="404149"/>
                  </a:cubicBezTo>
                  <a:cubicBezTo>
                    <a:pt x="336028" y="408721"/>
                    <a:pt x="333742" y="413579"/>
                    <a:pt x="328599" y="418627"/>
                  </a:cubicBezTo>
                  <a:cubicBezTo>
                    <a:pt x="323455" y="423866"/>
                    <a:pt x="315931" y="427104"/>
                    <a:pt x="306120" y="428247"/>
                  </a:cubicBezTo>
                  <a:cubicBezTo>
                    <a:pt x="285641" y="431010"/>
                    <a:pt x="271449" y="423580"/>
                    <a:pt x="263353" y="406054"/>
                  </a:cubicBezTo>
                  <a:lnTo>
                    <a:pt x="228872" y="328711"/>
                  </a:lnTo>
                  <a:lnTo>
                    <a:pt x="73996" y="349571"/>
                  </a:lnTo>
                  <a:lnTo>
                    <a:pt x="61899" y="430057"/>
                  </a:lnTo>
                  <a:cubicBezTo>
                    <a:pt x="60756" y="441392"/>
                    <a:pt x="57994" y="449869"/>
                    <a:pt x="53612" y="455298"/>
                  </a:cubicBezTo>
                  <a:cubicBezTo>
                    <a:pt x="49135" y="460537"/>
                    <a:pt x="42182" y="463776"/>
                    <a:pt x="32657" y="465014"/>
                  </a:cubicBezTo>
                  <a:cubicBezTo>
                    <a:pt x="23132" y="466347"/>
                    <a:pt x="15607" y="465014"/>
                    <a:pt x="10083" y="461204"/>
                  </a:cubicBezTo>
                  <a:cubicBezTo>
                    <a:pt x="4558" y="457394"/>
                    <a:pt x="1510" y="452822"/>
                    <a:pt x="749" y="447488"/>
                  </a:cubicBezTo>
                  <a:moveTo>
                    <a:pt x="115525" y="74394"/>
                  </a:moveTo>
                  <a:lnTo>
                    <a:pt x="83616" y="286134"/>
                  </a:lnTo>
                  <a:lnTo>
                    <a:pt x="202774" y="270037"/>
                  </a:lnTo>
                  <a:lnTo>
                    <a:pt x="115429" y="74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D5693FFC-A85E-91D9-07CD-1AC8A08F5E95}"/>
                </a:ext>
              </a:extLst>
            </p:cNvPr>
            <p:cNvSpPr/>
            <p:nvPr/>
          </p:nvSpPr>
          <p:spPr bwMode="black">
            <a:xfrm>
              <a:off x="6670015" y="6070848"/>
              <a:ext cx="373971" cy="468438"/>
            </a:xfrm>
            <a:custGeom>
              <a:avLst/>
              <a:gdLst>
                <a:gd name="connsiteX0" fmla="*/ 172934 w 373970"/>
                <a:gd name="connsiteY0" fmla="*/ 430349 h 468437"/>
                <a:gd name="connsiteX1" fmla="*/ 169409 w 373970"/>
                <a:gd name="connsiteY1" fmla="*/ 453209 h 468437"/>
                <a:gd name="connsiteX2" fmla="*/ 147692 w 373970"/>
                <a:gd name="connsiteY2" fmla="*/ 466354 h 468437"/>
                <a:gd name="connsiteX3" fmla="*/ 122070 w 373970"/>
                <a:gd name="connsiteY3" fmla="*/ 466449 h 468437"/>
                <a:gd name="connsiteX4" fmla="*/ 107116 w 373970"/>
                <a:gd name="connsiteY4" fmla="*/ 448732 h 468437"/>
                <a:gd name="connsiteX5" fmla="*/ 1293 w 373970"/>
                <a:gd name="connsiteY5" fmla="*/ 71257 h 468437"/>
                <a:gd name="connsiteX6" fmla="*/ 4722 w 373970"/>
                <a:gd name="connsiteY6" fmla="*/ 48397 h 468437"/>
                <a:gd name="connsiteX7" fmla="*/ 26344 w 373970"/>
                <a:gd name="connsiteY7" fmla="*/ 34967 h 468437"/>
                <a:gd name="connsiteX8" fmla="*/ 112069 w 373970"/>
                <a:gd name="connsiteY8" fmla="*/ 10963 h 468437"/>
                <a:gd name="connsiteX9" fmla="*/ 230274 w 373970"/>
                <a:gd name="connsiteY9" fmla="*/ 8678 h 468437"/>
                <a:gd name="connsiteX10" fmla="*/ 295139 w 373970"/>
                <a:gd name="connsiteY10" fmla="*/ 100689 h 468437"/>
                <a:gd name="connsiteX11" fmla="*/ 261516 w 373970"/>
                <a:gd name="connsiteY11" fmla="*/ 236420 h 468437"/>
                <a:gd name="connsiteX12" fmla="*/ 364862 w 373970"/>
                <a:gd name="connsiteY12" fmla="*/ 362722 h 468437"/>
                <a:gd name="connsiteX13" fmla="*/ 373054 w 373970"/>
                <a:gd name="connsiteY13" fmla="*/ 378724 h 468437"/>
                <a:gd name="connsiteX14" fmla="*/ 370863 w 373970"/>
                <a:gd name="connsiteY14" fmla="*/ 396059 h 468437"/>
                <a:gd name="connsiteX15" fmla="*/ 352004 w 373970"/>
                <a:gd name="connsiteY15" fmla="*/ 409013 h 468437"/>
                <a:gd name="connsiteX16" fmla="*/ 303712 w 373970"/>
                <a:gd name="connsiteY16" fmla="*/ 393678 h 468437"/>
                <a:gd name="connsiteX17" fmla="*/ 204080 w 373970"/>
                <a:gd name="connsiteY17" fmla="*/ 270901 h 468437"/>
                <a:gd name="connsiteX18" fmla="*/ 174457 w 373970"/>
                <a:gd name="connsiteY18" fmla="*/ 281092 h 468437"/>
                <a:gd name="connsiteX19" fmla="*/ 133405 w 373970"/>
                <a:gd name="connsiteY19" fmla="*/ 289379 h 468437"/>
                <a:gd name="connsiteX20" fmla="*/ 172934 w 373970"/>
                <a:gd name="connsiteY20" fmla="*/ 430349 h 468437"/>
                <a:gd name="connsiteX21" fmla="*/ 76636 w 373970"/>
                <a:gd name="connsiteY21" fmla="*/ 86782 h 468437"/>
                <a:gd name="connsiteX22" fmla="*/ 116641 w 373970"/>
                <a:gd name="connsiteY22" fmla="*/ 229467 h 468437"/>
                <a:gd name="connsiteX23" fmla="*/ 175124 w 373970"/>
                <a:gd name="connsiteY23" fmla="*/ 216894 h 468437"/>
                <a:gd name="connsiteX24" fmla="*/ 230179 w 373970"/>
                <a:gd name="connsiteY24" fmla="*/ 122120 h 468437"/>
                <a:gd name="connsiteX25" fmla="*/ 195603 w 373970"/>
                <a:gd name="connsiteY25" fmla="*/ 69828 h 468437"/>
                <a:gd name="connsiteX26" fmla="*/ 129976 w 373970"/>
                <a:gd name="connsiteY26" fmla="*/ 71828 h 468437"/>
                <a:gd name="connsiteX27" fmla="*/ 76636 w 373970"/>
                <a:gd name="connsiteY27" fmla="*/ 86782 h 46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73970" h="468437">
                  <a:moveTo>
                    <a:pt x="172934" y="430349"/>
                  </a:moveTo>
                  <a:cubicBezTo>
                    <a:pt x="175220" y="439302"/>
                    <a:pt x="174077" y="446923"/>
                    <a:pt x="169409" y="453209"/>
                  </a:cubicBezTo>
                  <a:cubicBezTo>
                    <a:pt x="164647" y="459210"/>
                    <a:pt x="157408" y="463686"/>
                    <a:pt x="147692" y="466354"/>
                  </a:cubicBezTo>
                  <a:cubicBezTo>
                    <a:pt x="137977" y="469116"/>
                    <a:pt x="129404" y="469116"/>
                    <a:pt x="122070" y="466449"/>
                  </a:cubicBezTo>
                  <a:cubicBezTo>
                    <a:pt x="114640" y="463782"/>
                    <a:pt x="109687" y="457972"/>
                    <a:pt x="107116" y="448732"/>
                  </a:cubicBezTo>
                  <a:lnTo>
                    <a:pt x="1293" y="71257"/>
                  </a:lnTo>
                  <a:cubicBezTo>
                    <a:pt x="-1183" y="62303"/>
                    <a:pt x="-136" y="54683"/>
                    <a:pt x="4722" y="48397"/>
                  </a:cubicBezTo>
                  <a:cubicBezTo>
                    <a:pt x="9580" y="42110"/>
                    <a:pt x="16723" y="37633"/>
                    <a:pt x="26344" y="34967"/>
                  </a:cubicBezTo>
                  <a:lnTo>
                    <a:pt x="112069" y="10963"/>
                  </a:lnTo>
                  <a:cubicBezTo>
                    <a:pt x="161218" y="-2848"/>
                    <a:pt x="200556" y="-3610"/>
                    <a:pt x="230274" y="8678"/>
                  </a:cubicBezTo>
                  <a:cubicBezTo>
                    <a:pt x="259992" y="20869"/>
                    <a:pt x="281614" y="51540"/>
                    <a:pt x="295139" y="100689"/>
                  </a:cubicBezTo>
                  <a:cubicBezTo>
                    <a:pt x="311808" y="160125"/>
                    <a:pt x="300569" y="205368"/>
                    <a:pt x="261516" y="236420"/>
                  </a:cubicBezTo>
                  <a:lnTo>
                    <a:pt x="364862" y="362722"/>
                  </a:lnTo>
                  <a:cubicBezTo>
                    <a:pt x="368768" y="367865"/>
                    <a:pt x="371530" y="373199"/>
                    <a:pt x="373054" y="378724"/>
                  </a:cubicBezTo>
                  <a:cubicBezTo>
                    <a:pt x="374768" y="384248"/>
                    <a:pt x="374102" y="389963"/>
                    <a:pt x="370863" y="396059"/>
                  </a:cubicBezTo>
                  <a:cubicBezTo>
                    <a:pt x="367720" y="402345"/>
                    <a:pt x="361433" y="406632"/>
                    <a:pt x="352004" y="409013"/>
                  </a:cubicBezTo>
                  <a:cubicBezTo>
                    <a:pt x="332192" y="414538"/>
                    <a:pt x="316094" y="409394"/>
                    <a:pt x="303712" y="393678"/>
                  </a:cubicBezTo>
                  <a:lnTo>
                    <a:pt x="204080" y="270901"/>
                  </a:lnTo>
                  <a:cubicBezTo>
                    <a:pt x="196270" y="274425"/>
                    <a:pt x="186364" y="277759"/>
                    <a:pt x="174457" y="281092"/>
                  </a:cubicBezTo>
                  <a:cubicBezTo>
                    <a:pt x="162551" y="284426"/>
                    <a:pt x="148835" y="287188"/>
                    <a:pt x="133405" y="289379"/>
                  </a:cubicBezTo>
                  <a:lnTo>
                    <a:pt x="172934" y="430349"/>
                  </a:lnTo>
                  <a:close/>
                  <a:moveTo>
                    <a:pt x="76636" y="86782"/>
                  </a:moveTo>
                  <a:lnTo>
                    <a:pt x="116641" y="229467"/>
                  </a:lnTo>
                  <a:cubicBezTo>
                    <a:pt x="132167" y="227657"/>
                    <a:pt x="151693" y="223466"/>
                    <a:pt x="175124" y="216894"/>
                  </a:cubicBezTo>
                  <a:cubicBezTo>
                    <a:pt x="225607" y="202987"/>
                    <a:pt x="243990" y="171364"/>
                    <a:pt x="230179" y="122120"/>
                  </a:cubicBezTo>
                  <a:cubicBezTo>
                    <a:pt x="222178" y="93736"/>
                    <a:pt x="210653" y="76305"/>
                    <a:pt x="195603" y="69828"/>
                  </a:cubicBezTo>
                  <a:cubicBezTo>
                    <a:pt x="180458" y="63351"/>
                    <a:pt x="158646" y="64018"/>
                    <a:pt x="129976" y="71828"/>
                  </a:cubicBezTo>
                  <a:lnTo>
                    <a:pt x="76636" y="867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E3C582CC-99F2-48B1-1841-8DD706F8BB56}"/>
                </a:ext>
              </a:extLst>
            </p:cNvPr>
            <p:cNvSpPr/>
            <p:nvPr/>
          </p:nvSpPr>
          <p:spPr bwMode="black">
            <a:xfrm>
              <a:off x="7050453" y="5974182"/>
              <a:ext cx="216664" cy="426936"/>
            </a:xfrm>
            <a:custGeom>
              <a:avLst/>
              <a:gdLst>
                <a:gd name="connsiteX0" fmla="*/ 2426 w 216666"/>
                <a:gd name="connsiteY0" fmla="*/ 42480 h 426937"/>
                <a:gd name="connsiteX1" fmla="*/ 3474 w 216666"/>
                <a:gd name="connsiteY1" fmla="*/ 19334 h 426937"/>
                <a:gd name="connsiteX2" fmla="*/ 23858 w 216666"/>
                <a:gd name="connsiteY2" fmla="*/ 3713 h 426937"/>
                <a:gd name="connsiteX3" fmla="*/ 49480 w 216666"/>
                <a:gd name="connsiteY3" fmla="*/ 1046 h 426937"/>
                <a:gd name="connsiteX4" fmla="*/ 65863 w 216666"/>
                <a:gd name="connsiteY4" fmla="*/ 16762 h 426937"/>
                <a:gd name="connsiteX5" fmla="*/ 214453 w 216666"/>
                <a:gd name="connsiteY5" fmla="*/ 384523 h 426937"/>
                <a:gd name="connsiteX6" fmla="*/ 213405 w 216666"/>
                <a:gd name="connsiteY6" fmla="*/ 407668 h 426937"/>
                <a:gd name="connsiteX7" fmla="*/ 193307 w 216666"/>
                <a:gd name="connsiteY7" fmla="*/ 423099 h 426937"/>
                <a:gd name="connsiteX8" fmla="*/ 167781 w 216666"/>
                <a:gd name="connsiteY8" fmla="*/ 426052 h 426937"/>
                <a:gd name="connsiteX9" fmla="*/ 151016 w 216666"/>
                <a:gd name="connsiteY9" fmla="*/ 410145 h 426937"/>
                <a:gd name="connsiteX10" fmla="*/ 2426 w 216666"/>
                <a:gd name="connsiteY10" fmla="*/ 42384 h 4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66" h="426937">
                  <a:moveTo>
                    <a:pt x="2426" y="42480"/>
                  </a:moveTo>
                  <a:cubicBezTo>
                    <a:pt x="-1098" y="33622"/>
                    <a:pt x="-812" y="26002"/>
                    <a:pt x="3474" y="19334"/>
                  </a:cubicBezTo>
                  <a:cubicBezTo>
                    <a:pt x="7665" y="12762"/>
                    <a:pt x="14523" y="7523"/>
                    <a:pt x="23858" y="3713"/>
                  </a:cubicBezTo>
                  <a:cubicBezTo>
                    <a:pt x="33192" y="-97"/>
                    <a:pt x="41765" y="-954"/>
                    <a:pt x="49480" y="1046"/>
                  </a:cubicBezTo>
                  <a:cubicBezTo>
                    <a:pt x="57195" y="3047"/>
                    <a:pt x="62624" y="8285"/>
                    <a:pt x="65863" y="16762"/>
                  </a:cubicBezTo>
                  <a:lnTo>
                    <a:pt x="214453" y="384523"/>
                  </a:lnTo>
                  <a:cubicBezTo>
                    <a:pt x="217691" y="393190"/>
                    <a:pt x="217406" y="400906"/>
                    <a:pt x="213405" y="407668"/>
                  </a:cubicBezTo>
                  <a:cubicBezTo>
                    <a:pt x="209405" y="414145"/>
                    <a:pt x="202642" y="419384"/>
                    <a:pt x="193307" y="423099"/>
                  </a:cubicBezTo>
                  <a:cubicBezTo>
                    <a:pt x="183973" y="426909"/>
                    <a:pt x="175400" y="427861"/>
                    <a:pt x="167781" y="426052"/>
                  </a:cubicBezTo>
                  <a:cubicBezTo>
                    <a:pt x="160160" y="424242"/>
                    <a:pt x="154541" y="418908"/>
                    <a:pt x="151016" y="410145"/>
                  </a:cubicBezTo>
                  <a:lnTo>
                    <a:pt x="2426" y="4238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B6AA4AA5-EDD9-0A32-B4D2-BA7097ED3120}"/>
                </a:ext>
              </a:extLst>
            </p:cNvPr>
            <p:cNvSpPr/>
            <p:nvPr/>
          </p:nvSpPr>
          <p:spPr bwMode="black">
            <a:xfrm>
              <a:off x="7249150" y="5827329"/>
              <a:ext cx="402091" cy="465770"/>
            </a:xfrm>
            <a:custGeom>
              <a:avLst/>
              <a:gdLst>
                <a:gd name="connsiteX0" fmla="*/ 96247 w 402092"/>
                <a:gd name="connsiteY0" fmla="*/ 28552 h 465771"/>
                <a:gd name="connsiteX1" fmla="*/ 202451 w 402092"/>
                <a:gd name="connsiteY1" fmla="*/ 834 h 465771"/>
                <a:gd name="connsiteX2" fmla="*/ 275603 w 402092"/>
                <a:gd name="connsiteY2" fmla="*/ 62080 h 465771"/>
                <a:gd name="connsiteX3" fmla="*/ 266935 w 402092"/>
                <a:gd name="connsiteY3" fmla="*/ 181714 h 465771"/>
                <a:gd name="connsiteX4" fmla="*/ 383235 w 402092"/>
                <a:gd name="connsiteY4" fmla="*/ 238483 h 465771"/>
                <a:gd name="connsiteX5" fmla="*/ 394380 w 402092"/>
                <a:gd name="connsiteY5" fmla="*/ 339353 h 465771"/>
                <a:gd name="connsiteX6" fmla="*/ 308464 w 402092"/>
                <a:gd name="connsiteY6" fmla="*/ 418315 h 465771"/>
                <a:gd name="connsiteX7" fmla="*/ 230073 w 402092"/>
                <a:gd name="connsiteY7" fmla="*/ 460511 h 465771"/>
                <a:gd name="connsiteX8" fmla="*/ 205404 w 402092"/>
                <a:gd name="connsiteY8" fmla="*/ 465369 h 465771"/>
                <a:gd name="connsiteX9" fmla="*/ 187116 w 402092"/>
                <a:gd name="connsiteY9" fmla="*/ 452034 h 465771"/>
                <a:gd name="connsiteX10" fmla="*/ 3474 w 402092"/>
                <a:gd name="connsiteY10" fmla="*/ 110563 h 465771"/>
                <a:gd name="connsiteX11" fmla="*/ 2235 w 402092"/>
                <a:gd name="connsiteY11" fmla="*/ 87702 h 465771"/>
                <a:gd name="connsiteX12" fmla="*/ 19952 w 402092"/>
                <a:gd name="connsiteY12" fmla="*/ 69700 h 465771"/>
                <a:gd name="connsiteX13" fmla="*/ 96342 w 402092"/>
                <a:gd name="connsiteY13" fmla="*/ 28647 h 465771"/>
                <a:gd name="connsiteX14" fmla="*/ 80245 w 402092"/>
                <a:gd name="connsiteY14" fmla="*/ 109134 h 465771"/>
                <a:gd name="connsiteX15" fmla="*/ 139300 w 402092"/>
                <a:gd name="connsiteY15" fmla="*/ 218957 h 465771"/>
                <a:gd name="connsiteX16" fmla="*/ 188068 w 402092"/>
                <a:gd name="connsiteY16" fmla="*/ 192763 h 465771"/>
                <a:gd name="connsiteX17" fmla="*/ 225882 w 402092"/>
                <a:gd name="connsiteY17" fmla="*/ 153234 h 465771"/>
                <a:gd name="connsiteX18" fmla="*/ 218929 w 402092"/>
                <a:gd name="connsiteY18" fmla="*/ 101132 h 465771"/>
                <a:gd name="connsiteX19" fmla="*/ 182448 w 402092"/>
                <a:gd name="connsiteY19" fmla="*/ 69128 h 465771"/>
                <a:gd name="connsiteX20" fmla="*/ 127108 w 402092"/>
                <a:gd name="connsiteY20" fmla="*/ 83892 h 465771"/>
                <a:gd name="connsiteX21" fmla="*/ 80245 w 402092"/>
                <a:gd name="connsiteY21" fmla="*/ 109134 h 465771"/>
                <a:gd name="connsiteX22" fmla="*/ 169399 w 402092"/>
                <a:gd name="connsiteY22" fmla="*/ 274773 h 465771"/>
                <a:gd name="connsiteX23" fmla="*/ 230359 w 402092"/>
                <a:gd name="connsiteY23" fmla="*/ 388121 h 465771"/>
                <a:gd name="connsiteX24" fmla="*/ 280175 w 402092"/>
                <a:gd name="connsiteY24" fmla="*/ 361260 h 465771"/>
                <a:gd name="connsiteX25" fmla="*/ 326657 w 402092"/>
                <a:gd name="connsiteY25" fmla="*/ 319731 h 465771"/>
                <a:gd name="connsiteX26" fmla="*/ 320656 w 402092"/>
                <a:gd name="connsiteY26" fmla="*/ 266772 h 465771"/>
                <a:gd name="connsiteX27" fmla="*/ 280841 w 402092"/>
                <a:gd name="connsiteY27" fmla="*/ 231911 h 465771"/>
                <a:gd name="connsiteX28" fmla="*/ 218643 w 402092"/>
                <a:gd name="connsiteY28" fmla="*/ 248198 h 465771"/>
                <a:gd name="connsiteX29" fmla="*/ 169304 w 402092"/>
                <a:gd name="connsiteY29" fmla="*/ 274773 h 46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2092" h="465771">
                  <a:moveTo>
                    <a:pt x="96247" y="28552"/>
                  </a:moveTo>
                  <a:cubicBezTo>
                    <a:pt x="137681" y="6264"/>
                    <a:pt x="173019" y="-2976"/>
                    <a:pt x="202451" y="834"/>
                  </a:cubicBezTo>
                  <a:cubicBezTo>
                    <a:pt x="231788" y="4645"/>
                    <a:pt x="256172" y="25123"/>
                    <a:pt x="275603" y="62080"/>
                  </a:cubicBezTo>
                  <a:cubicBezTo>
                    <a:pt x="298082" y="103895"/>
                    <a:pt x="295224" y="143805"/>
                    <a:pt x="266935" y="181714"/>
                  </a:cubicBezTo>
                  <a:cubicBezTo>
                    <a:pt x="316465" y="167522"/>
                    <a:pt x="355232" y="186477"/>
                    <a:pt x="383235" y="238483"/>
                  </a:cubicBezTo>
                  <a:cubicBezTo>
                    <a:pt x="403905" y="276773"/>
                    <a:pt x="407524" y="310397"/>
                    <a:pt x="394380" y="339353"/>
                  </a:cubicBezTo>
                  <a:cubicBezTo>
                    <a:pt x="381140" y="368214"/>
                    <a:pt x="352470" y="394503"/>
                    <a:pt x="308464" y="418315"/>
                  </a:cubicBezTo>
                  <a:lnTo>
                    <a:pt x="230073" y="460511"/>
                  </a:lnTo>
                  <a:cubicBezTo>
                    <a:pt x="221691" y="464987"/>
                    <a:pt x="213500" y="466607"/>
                    <a:pt x="205404" y="465369"/>
                  </a:cubicBezTo>
                  <a:cubicBezTo>
                    <a:pt x="197307" y="464035"/>
                    <a:pt x="191307" y="459653"/>
                    <a:pt x="187116" y="452034"/>
                  </a:cubicBezTo>
                  <a:lnTo>
                    <a:pt x="3474" y="110563"/>
                  </a:lnTo>
                  <a:cubicBezTo>
                    <a:pt x="-717" y="102752"/>
                    <a:pt x="-1098" y="95132"/>
                    <a:pt x="2235" y="87702"/>
                  </a:cubicBezTo>
                  <a:cubicBezTo>
                    <a:pt x="5664" y="80273"/>
                    <a:pt x="11570" y="74272"/>
                    <a:pt x="19952" y="69700"/>
                  </a:cubicBezTo>
                  <a:lnTo>
                    <a:pt x="96342" y="28647"/>
                  </a:lnTo>
                  <a:close/>
                  <a:moveTo>
                    <a:pt x="80245" y="109134"/>
                  </a:moveTo>
                  <a:lnTo>
                    <a:pt x="139300" y="218957"/>
                  </a:lnTo>
                  <a:lnTo>
                    <a:pt x="188068" y="192763"/>
                  </a:lnTo>
                  <a:cubicBezTo>
                    <a:pt x="207785" y="182381"/>
                    <a:pt x="220358" y="169236"/>
                    <a:pt x="225882" y="153234"/>
                  </a:cubicBezTo>
                  <a:cubicBezTo>
                    <a:pt x="231312" y="137232"/>
                    <a:pt x="229025" y="119897"/>
                    <a:pt x="218929" y="101132"/>
                  </a:cubicBezTo>
                  <a:cubicBezTo>
                    <a:pt x="208833" y="82368"/>
                    <a:pt x="196641" y="71700"/>
                    <a:pt x="182448" y="69128"/>
                  </a:cubicBezTo>
                  <a:cubicBezTo>
                    <a:pt x="168066" y="66843"/>
                    <a:pt x="149682" y="71796"/>
                    <a:pt x="127108" y="83892"/>
                  </a:cubicBezTo>
                  <a:lnTo>
                    <a:pt x="80245" y="109134"/>
                  </a:lnTo>
                  <a:close/>
                  <a:moveTo>
                    <a:pt x="169399" y="274773"/>
                  </a:moveTo>
                  <a:lnTo>
                    <a:pt x="230359" y="388121"/>
                  </a:lnTo>
                  <a:lnTo>
                    <a:pt x="280175" y="361260"/>
                  </a:lnTo>
                  <a:cubicBezTo>
                    <a:pt x="304368" y="348211"/>
                    <a:pt x="319894" y="334400"/>
                    <a:pt x="326657" y="319731"/>
                  </a:cubicBezTo>
                  <a:cubicBezTo>
                    <a:pt x="333705" y="304968"/>
                    <a:pt x="331705" y="287251"/>
                    <a:pt x="320656" y="266772"/>
                  </a:cubicBezTo>
                  <a:cubicBezTo>
                    <a:pt x="309702" y="246389"/>
                    <a:pt x="296463" y="234768"/>
                    <a:pt x="280841" y="231911"/>
                  </a:cubicBezTo>
                  <a:cubicBezTo>
                    <a:pt x="265221" y="229054"/>
                    <a:pt x="244551" y="234482"/>
                    <a:pt x="218643" y="248198"/>
                  </a:cubicBezTo>
                  <a:lnTo>
                    <a:pt x="169304" y="27477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" name="Forme libre : forme 21">
              <a:extLst>
                <a:ext uri="{FF2B5EF4-FFF2-40B4-BE49-F238E27FC236}">
                  <a16:creationId xmlns:a16="http://schemas.microsoft.com/office/drawing/2014/main" id="{E7DB0BB7-E9A6-CA09-19D3-71902F2B589F}"/>
                </a:ext>
              </a:extLst>
            </p:cNvPr>
            <p:cNvSpPr/>
            <p:nvPr/>
          </p:nvSpPr>
          <p:spPr bwMode="black">
            <a:xfrm>
              <a:off x="7642412" y="5637252"/>
              <a:ext cx="417192" cy="467370"/>
            </a:xfrm>
            <a:custGeom>
              <a:avLst/>
              <a:gdLst>
                <a:gd name="connsiteX0" fmla="*/ 141039 w 417193"/>
                <a:gd name="connsiteY0" fmla="*/ 459804 h 467371"/>
                <a:gd name="connsiteX1" fmla="*/ 135134 w 417193"/>
                <a:gd name="connsiteY1" fmla="*/ 449518 h 467371"/>
                <a:gd name="connsiteX2" fmla="*/ 2832 w 417193"/>
                <a:gd name="connsiteY2" fmla="*/ 65183 h 467371"/>
                <a:gd name="connsiteX3" fmla="*/ 15309 w 417193"/>
                <a:gd name="connsiteY3" fmla="*/ 23845 h 467371"/>
                <a:gd name="connsiteX4" fmla="*/ 38646 w 417193"/>
                <a:gd name="connsiteY4" fmla="*/ 6890 h 467371"/>
                <a:gd name="connsiteX5" fmla="*/ 82841 w 417193"/>
                <a:gd name="connsiteY5" fmla="*/ 10129 h 467371"/>
                <a:gd name="connsiteX6" fmla="*/ 405930 w 417193"/>
                <a:gd name="connsiteY6" fmla="*/ 253207 h 467371"/>
                <a:gd name="connsiteX7" fmla="*/ 414883 w 417193"/>
                <a:gd name="connsiteY7" fmla="*/ 262351 h 467371"/>
                <a:gd name="connsiteX8" fmla="*/ 415740 w 417193"/>
                <a:gd name="connsiteY8" fmla="*/ 278353 h 467371"/>
                <a:gd name="connsiteX9" fmla="*/ 400500 w 417193"/>
                <a:gd name="connsiteY9" fmla="*/ 297498 h 467371"/>
                <a:gd name="connsiteX10" fmla="*/ 352399 w 417193"/>
                <a:gd name="connsiteY10" fmla="*/ 298260 h 467371"/>
                <a:gd name="connsiteX11" fmla="*/ 285248 w 417193"/>
                <a:gd name="connsiteY11" fmla="*/ 246635 h 467371"/>
                <a:gd name="connsiteX12" fmla="*/ 158851 w 417193"/>
                <a:gd name="connsiteY12" fmla="*/ 338646 h 467371"/>
                <a:gd name="connsiteX13" fmla="*/ 186474 w 417193"/>
                <a:gd name="connsiteY13" fmla="*/ 415227 h 467371"/>
                <a:gd name="connsiteX14" fmla="*/ 191141 w 417193"/>
                <a:gd name="connsiteY14" fmla="*/ 441326 h 467371"/>
                <a:gd name="connsiteX15" fmla="*/ 177330 w 417193"/>
                <a:gd name="connsiteY15" fmla="*/ 459899 h 467371"/>
                <a:gd name="connsiteX16" fmla="*/ 155613 w 417193"/>
                <a:gd name="connsiteY16" fmla="*/ 467234 h 467371"/>
                <a:gd name="connsiteX17" fmla="*/ 140849 w 417193"/>
                <a:gd name="connsiteY17" fmla="*/ 459614 h 467371"/>
                <a:gd name="connsiteX18" fmla="*/ 64458 w 417193"/>
                <a:gd name="connsiteY18" fmla="*/ 76804 h 467371"/>
                <a:gd name="connsiteX19" fmla="*/ 137039 w 417193"/>
                <a:gd name="connsiteY19" fmla="*/ 278258 h 467371"/>
                <a:gd name="connsiteX20" fmla="*/ 234289 w 417193"/>
                <a:gd name="connsiteY20" fmla="*/ 207487 h 467371"/>
                <a:gd name="connsiteX21" fmla="*/ 64458 w 417193"/>
                <a:gd name="connsiteY21" fmla="*/ 76804 h 467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7193" h="467371">
                  <a:moveTo>
                    <a:pt x="141039" y="459804"/>
                  </a:moveTo>
                  <a:cubicBezTo>
                    <a:pt x="137801" y="455328"/>
                    <a:pt x="135800" y="451899"/>
                    <a:pt x="135134" y="449518"/>
                  </a:cubicBezTo>
                  <a:lnTo>
                    <a:pt x="2832" y="65183"/>
                  </a:lnTo>
                  <a:cubicBezTo>
                    <a:pt x="-3455" y="48229"/>
                    <a:pt x="736" y="34513"/>
                    <a:pt x="15309" y="23845"/>
                  </a:cubicBezTo>
                  <a:lnTo>
                    <a:pt x="38646" y="6890"/>
                  </a:lnTo>
                  <a:cubicBezTo>
                    <a:pt x="52552" y="-3301"/>
                    <a:pt x="67316" y="-2158"/>
                    <a:pt x="82841" y="10129"/>
                  </a:cubicBezTo>
                  <a:lnTo>
                    <a:pt x="405930" y="253207"/>
                  </a:lnTo>
                  <a:cubicBezTo>
                    <a:pt x="409168" y="255588"/>
                    <a:pt x="412216" y="258636"/>
                    <a:pt x="414883" y="262351"/>
                  </a:cubicBezTo>
                  <a:cubicBezTo>
                    <a:pt x="417645" y="266066"/>
                    <a:pt x="417931" y="271400"/>
                    <a:pt x="415740" y="278353"/>
                  </a:cubicBezTo>
                  <a:cubicBezTo>
                    <a:pt x="413740" y="285401"/>
                    <a:pt x="408597" y="291783"/>
                    <a:pt x="400500" y="297498"/>
                  </a:cubicBezTo>
                  <a:cubicBezTo>
                    <a:pt x="383832" y="309690"/>
                    <a:pt x="367734" y="309976"/>
                    <a:pt x="352399" y="298260"/>
                  </a:cubicBezTo>
                  <a:lnTo>
                    <a:pt x="285248" y="246635"/>
                  </a:lnTo>
                  <a:lnTo>
                    <a:pt x="158851" y="338646"/>
                  </a:lnTo>
                  <a:lnTo>
                    <a:pt x="186474" y="415227"/>
                  </a:lnTo>
                  <a:cubicBezTo>
                    <a:pt x="190855" y="425800"/>
                    <a:pt x="192474" y="434468"/>
                    <a:pt x="191141" y="441326"/>
                  </a:cubicBezTo>
                  <a:cubicBezTo>
                    <a:pt x="189712" y="447993"/>
                    <a:pt x="185140" y="454185"/>
                    <a:pt x="177330" y="459899"/>
                  </a:cubicBezTo>
                  <a:cubicBezTo>
                    <a:pt x="169519" y="465614"/>
                    <a:pt x="162280" y="467995"/>
                    <a:pt x="155613" y="467234"/>
                  </a:cubicBezTo>
                  <a:cubicBezTo>
                    <a:pt x="148945" y="466472"/>
                    <a:pt x="144087" y="463900"/>
                    <a:pt x="140849" y="459614"/>
                  </a:cubicBezTo>
                  <a:moveTo>
                    <a:pt x="64458" y="76804"/>
                  </a:moveTo>
                  <a:lnTo>
                    <a:pt x="137039" y="278258"/>
                  </a:lnTo>
                  <a:lnTo>
                    <a:pt x="234289" y="207487"/>
                  </a:lnTo>
                  <a:lnTo>
                    <a:pt x="64458" y="7680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217DE451-4D2D-218F-1AD2-1B8CE10DF1CC}"/>
                </a:ext>
              </a:extLst>
            </p:cNvPr>
            <p:cNvSpPr/>
            <p:nvPr/>
          </p:nvSpPr>
          <p:spPr bwMode="black">
            <a:xfrm>
              <a:off x="7901337" y="5362908"/>
              <a:ext cx="414995" cy="434935"/>
            </a:xfrm>
            <a:custGeom>
              <a:avLst/>
              <a:gdLst>
                <a:gd name="connsiteX0" fmla="*/ 48130 w 414994"/>
                <a:gd name="connsiteY0" fmla="*/ 45670 h 434933"/>
                <a:gd name="connsiteX1" fmla="*/ 138617 w 414994"/>
                <a:gd name="connsiteY1" fmla="*/ 712 h 434933"/>
                <a:gd name="connsiteX2" fmla="*/ 217579 w 414994"/>
                <a:gd name="connsiteY2" fmla="*/ 27573 h 434933"/>
                <a:gd name="connsiteX3" fmla="*/ 227295 w 414994"/>
                <a:gd name="connsiteY3" fmla="*/ 52528 h 434933"/>
                <a:gd name="connsiteX4" fmla="*/ 213484 w 414994"/>
                <a:gd name="connsiteY4" fmla="*/ 77770 h 434933"/>
                <a:gd name="connsiteX5" fmla="*/ 174336 w 414994"/>
                <a:gd name="connsiteY5" fmla="*/ 84342 h 434933"/>
                <a:gd name="connsiteX6" fmla="*/ 134045 w 414994"/>
                <a:gd name="connsiteY6" fmla="*/ 71483 h 434933"/>
                <a:gd name="connsiteX7" fmla="*/ 91469 w 414994"/>
                <a:gd name="connsiteY7" fmla="*/ 92057 h 434933"/>
                <a:gd name="connsiteX8" fmla="*/ 67465 w 414994"/>
                <a:gd name="connsiteY8" fmla="*/ 133872 h 434933"/>
                <a:gd name="connsiteX9" fmla="*/ 81848 w 414994"/>
                <a:gd name="connsiteY9" fmla="*/ 174925 h 434933"/>
                <a:gd name="connsiteX10" fmla="*/ 128521 w 414994"/>
                <a:gd name="connsiteY10" fmla="*/ 193213 h 434933"/>
                <a:gd name="connsiteX11" fmla="*/ 188814 w 414994"/>
                <a:gd name="connsiteY11" fmla="*/ 183592 h 434933"/>
                <a:gd name="connsiteX12" fmla="*/ 253203 w 414994"/>
                <a:gd name="connsiteY12" fmla="*/ 166543 h 434933"/>
                <a:gd name="connsiteX13" fmla="*/ 319878 w 414994"/>
                <a:gd name="connsiteY13" fmla="*/ 164066 h 434933"/>
                <a:gd name="connsiteX14" fmla="*/ 378171 w 414994"/>
                <a:gd name="connsiteY14" fmla="*/ 195594 h 434933"/>
                <a:gd name="connsiteX15" fmla="*/ 414366 w 414994"/>
                <a:gd name="connsiteY15" fmla="*/ 288082 h 434933"/>
                <a:gd name="connsiteX16" fmla="*/ 363503 w 414994"/>
                <a:gd name="connsiteY16" fmla="*/ 380760 h 434933"/>
                <a:gd name="connsiteX17" fmla="*/ 286826 w 414994"/>
                <a:gd name="connsiteY17" fmla="*/ 426194 h 434933"/>
                <a:gd name="connsiteX18" fmla="*/ 220151 w 414994"/>
                <a:gd name="connsiteY18" fmla="*/ 424861 h 434933"/>
                <a:gd name="connsiteX19" fmla="*/ 210340 w 414994"/>
                <a:gd name="connsiteY19" fmla="*/ 401620 h 434933"/>
                <a:gd name="connsiteX20" fmla="*/ 217008 w 414994"/>
                <a:gd name="connsiteY20" fmla="*/ 379331 h 434933"/>
                <a:gd name="connsiteX21" fmla="*/ 233867 w 414994"/>
                <a:gd name="connsiteY21" fmla="*/ 370949 h 434933"/>
                <a:gd name="connsiteX22" fmla="*/ 322068 w 414994"/>
                <a:gd name="connsiteY22" fmla="*/ 332468 h 434933"/>
                <a:gd name="connsiteX23" fmla="*/ 333880 w 414994"/>
                <a:gd name="connsiteY23" fmla="*/ 248362 h 434933"/>
                <a:gd name="connsiteX24" fmla="*/ 291303 w 414994"/>
                <a:gd name="connsiteY24" fmla="*/ 233885 h 434933"/>
                <a:gd name="connsiteX25" fmla="*/ 231391 w 414994"/>
                <a:gd name="connsiteY25" fmla="*/ 244362 h 434933"/>
                <a:gd name="connsiteX26" fmla="*/ 166049 w 414994"/>
                <a:gd name="connsiteY26" fmla="*/ 261126 h 434933"/>
                <a:gd name="connsiteX27" fmla="*/ 97564 w 414994"/>
                <a:gd name="connsiteY27" fmla="*/ 261126 h 434933"/>
                <a:gd name="connsiteX28" fmla="*/ 36604 w 414994"/>
                <a:gd name="connsiteY28" fmla="*/ 226455 h 434933"/>
                <a:gd name="connsiteX29" fmla="*/ 600 w 414994"/>
                <a:gd name="connsiteY29" fmla="*/ 134634 h 434933"/>
                <a:gd name="connsiteX30" fmla="*/ 48034 w 414994"/>
                <a:gd name="connsiteY30" fmla="*/ 45670 h 434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14994" h="434933">
                  <a:moveTo>
                    <a:pt x="48130" y="45670"/>
                  </a:moveTo>
                  <a:cubicBezTo>
                    <a:pt x="75943" y="19095"/>
                    <a:pt x="106137" y="4141"/>
                    <a:pt x="138617" y="712"/>
                  </a:cubicBezTo>
                  <a:cubicBezTo>
                    <a:pt x="171193" y="-2717"/>
                    <a:pt x="197482" y="6237"/>
                    <a:pt x="217579" y="27573"/>
                  </a:cubicBezTo>
                  <a:cubicBezTo>
                    <a:pt x="224819" y="35193"/>
                    <a:pt x="228057" y="43575"/>
                    <a:pt x="227295" y="52528"/>
                  </a:cubicBezTo>
                  <a:cubicBezTo>
                    <a:pt x="226438" y="61577"/>
                    <a:pt x="221866" y="69959"/>
                    <a:pt x="213484" y="77770"/>
                  </a:cubicBezTo>
                  <a:cubicBezTo>
                    <a:pt x="199577" y="91010"/>
                    <a:pt x="186528" y="93200"/>
                    <a:pt x="174336" y="84342"/>
                  </a:cubicBezTo>
                  <a:cubicBezTo>
                    <a:pt x="162049" y="75484"/>
                    <a:pt x="148714" y="71197"/>
                    <a:pt x="134045" y="71483"/>
                  </a:cubicBezTo>
                  <a:cubicBezTo>
                    <a:pt x="119472" y="71769"/>
                    <a:pt x="105280" y="78627"/>
                    <a:pt x="91469" y="92057"/>
                  </a:cubicBezTo>
                  <a:cubicBezTo>
                    <a:pt x="77848" y="105106"/>
                    <a:pt x="69847" y="119013"/>
                    <a:pt x="67465" y="133872"/>
                  </a:cubicBezTo>
                  <a:cubicBezTo>
                    <a:pt x="65084" y="148731"/>
                    <a:pt x="69847" y="162352"/>
                    <a:pt x="81848" y="174925"/>
                  </a:cubicBezTo>
                  <a:cubicBezTo>
                    <a:pt x="93850" y="187497"/>
                    <a:pt x="109375" y="193593"/>
                    <a:pt x="128521" y="193213"/>
                  </a:cubicBezTo>
                  <a:cubicBezTo>
                    <a:pt x="147571" y="192736"/>
                    <a:pt x="167669" y="189498"/>
                    <a:pt x="188814" y="183592"/>
                  </a:cubicBezTo>
                  <a:cubicBezTo>
                    <a:pt x="209959" y="177591"/>
                    <a:pt x="231486" y="171972"/>
                    <a:pt x="253203" y="166543"/>
                  </a:cubicBezTo>
                  <a:cubicBezTo>
                    <a:pt x="275015" y="161113"/>
                    <a:pt x="297208" y="160351"/>
                    <a:pt x="319878" y="164066"/>
                  </a:cubicBezTo>
                  <a:cubicBezTo>
                    <a:pt x="342547" y="167781"/>
                    <a:pt x="361978" y="178354"/>
                    <a:pt x="378171" y="195594"/>
                  </a:cubicBezTo>
                  <a:cubicBezTo>
                    <a:pt x="405984" y="224645"/>
                    <a:pt x="417985" y="255506"/>
                    <a:pt x="414366" y="288082"/>
                  </a:cubicBezTo>
                  <a:cubicBezTo>
                    <a:pt x="410746" y="320657"/>
                    <a:pt x="393792" y="351518"/>
                    <a:pt x="363503" y="380760"/>
                  </a:cubicBezTo>
                  <a:cubicBezTo>
                    <a:pt x="344453" y="398952"/>
                    <a:pt x="318926" y="414097"/>
                    <a:pt x="286826" y="426194"/>
                  </a:cubicBezTo>
                  <a:cubicBezTo>
                    <a:pt x="254727" y="438291"/>
                    <a:pt x="232534" y="437815"/>
                    <a:pt x="220151" y="424861"/>
                  </a:cubicBezTo>
                  <a:cubicBezTo>
                    <a:pt x="214531" y="419051"/>
                    <a:pt x="211293" y="411335"/>
                    <a:pt x="210340" y="401620"/>
                  </a:cubicBezTo>
                  <a:cubicBezTo>
                    <a:pt x="209388" y="391904"/>
                    <a:pt x="211674" y="384570"/>
                    <a:pt x="217008" y="379331"/>
                  </a:cubicBezTo>
                  <a:cubicBezTo>
                    <a:pt x="222437" y="374188"/>
                    <a:pt x="228057" y="371426"/>
                    <a:pt x="233867" y="370949"/>
                  </a:cubicBezTo>
                  <a:cubicBezTo>
                    <a:pt x="268348" y="368282"/>
                    <a:pt x="297684" y="355423"/>
                    <a:pt x="322068" y="332468"/>
                  </a:cubicBezTo>
                  <a:cubicBezTo>
                    <a:pt x="354168" y="301702"/>
                    <a:pt x="358169" y="273699"/>
                    <a:pt x="333880" y="248362"/>
                  </a:cubicBezTo>
                  <a:cubicBezTo>
                    <a:pt x="323878" y="237885"/>
                    <a:pt x="309686" y="233122"/>
                    <a:pt x="291303" y="233885"/>
                  </a:cubicBezTo>
                  <a:cubicBezTo>
                    <a:pt x="272920" y="234646"/>
                    <a:pt x="252917" y="238170"/>
                    <a:pt x="231391" y="244362"/>
                  </a:cubicBezTo>
                  <a:cubicBezTo>
                    <a:pt x="209959" y="250648"/>
                    <a:pt x="188147" y="256173"/>
                    <a:pt x="166049" y="261126"/>
                  </a:cubicBezTo>
                  <a:cubicBezTo>
                    <a:pt x="143665" y="265698"/>
                    <a:pt x="120805" y="265698"/>
                    <a:pt x="97564" y="261126"/>
                  </a:cubicBezTo>
                  <a:cubicBezTo>
                    <a:pt x="74323" y="256553"/>
                    <a:pt x="53940" y="244933"/>
                    <a:pt x="36604" y="226455"/>
                  </a:cubicBezTo>
                  <a:cubicBezTo>
                    <a:pt x="9077" y="197689"/>
                    <a:pt x="-2924" y="167114"/>
                    <a:pt x="600" y="134634"/>
                  </a:cubicBezTo>
                  <a:cubicBezTo>
                    <a:pt x="4410" y="101868"/>
                    <a:pt x="20221" y="72245"/>
                    <a:pt x="48034" y="456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75EF0A15-3D89-48CA-662A-4036F3B051C2}"/>
              </a:ext>
            </a:extLst>
          </p:cNvPr>
          <p:cNvGrpSpPr/>
          <p:nvPr userDrawn="1"/>
        </p:nvGrpSpPr>
        <p:grpSpPr bwMode="auto">
          <a:xfrm flipH="1">
            <a:off x="4269051" y="2821883"/>
            <a:ext cx="811950" cy="514774"/>
            <a:chOff x="4589369" y="4849913"/>
            <a:chExt cx="3072989" cy="1948269"/>
          </a:xfrm>
          <a:solidFill>
            <a:schemeClr val="bg2"/>
          </a:solidFill>
        </p:grpSpPr>
        <p:sp>
          <p:nvSpPr>
            <p:cNvPr id="25" name="Forme libre : forme 24">
              <a:extLst>
                <a:ext uri="{FF2B5EF4-FFF2-40B4-BE49-F238E27FC236}">
                  <a16:creationId xmlns:a16="http://schemas.microsoft.com/office/drawing/2014/main" id="{814C16E9-6A43-6389-5062-40A0E9E09D2F}"/>
                </a:ext>
              </a:extLst>
            </p:cNvPr>
            <p:cNvSpPr/>
            <p:nvPr/>
          </p:nvSpPr>
          <p:spPr bwMode="auto">
            <a:xfrm rot="18900000" flipV="1">
              <a:off x="4671817" y="5266547"/>
              <a:ext cx="618261" cy="618264"/>
            </a:xfrm>
            <a:custGeom>
              <a:avLst/>
              <a:gdLst>
                <a:gd name="connsiteX0" fmla="*/ 527517 w 618261"/>
                <a:gd name="connsiteY0" fmla="*/ 527520 h 618264"/>
                <a:gd name="connsiteX1" fmla="*/ 618261 w 618261"/>
                <a:gd name="connsiteY1" fmla="*/ 308445 h 618264"/>
                <a:gd name="connsiteX2" fmla="*/ 618261 w 618261"/>
                <a:gd name="connsiteY2" fmla="*/ 0 h 618264"/>
                <a:gd name="connsiteX3" fmla="*/ 309819 w 618261"/>
                <a:gd name="connsiteY3" fmla="*/ 0 h 618264"/>
                <a:gd name="connsiteX4" fmla="*/ 0 w 618261"/>
                <a:gd name="connsiteY4" fmla="*/ 309819 h 618264"/>
                <a:gd name="connsiteX5" fmla="*/ 52912 w 618261"/>
                <a:gd name="connsiteY5" fmla="*/ 483041 h 618264"/>
                <a:gd name="connsiteX6" fmla="*/ 90129 w 618261"/>
                <a:gd name="connsiteY6" fmla="*/ 528148 h 618264"/>
                <a:gd name="connsiteX7" fmla="*/ 135220 w 618261"/>
                <a:gd name="connsiteY7" fmla="*/ 565351 h 618264"/>
                <a:gd name="connsiteX8" fmla="*/ 308442 w 618261"/>
                <a:gd name="connsiteY8" fmla="*/ 618264 h 618264"/>
                <a:gd name="connsiteX9" fmla="*/ 527517 w 618261"/>
                <a:gd name="connsiteY9" fmla="*/ 527520 h 61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261" h="618264">
                  <a:moveTo>
                    <a:pt x="527517" y="527520"/>
                  </a:moveTo>
                  <a:cubicBezTo>
                    <a:pt x="583583" y="471454"/>
                    <a:pt x="618261" y="393999"/>
                    <a:pt x="618261" y="308445"/>
                  </a:cubicBezTo>
                  <a:lnTo>
                    <a:pt x="618261" y="0"/>
                  </a:lnTo>
                  <a:lnTo>
                    <a:pt x="309819" y="0"/>
                  </a:lnTo>
                  <a:cubicBezTo>
                    <a:pt x="138711" y="0"/>
                    <a:pt x="0" y="138711"/>
                    <a:pt x="0" y="309819"/>
                  </a:cubicBezTo>
                  <a:cubicBezTo>
                    <a:pt x="0" y="373984"/>
                    <a:pt x="19506" y="433594"/>
                    <a:pt x="52912" y="483041"/>
                  </a:cubicBezTo>
                  <a:lnTo>
                    <a:pt x="90129" y="528148"/>
                  </a:lnTo>
                  <a:lnTo>
                    <a:pt x="135220" y="565351"/>
                  </a:lnTo>
                  <a:cubicBezTo>
                    <a:pt x="184667" y="598757"/>
                    <a:pt x="244277" y="618264"/>
                    <a:pt x="308442" y="618264"/>
                  </a:cubicBezTo>
                  <a:cubicBezTo>
                    <a:pt x="393996" y="618264"/>
                    <a:pt x="471451" y="583586"/>
                    <a:pt x="527517" y="52752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26" name="Forme libre : forme 25">
              <a:extLst>
                <a:ext uri="{FF2B5EF4-FFF2-40B4-BE49-F238E27FC236}">
                  <a16:creationId xmlns:a16="http://schemas.microsoft.com/office/drawing/2014/main" id="{DCFA6C48-93D2-E469-7054-44C5D5678886}"/>
                </a:ext>
              </a:extLst>
            </p:cNvPr>
            <p:cNvSpPr/>
            <p:nvPr/>
          </p:nvSpPr>
          <p:spPr bwMode="auto">
            <a:xfrm rot="18900000" flipV="1">
              <a:off x="4589369" y="4849913"/>
              <a:ext cx="1613106" cy="619638"/>
            </a:xfrm>
            <a:custGeom>
              <a:avLst/>
              <a:gdLst>
                <a:gd name="connsiteX0" fmla="*/ 1522363 w 1613106"/>
                <a:gd name="connsiteY0" fmla="*/ 528894 h 619638"/>
                <a:gd name="connsiteX1" fmla="*/ 1613106 w 1613106"/>
                <a:gd name="connsiteY1" fmla="*/ 309819 h 619638"/>
                <a:gd name="connsiteX2" fmla="*/ 1303287 w 1613106"/>
                <a:gd name="connsiteY2" fmla="*/ 0 h 619638"/>
                <a:gd name="connsiteX3" fmla="*/ 528132 w 1613106"/>
                <a:gd name="connsiteY3" fmla="*/ 0 h 619638"/>
                <a:gd name="connsiteX4" fmla="*/ 528132 w 1613106"/>
                <a:gd name="connsiteY4" fmla="*/ 308445 h 619638"/>
                <a:gd name="connsiteX5" fmla="*/ 218313 w 1613106"/>
                <a:gd name="connsiteY5" fmla="*/ 618264 h 619638"/>
                <a:gd name="connsiteX6" fmla="*/ 45091 w 1613106"/>
                <a:gd name="connsiteY6" fmla="*/ 565351 h 619638"/>
                <a:gd name="connsiteX7" fmla="*/ 0 w 1613106"/>
                <a:gd name="connsiteY7" fmla="*/ 528148 h 619638"/>
                <a:gd name="connsiteX8" fmla="*/ 615 w 1613106"/>
                <a:gd name="connsiteY8" fmla="*/ 528894 h 619638"/>
                <a:gd name="connsiteX9" fmla="*/ 219690 w 1613106"/>
                <a:gd name="connsiteY9" fmla="*/ 619638 h 619638"/>
                <a:gd name="connsiteX10" fmla="*/ 1303287 w 1613106"/>
                <a:gd name="connsiteY10" fmla="*/ 619638 h 619638"/>
                <a:gd name="connsiteX11" fmla="*/ 1522363 w 1613106"/>
                <a:gd name="connsiteY11" fmla="*/ 528894 h 61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3106" h="619638">
                  <a:moveTo>
                    <a:pt x="1522363" y="528894"/>
                  </a:moveTo>
                  <a:cubicBezTo>
                    <a:pt x="1578428" y="472828"/>
                    <a:pt x="1613106" y="395373"/>
                    <a:pt x="1613106" y="309819"/>
                  </a:cubicBezTo>
                  <a:cubicBezTo>
                    <a:pt x="1613106" y="138711"/>
                    <a:pt x="1474395" y="0"/>
                    <a:pt x="1303287" y="0"/>
                  </a:cubicBezTo>
                  <a:lnTo>
                    <a:pt x="528132" y="0"/>
                  </a:lnTo>
                  <a:lnTo>
                    <a:pt x="528132" y="308445"/>
                  </a:lnTo>
                  <a:cubicBezTo>
                    <a:pt x="528132" y="479553"/>
                    <a:pt x="389421" y="618264"/>
                    <a:pt x="218313" y="618264"/>
                  </a:cubicBezTo>
                  <a:cubicBezTo>
                    <a:pt x="154148" y="618264"/>
                    <a:pt x="94538" y="598757"/>
                    <a:pt x="45091" y="565351"/>
                  </a:cubicBezTo>
                  <a:lnTo>
                    <a:pt x="0" y="528148"/>
                  </a:lnTo>
                  <a:lnTo>
                    <a:pt x="615" y="528894"/>
                  </a:lnTo>
                  <a:cubicBezTo>
                    <a:pt x="56681" y="584960"/>
                    <a:pt x="134136" y="619638"/>
                    <a:pt x="219690" y="619638"/>
                  </a:cubicBezTo>
                  <a:lnTo>
                    <a:pt x="1303287" y="619638"/>
                  </a:lnTo>
                  <a:cubicBezTo>
                    <a:pt x="1388841" y="619638"/>
                    <a:pt x="1466296" y="584960"/>
                    <a:pt x="1522363" y="528894"/>
                  </a:cubicBezTo>
                  <a:close/>
                </a:path>
              </a:pathLst>
            </a:custGeom>
            <a:solidFill>
              <a:schemeClr val="bg2"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27" name="Forme libre : forme 26">
              <a:extLst>
                <a:ext uri="{FF2B5EF4-FFF2-40B4-BE49-F238E27FC236}">
                  <a16:creationId xmlns:a16="http://schemas.microsoft.com/office/drawing/2014/main" id="{302E642A-4171-CD15-2B48-EC8BE4367D5F}"/>
                </a:ext>
              </a:extLst>
            </p:cNvPr>
            <p:cNvSpPr/>
            <p:nvPr/>
          </p:nvSpPr>
          <p:spPr bwMode="auto">
            <a:xfrm rot="18900000" flipV="1">
              <a:off x="5086096" y="5185063"/>
              <a:ext cx="619638" cy="1613119"/>
            </a:xfrm>
            <a:custGeom>
              <a:avLst/>
              <a:gdLst>
                <a:gd name="connsiteX0" fmla="*/ 91506 w 619638"/>
                <a:gd name="connsiteY0" fmla="*/ 1613119 h 1613119"/>
                <a:gd name="connsiteX1" fmla="*/ 54289 w 619638"/>
                <a:gd name="connsiteY1" fmla="*/ 1568012 h 1613119"/>
                <a:gd name="connsiteX2" fmla="*/ 1377 w 619638"/>
                <a:gd name="connsiteY2" fmla="*/ 1394790 h 1613119"/>
                <a:gd name="connsiteX3" fmla="*/ 311196 w 619638"/>
                <a:gd name="connsiteY3" fmla="*/ 1084971 h 1613119"/>
                <a:gd name="connsiteX4" fmla="*/ 619638 w 619638"/>
                <a:gd name="connsiteY4" fmla="*/ 1084971 h 1613119"/>
                <a:gd name="connsiteX5" fmla="*/ 619638 w 619638"/>
                <a:gd name="connsiteY5" fmla="*/ 309818 h 1613119"/>
                <a:gd name="connsiteX6" fmla="*/ 309819 w 619638"/>
                <a:gd name="connsiteY6" fmla="*/ 0 h 1613119"/>
                <a:gd name="connsiteX7" fmla="*/ 1 w 619638"/>
                <a:gd name="connsiteY7" fmla="*/ 309818 h 1613119"/>
                <a:gd name="connsiteX8" fmla="*/ 1 w 619638"/>
                <a:gd name="connsiteY8" fmla="*/ 1393416 h 1613119"/>
                <a:gd name="connsiteX9" fmla="*/ 90744 w 619638"/>
                <a:gd name="connsiteY9" fmla="*/ 1612491 h 1613119"/>
                <a:gd name="connsiteX10" fmla="*/ 91506 w 619638"/>
                <a:gd name="connsiteY10" fmla="*/ 1613119 h 1613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638" h="1613119">
                  <a:moveTo>
                    <a:pt x="91506" y="1613119"/>
                  </a:moveTo>
                  <a:lnTo>
                    <a:pt x="54289" y="1568012"/>
                  </a:lnTo>
                  <a:cubicBezTo>
                    <a:pt x="20883" y="1518565"/>
                    <a:pt x="1377" y="1458955"/>
                    <a:pt x="1377" y="1394790"/>
                  </a:cubicBezTo>
                  <a:cubicBezTo>
                    <a:pt x="1377" y="1223682"/>
                    <a:pt x="140088" y="1084971"/>
                    <a:pt x="311196" y="1084971"/>
                  </a:cubicBezTo>
                  <a:lnTo>
                    <a:pt x="619638" y="1084971"/>
                  </a:lnTo>
                  <a:lnTo>
                    <a:pt x="619638" y="309818"/>
                  </a:lnTo>
                  <a:cubicBezTo>
                    <a:pt x="619637" y="138711"/>
                    <a:pt x="480926" y="0"/>
                    <a:pt x="309819" y="0"/>
                  </a:cubicBezTo>
                  <a:cubicBezTo>
                    <a:pt x="138711" y="0"/>
                    <a:pt x="0" y="138711"/>
                    <a:pt x="1" y="309818"/>
                  </a:cubicBezTo>
                  <a:lnTo>
                    <a:pt x="1" y="1393416"/>
                  </a:lnTo>
                  <a:cubicBezTo>
                    <a:pt x="0" y="1478970"/>
                    <a:pt x="34678" y="1556424"/>
                    <a:pt x="90744" y="1612491"/>
                  </a:cubicBezTo>
                  <a:lnTo>
                    <a:pt x="91506" y="1613119"/>
                  </a:lnTo>
                  <a:close/>
                </a:path>
              </a:pathLst>
            </a:custGeom>
            <a:solidFill>
              <a:schemeClr val="bg2"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28" name="Forme libre : forme 27">
              <a:extLst>
                <a:ext uri="{FF2B5EF4-FFF2-40B4-BE49-F238E27FC236}">
                  <a16:creationId xmlns:a16="http://schemas.microsoft.com/office/drawing/2014/main" id="{F837C73B-BDC9-FA71-0DC0-983AB48ED215}"/>
                </a:ext>
              </a:extLst>
            </p:cNvPr>
            <p:cNvSpPr/>
            <p:nvPr/>
          </p:nvSpPr>
          <p:spPr bwMode="auto">
            <a:xfrm rot="18900000" flipV="1">
              <a:off x="6131700" y="5266547"/>
              <a:ext cx="618261" cy="618264"/>
            </a:xfrm>
            <a:custGeom>
              <a:avLst/>
              <a:gdLst>
                <a:gd name="connsiteX0" fmla="*/ 527517 w 618261"/>
                <a:gd name="connsiteY0" fmla="*/ 527520 h 618264"/>
                <a:gd name="connsiteX1" fmla="*/ 618261 w 618261"/>
                <a:gd name="connsiteY1" fmla="*/ 308445 h 618264"/>
                <a:gd name="connsiteX2" fmla="*/ 618261 w 618261"/>
                <a:gd name="connsiteY2" fmla="*/ 0 h 618264"/>
                <a:gd name="connsiteX3" fmla="*/ 309819 w 618261"/>
                <a:gd name="connsiteY3" fmla="*/ 0 h 618264"/>
                <a:gd name="connsiteX4" fmla="*/ 0 w 618261"/>
                <a:gd name="connsiteY4" fmla="*/ 309819 h 618264"/>
                <a:gd name="connsiteX5" fmla="*/ 52912 w 618261"/>
                <a:gd name="connsiteY5" fmla="*/ 483041 h 618264"/>
                <a:gd name="connsiteX6" fmla="*/ 90129 w 618261"/>
                <a:gd name="connsiteY6" fmla="*/ 528148 h 618264"/>
                <a:gd name="connsiteX7" fmla="*/ 135220 w 618261"/>
                <a:gd name="connsiteY7" fmla="*/ 565351 h 618264"/>
                <a:gd name="connsiteX8" fmla="*/ 308442 w 618261"/>
                <a:gd name="connsiteY8" fmla="*/ 618264 h 618264"/>
                <a:gd name="connsiteX9" fmla="*/ 527517 w 618261"/>
                <a:gd name="connsiteY9" fmla="*/ 527520 h 61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261" h="618264">
                  <a:moveTo>
                    <a:pt x="527517" y="527520"/>
                  </a:moveTo>
                  <a:cubicBezTo>
                    <a:pt x="583583" y="471454"/>
                    <a:pt x="618261" y="393999"/>
                    <a:pt x="618261" y="308445"/>
                  </a:cubicBezTo>
                  <a:lnTo>
                    <a:pt x="618261" y="0"/>
                  </a:lnTo>
                  <a:lnTo>
                    <a:pt x="309819" y="0"/>
                  </a:lnTo>
                  <a:cubicBezTo>
                    <a:pt x="138711" y="0"/>
                    <a:pt x="0" y="138711"/>
                    <a:pt x="0" y="309819"/>
                  </a:cubicBezTo>
                  <a:cubicBezTo>
                    <a:pt x="0" y="373984"/>
                    <a:pt x="19506" y="433594"/>
                    <a:pt x="52912" y="483041"/>
                  </a:cubicBezTo>
                  <a:lnTo>
                    <a:pt x="90129" y="528148"/>
                  </a:lnTo>
                  <a:lnTo>
                    <a:pt x="135220" y="565351"/>
                  </a:lnTo>
                  <a:cubicBezTo>
                    <a:pt x="184667" y="598757"/>
                    <a:pt x="244277" y="618264"/>
                    <a:pt x="308442" y="618264"/>
                  </a:cubicBezTo>
                  <a:cubicBezTo>
                    <a:pt x="393996" y="618264"/>
                    <a:pt x="471451" y="583586"/>
                    <a:pt x="527517" y="52752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29" name="Forme libre : forme 28">
              <a:extLst>
                <a:ext uri="{FF2B5EF4-FFF2-40B4-BE49-F238E27FC236}">
                  <a16:creationId xmlns:a16="http://schemas.microsoft.com/office/drawing/2014/main" id="{AA3F6E20-DC94-F106-33CC-C601873A6089}"/>
                </a:ext>
              </a:extLst>
            </p:cNvPr>
            <p:cNvSpPr/>
            <p:nvPr/>
          </p:nvSpPr>
          <p:spPr bwMode="auto">
            <a:xfrm rot="18900000" flipV="1">
              <a:off x="6049252" y="4849913"/>
              <a:ext cx="1613106" cy="619638"/>
            </a:xfrm>
            <a:custGeom>
              <a:avLst/>
              <a:gdLst>
                <a:gd name="connsiteX0" fmla="*/ 1522363 w 1613106"/>
                <a:gd name="connsiteY0" fmla="*/ 528894 h 619638"/>
                <a:gd name="connsiteX1" fmla="*/ 1613106 w 1613106"/>
                <a:gd name="connsiteY1" fmla="*/ 309819 h 619638"/>
                <a:gd name="connsiteX2" fmla="*/ 1303287 w 1613106"/>
                <a:gd name="connsiteY2" fmla="*/ 0 h 619638"/>
                <a:gd name="connsiteX3" fmla="*/ 528132 w 1613106"/>
                <a:gd name="connsiteY3" fmla="*/ 0 h 619638"/>
                <a:gd name="connsiteX4" fmla="*/ 528132 w 1613106"/>
                <a:gd name="connsiteY4" fmla="*/ 308445 h 619638"/>
                <a:gd name="connsiteX5" fmla="*/ 218313 w 1613106"/>
                <a:gd name="connsiteY5" fmla="*/ 618264 h 619638"/>
                <a:gd name="connsiteX6" fmla="*/ 45091 w 1613106"/>
                <a:gd name="connsiteY6" fmla="*/ 565351 h 619638"/>
                <a:gd name="connsiteX7" fmla="*/ 0 w 1613106"/>
                <a:gd name="connsiteY7" fmla="*/ 528148 h 619638"/>
                <a:gd name="connsiteX8" fmla="*/ 615 w 1613106"/>
                <a:gd name="connsiteY8" fmla="*/ 528894 h 619638"/>
                <a:gd name="connsiteX9" fmla="*/ 219690 w 1613106"/>
                <a:gd name="connsiteY9" fmla="*/ 619638 h 619638"/>
                <a:gd name="connsiteX10" fmla="*/ 1303287 w 1613106"/>
                <a:gd name="connsiteY10" fmla="*/ 619638 h 619638"/>
                <a:gd name="connsiteX11" fmla="*/ 1522363 w 1613106"/>
                <a:gd name="connsiteY11" fmla="*/ 528894 h 61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3106" h="619638">
                  <a:moveTo>
                    <a:pt x="1522363" y="528894"/>
                  </a:moveTo>
                  <a:cubicBezTo>
                    <a:pt x="1578428" y="472828"/>
                    <a:pt x="1613106" y="395373"/>
                    <a:pt x="1613106" y="309819"/>
                  </a:cubicBezTo>
                  <a:cubicBezTo>
                    <a:pt x="1613106" y="138711"/>
                    <a:pt x="1474395" y="0"/>
                    <a:pt x="1303287" y="0"/>
                  </a:cubicBezTo>
                  <a:lnTo>
                    <a:pt x="528132" y="0"/>
                  </a:lnTo>
                  <a:lnTo>
                    <a:pt x="528132" y="308445"/>
                  </a:lnTo>
                  <a:cubicBezTo>
                    <a:pt x="528132" y="479553"/>
                    <a:pt x="389421" y="618264"/>
                    <a:pt x="218313" y="618264"/>
                  </a:cubicBezTo>
                  <a:cubicBezTo>
                    <a:pt x="154148" y="618264"/>
                    <a:pt x="94538" y="598757"/>
                    <a:pt x="45091" y="565351"/>
                  </a:cubicBezTo>
                  <a:lnTo>
                    <a:pt x="0" y="528148"/>
                  </a:lnTo>
                  <a:lnTo>
                    <a:pt x="615" y="528894"/>
                  </a:lnTo>
                  <a:cubicBezTo>
                    <a:pt x="56681" y="584960"/>
                    <a:pt x="134136" y="619638"/>
                    <a:pt x="219690" y="619638"/>
                  </a:cubicBezTo>
                  <a:lnTo>
                    <a:pt x="1303287" y="619638"/>
                  </a:lnTo>
                  <a:cubicBezTo>
                    <a:pt x="1388841" y="619638"/>
                    <a:pt x="1466296" y="584960"/>
                    <a:pt x="1522363" y="528894"/>
                  </a:cubicBezTo>
                  <a:close/>
                </a:path>
              </a:pathLst>
            </a:custGeom>
            <a:solidFill>
              <a:schemeClr val="bg2"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0" name="Forme libre : forme 29">
              <a:extLst>
                <a:ext uri="{FF2B5EF4-FFF2-40B4-BE49-F238E27FC236}">
                  <a16:creationId xmlns:a16="http://schemas.microsoft.com/office/drawing/2014/main" id="{2D2959E2-402A-BE62-3B5C-D407A6980A80}"/>
                </a:ext>
              </a:extLst>
            </p:cNvPr>
            <p:cNvSpPr/>
            <p:nvPr/>
          </p:nvSpPr>
          <p:spPr bwMode="auto">
            <a:xfrm rot="18900000" flipV="1">
              <a:off x="6545979" y="5185063"/>
              <a:ext cx="619638" cy="1613119"/>
            </a:xfrm>
            <a:custGeom>
              <a:avLst/>
              <a:gdLst>
                <a:gd name="connsiteX0" fmla="*/ 91506 w 619638"/>
                <a:gd name="connsiteY0" fmla="*/ 1613119 h 1613119"/>
                <a:gd name="connsiteX1" fmla="*/ 54289 w 619638"/>
                <a:gd name="connsiteY1" fmla="*/ 1568012 h 1613119"/>
                <a:gd name="connsiteX2" fmla="*/ 1377 w 619638"/>
                <a:gd name="connsiteY2" fmla="*/ 1394790 h 1613119"/>
                <a:gd name="connsiteX3" fmla="*/ 311196 w 619638"/>
                <a:gd name="connsiteY3" fmla="*/ 1084971 h 1613119"/>
                <a:gd name="connsiteX4" fmla="*/ 619638 w 619638"/>
                <a:gd name="connsiteY4" fmla="*/ 1084971 h 1613119"/>
                <a:gd name="connsiteX5" fmla="*/ 619638 w 619638"/>
                <a:gd name="connsiteY5" fmla="*/ 309818 h 1613119"/>
                <a:gd name="connsiteX6" fmla="*/ 309819 w 619638"/>
                <a:gd name="connsiteY6" fmla="*/ 0 h 1613119"/>
                <a:gd name="connsiteX7" fmla="*/ 1 w 619638"/>
                <a:gd name="connsiteY7" fmla="*/ 309818 h 1613119"/>
                <a:gd name="connsiteX8" fmla="*/ 1 w 619638"/>
                <a:gd name="connsiteY8" fmla="*/ 1393416 h 1613119"/>
                <a:gd name="connsiteX9" fmla="*/ 90744 w 619638"/>
                <a:gd name="connsiteY9" fmla="*/ 1612491 h 1613119"/>
                <a:gd name="connsiteX10" fmla="*/ 91506 w 619638"/>
                <a:gd name="connsiteY10" fmla="*/ 1613119 h 1613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638" h="1613119">
                  <a:moveTo>
                    <a:pt x="91506" y="1613119"/>
                  </a:moveTo>
                  <a:lnTo>
                    <a:pt x="54289" y="1568012"/>
                  </a:lnTo>
                  <a:cubicBezTo>
                    <a:pt x="20883" y="1518565"/>
                    <a:pt x="1377" y="1458955"/>
                    <a:pt x="1377" y="1394790"/>
                  </a:cubicBezTo>
                  <a:cubicBezTo>
                    <a:pt x="1377" y="1223682"/>
                    <a:pt x="140088" y="1084971"/>
                    <a:pt x="311196" y="1084971"/>
                  </a:cubicBezTo>
                  <a:lnTo>
                    <a:pt x="619638" y="1084971"/>
                  </a:lnTo>
                  <a:lnTo>
                    <a:pt x="619638" y="309818"/>
                  </a:lnTo>
                  <a:cubicBezTo>
                    <a:pt x="619637" y="138711"/>
                    <a:pt x="480926" y="0"/>
                    <a:pt x="309819" y="0"/>
                  </a:cubicBezTo>
                  <a:cubicBezTo>
                    <a:pt x="138711" y="0"/>
                    <a:pt x="0" y="138711"/>
                    <a:pt x="1" y="309818"/>
                  </a:cubicBezTo>
                  <a:lnTo>
                    <a:pt x="1" y="1393416"/>
                  </a:lnTo>
                  <a:cubicBezTo>
                    <a:pt x="0" y="1478970"/>
                    <a:pt x="34678" y="1556424"/>
                    <a:pt x="90744" y="1612491"/>
                  </a:cubicBezTo>
                  <a:lnTo>
                    <a:pt x="91506" y="1613119"/>
                  </a:lnTo>
                  <a:close/>
                </a:path>
              </a:pathLst>
            </a:custGeom>
            <a:solidFill>
              <a:schemeClr val="bg2"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</p:grp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D9731142-D48E-2767-7297-66CADAB387FD}"/>
              </a:ext>
            </a:extLst>
          </p:cNvPr>
          <p:cNvSpPr/>
          <p:nvPr userDrawn="1"/>
        </p:nvSpPr>
        <p:spPr>
          <a:xfrm>
            <a:off x="349250" y="349250"/>
            <a:ext cx="1357498" cy="4466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Espace réservé du texte 33">
            <a:extLst>
              <a:ext uri="{FF2B5EF4-FFF2-40B4-BE49-F238E27FC236}">
                <a16:creationId xmlns:a16="http://schemas.microsoft.com/office/drawing/2014/main" id="{C0BF5416-1016-22A7-4751-2F3D13FB0F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07224" y="2508714"/>
            <a:ext cx="5085534" cy="1015663"/>
          </a:xfrm>
        </p:spPr>
        <p:txBody>
          <a:bodyPr wrap="square" anchor="ctr"/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6600" cap="all" baseline="0">
                <a:solidFill>
                  <a:schemeClr val="accent1"/>
                </a:solidFill>
              </a:defRPr>
            </a:lvl1pPr>
            <a:lvl2pPr marL="87313" indent="0">
              <a:lnSpc>
                <a:spcPct val="100000"/>
              </a:lnSpc>
              <a:spcBef>
                <a:spcPts val="0"/>
              </a:spcBef>
              <a:buNone/>
              <a:defRPr cap="all" baseline="0">
                <a:solidFill>
                  <a:schemeClr val="bg1"/>
                </a:solidFill>
              </a:defRPr>
            </a:lvl2pPr>
            <a:lvl3pPr marL="268288" indent="0">
              <a:lnSpc>
                <a:spcPct val="100000"/>
              </a:lnSpc>
              <a:spcBef>
                <a:spcPts val="0"/>
              </a:spcBef>
              <a:buNone/>
              <a:defRPr cap="all" baseline="0">
                <a:solidFill>
                  <a:schemeClr val="bg1"/>
                </a:solidFill>
              </a:defRPr>
            </a:lvl3pPr>
            <a:lvl4pPr marL="446087" indent="0">
              <a:lnSpc>
                <a:spcPct val="100000"/>
              </a:lnSpc>
              <a:spcBef>
                <a:spcPts val="0"/>
              </a:spcBef>
              <a:buNone/>
              <a:defRPr cap="all" baseline="0">
                <a:solidFill>
                  <a:schemeClr val="bg1"/>
                </a:solidFill>
              </a:defRPr>
            </a:lvl4pPr>
            <a:lvl5pPr marL="628650" indent="0">
              <a:lnSpc>
                <a:spcPct val="100000"/>
              </a:lnSpc>
              <a:spcBef>
                <a:spcPts val="0"/>
              </a:spcBef>
              <a:buNone/>
              <a:defRPr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3456991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0F08A3-FC0D-B46C-6550-F3822FB84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917D4D1-0477-8FAD-2C40-3415DDC3D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ECAA7-90A4-44D3-9E22-38D50B134C3C}" type="datetime1">
              <a:rPr lang="fr-FR" smtClean="0"/>
              <a:t>21/08/2026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CE7FD8F-F996-B210-6E1A-0841EDB2C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E093460-AB26-D5CA-8971-3E945F33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23517" y="6346492"/>
            <a:ext cx="344966" cy="200055"/>
          </a:xfrm>
          <a:prstGeom prst="rect">
            <a:avLst/>
          </a:prstGeom>
        </p:spPr>
        <p:txBody>
          <a:bodyPr/>
          <a:lstStyle/>
          <a:p>
            <a:fld id="{12EA5F4A-9FB0-4812-AB35-92F9E0180226}" type="slidenum">
              <a:rPr lang="fr-FR" smtClean="0"/>
              <a:t>‹#›</a:t>
            </a:fld>
            <a:endParaRPr lang="fr-FR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BDF68C36-B95A-A700-7421-497747DD21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5000" y="1328779"/>
            <a:ext cx="10922000" cy="221599"/>
          </a:xfrm>
        </p:spPr>
        <p:txBody>
          <a:bodyPr/>
          <a:lstStyle>
            <a:lvl1pPr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Modifiez le style du sous-titre </a:t>
            </a:r>
          </a:p>
        </p:txBody>
      </p:sp>
    </p:spTree>
    <p:extLst>
      <p:ext uri="{BB962C8B-B14F-4D97-AF65-F5344CB8AC3E}">
        <p14:creationId xmlns:p14="http://schemas.microsoft.com/office/powerpoint/2010/main" val="3852057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Sous-titre +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198E01-35FC-E01B-C3D8-2D82B9887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565173-D284-92A5-538F-F46EC0CA6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28F936-5221-B3D7-6C7A-2B568E7B3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05D5F-019D-4458-BFEE-97D5C9F70C5D}" type="datetime1">
              <a:rPr lang="fr-FR" smtClean="0"/>
              <a:t>21/08/2026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75CC743-6DB4-7743-828E-3D6C5FA4D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A81371B-EE69-E83D-3574-75AA74404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23517" y="6346492"/>
            <a:ext cx="344966" cy="200055"/>
          </a:xfrm>
          <a:prstGeom prst="rect">
            <a:avLst/>
          </a:prstGeom>
        </p:spPr>
        <p:txBody>
          <a:bodyPr/>
          <a:lstStyle/>
          <a:p>
            <a:fld id="{12EA5F4A-9FB0-4812-AB35-92F9E0180226}" type="slidenum">
              <a:rPr lang="fr-FR" smtClean="0"/>
              <a:t>‹#›</a:t>
            </a:fld>
            <a:endParaRPr lang="fr-FR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37B7CA80-05B9-B086-BCF3-7A662021DE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5000" y="1328779"/>
            <a:ext cx="10922000" cy="221599"/>
          </a:xfrm>
        </p:spPr>
        <p:txBody>
          <a:bodyPr/>
          <a:lstStyle>
            <a:lvl1pPr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Modifiez le style du sous-titre </a:t>
            </a:r>
          </a:p>
        </p:txBody>
      </p:sp>
    </p:spTree>
    <p:extLst>
      <p:ext uri="{BB962C8B-B14F-4D97-AF65-F5344CB8AC3E}">
        <p14:creationId xmlns:p14="http://schemas.microsoft.com/office/powerpoint/2010/main" val="3875275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+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198E01-35FC-E01B-C3D8-2D82B9887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565173-D284-92A5-538F-F46EC0CA6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28F936-5221-B3D7-6C7A-2B568E7B3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05D5F-019D-4458-BFEE-97D5C9F70C5D}" type="datetime1">
              <a:rPr lang="fr-FR" smtClean="0"/>
              <a:t>21/08/2026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75CC743-6DB4-7743-828E-3D6C5FA4D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A81371B-EE69-E83D-3574-75AA74404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23517" y="6346492"/>
            <a:ext cx="344966" cy="200055"/>
          </a:xfrm>
          <a:prstGeom prst="rect">
            <a:avLst/>
          </a:prstGeom>
        </p:spPr>
        <p:txBody>
          <a:bodyPr/>
          <a:lstStyle/>
          <a:p>
            <a:fld id="{12EA5F4A-9FB0-4812-AB35-92F9E018022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9624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ur deux lignes +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0F08A3-FC0D-B46C-6550-F3822FB84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998" y="752475"/>
            <a:ext cx="4028028" cy="49244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917D4D1-0477-8FAD-2C40-3415DDC3D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ECAA7-90A4-44D3-9E22-38D50B134C3C}" type="datetime1">
              <a:rPr lang="fr-FR" smtClean="0"/>
              <a:t>21/08/2026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CE7FD8F-F996-B210-6E1A-0841EDB2C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E093460-AB26-D5CA-8971-3E945F33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23517" y="6346492"/>
            <a:ext cx="344966" cy="200055"/>
          </a:xfrm>
          <a:prstGeom prst="rect">
            <a:avLst/>
          </a:prstGeom>
        </p:spPr>
        <p:txBody>
          <a:bodyPr/>
          <a:lstStyle/>
          <a:p>
            <a:fld id="{12EA5F4A-9FB0-4812-AB35-92F9E0180226}" type="slidenum">
              <a:rPr lang="fr-FR" smtClean="0"/>
              <a:t>‹#›</a:t>
            </a:fld>
            <a:endParaRPr lang="fr-FR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BDF68C36-B95A-A700-7421-497747DD21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5000" y="1845973"/>
            <a:ext cx="4028027" cy="221599"/>
          </a:xfrm>
        </p:spPr>
        <p:txBody>
          <a:bodyPr/>
          <a:lstStyle>
            <a:lvl1pPr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Modifiez le style du sous-titre </a:t>
            </a:r>
          </a:p>
        </p:txBody>
      </p:sp>
    </p:spTree>
    <p:extLst>
      <p:ext uri="{BB962C8B-B14F-4D97-AF65-F5344CB8AC3E}">
        <p14:creationId xmlns:p14="http://schemas.microsoft.com/office/powerpoint/2010/main" val="68604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0F08A3-FC0D-B46C-6550-F3822FB84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917D4D1-0477-8FAD-2C40-3415DDC3D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ECAA7-90A4-44D3-9E22-38D50B134C3C}" type="datetime1">
              <a:rPr lang="fr-FR" smtClean="0"/>
              <a:t>21/08/2026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CE7FD8F-F996-B210-6E1A-0841EDB2C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E093460-AB26-D5CA-8971-3E945F33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23517" y="6346492"/>
            <a:ext cx="344966" cy="200055"/>
          </a:xfrm>
          <a:prstGeom prst="rect">
            <a:avLst/>
          </a:prstGeom>
        </p:spPr>
        <p:txBody>
          <a:bodyPr/>
          <a:lstStyle/>
          <a:p>
            <a:fld id="{12EA5F4A-9FB0-4812-AB35-92F9E018022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581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 - Fonds bei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662F456-3002-4E4E-AD3F-ECB3B309C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DFEB3-5516-4F20-A9A0-1BE8DA6AA0BB}" type="datetime1">
              <a:rPr lang="fr-FR" smtClean="0"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C24024C-0B31-8242-FED6-44007ABF6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CED75C-CA95-9196-9D59-F6426436C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23517" y="6346492"/>
            <a:ext cx="344966" cy="200055"/>
          </a:xfrm>
          <a:prstGeom prst="rect">
            <a:avLst/>
          </a:prstGeom>
        </p:spPr>
        <p:txBody>
          <a:bodyPr/>
          <a:lstStyle/>
          <a:p>
            <a:fld id="{12EA5F4A-9FB0-4812-AB35-92F9E0180226}" type="slidenum">
              <a:rPr lang="fr-FR" smtClean="0"/>
              <a:t>‹#›</a:t>
            </a:fld>
            <a:endParaRPr lang="fr-FR"/>
          </a:p>
        </p:txBody>
      </p:sp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818F06B0-9BE6-BC06-BBE8-E9FD2EA91187}"/>
              </a:ext>
            </a:extLst>
          </p:cNvPr>
          <p:cNvSpPr/>
          <p:nvPr userDrawn="1"/>
        </p:nvSpPr>
        <p:spPr>
          <a:xfrm>
            <a:off x="476250" y="361950"/>
            <a:ext cx="1225550" cy="3429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590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 - Fonds blan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6F0C824-983C-655E-9C53-B91A48B0B483}"/>
              </a:ext>
            </a:extLst>
          </p:cNvPr>
          <p:cNvSpPr/>
          <p:nvPr userDrawn="1"/>
        </p:nvSpPr>
        <p:spPr>
          <a:xfrm>
            <a:off x="0" y="6035040"/>
            <a:ext cx="12191999" cy="8229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662F456-3002-4E4E-AD3F-ECB3B309C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B2C6-440A-4D59-9973-7012CA353515}" type="datetime1">
              <a:rPr lang="fr-FR" smtClean="0"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C24024C-0B31-8242-FED6-44007ABF6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CED75C-CA95-9196-9D59-F6426436C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23517" y="6346492"/>
            <a:ext cx="344966" cy="200055"/>
          </a:xfrm>
          <a:prstGeom prst="rect">
            <a:avLst/>
          </a:prstGeom>
        </p:spPr>
        <p:txBody>
          <a:bodyPr/>
          <a:lstStyle/>
          <a:p>
            <a:fld id="{12EA5F4A-9FB0-4812-AB35-92F9E0180226}" type="slidenum">
              <a:rPr lang="fr-FR" smtClean="0"/>
              <a:t>‹#›</a:t>
            </a:fld>
            <a:endParaRPr lang="fr-FR"/>
          </a:p>
        </p:txBody>
      </p:sp>
      <p:grpSp>
        <p:nvGrpSpPr>
          <p:cNvPr id="6" name="Graphique 44">
            <a:extLst>
              <a:ext uri="{FF2B5EF4-FFF2-40B4-BE49-F238E27FC236}">
                <a16:creationId xmlns:a16="http://schemas.microsoft.com/office/drawing/2014/main" id="{54BB1AAA-20D1-E138-BCC2-488968EE636F}"/>
              </a:ext>
            </a:extLst>
          </p:cNvPr>
          <p:cNvGrpSpPr/>
          <p:nvPr userDrawn="1"/>
        </p:nvGrpSpPr>
        <p:grpSpPr>
          <a:xfrm>
            <a:off x="11259577" y="6260485"/>
            <a:ext cx="300749" cy="346882"/>
            <a:chOff x="3319467" y="228600"/>
            <a:chExt cx="5551926" cy="6403562"/>
          </a:xfrm>
          <a:solidFill>
            <a:schemeClr val="accent1"/>
          </a:solidFill>
        </p:grpSpPr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1364FE24-455B-59E2-9AF6-23CD9B1D7C97}"/>
                </a:ext>
              </a:extLst>
            </p:cNvPr>
            <p:cNvSpPr/>
            <p:nvPr/>
          </p:nvSpPr>
          <p:spPr>
            <a:xfrm>
              <a:off x="3319467" y="1781949"/>
              <a:ext cx="1254828" cy="3190491"/>
            </a:xfrm>
            <a:custGeom>
              <a:avLst/>
              <a:gdLst>
                <a:gd name="connsiteX0" fmla="*/ 185 w 1254828"/>
                <a:gd name="connsiteY0" fmla="*/ 186391 h 3190491"/>
                <a:gd name="connsiteX1" fmla="*/ 174017 w 1254828"/>
                <a:gd name="connsiteY1" fmla="*/ 178 h 3190491"/>
                <a:gd name="connsiteX2" fmla="*/ 360040 w 1254828"/>
                <a:gd name="connsiteY2" fmla="*/ 169913 h 3190491"/>
                <a:gd name="connsiteX3" fmla="*/ 481198 w 1254828"/>
                <a:gd name="connsiteY3" fmla="*/ 2822340 h 3190491"/>
                <a:gd name="connsiteX4" fmla="*/ 1064509 w 1254828"/>
                <a:gd name="connsiteY4" fmla="*/ 2795670 h 3190491"/>
                <a:gd name="connsiteX5" fmla="*/ 1254628 w 1254828"/>
                <a:gd name="connsiteY5" fmla="*/ 2965310 h 3190491"/>
                <a:gd name="connsiteX6" fmla="*/ 1080987 w 1254828"/>
                <a:gd name="connsiteY6" fmla="*/ 3155525 h 3190491"/>
                <a:gd name="connsiteX7" fmla="*/ 319749 w 1254828"/>
                <a:gd name="connsiteY7" fmla="*/ 3190291 h 3190491"/>
                <a:gd name="connsiteX8" fmla="*/ 129535 w 1254828"/>
                <a:gd name="connsiteY8" fmla="*/ 3016650 h 3190491"/>
                <a:gd name="connsiteX9" fmla="*/ 185 w 1254828"/>
                <a:gd name="connsiteY9" fmla="*/ 186391 h 319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54828" h="3190491">
                  <a:moveTo>
                    <a:pt x="185" y="186391"/>
                  </a:moveTo>
                  <a:cubicBezTo>
                    <a:pt x="-4291" y="89332"/>
                    <a:pt x="72861" y="4845"/>
                    <a:pt x="174017" y="178"/>
                  </a:cubicBezTo>
                  <a:cubicBezTo>
                    <a:pt x="271076" y="-4204"/>
                    <a:pt x="355563" y="72949"/>
                    <a:pt x="360040" y="169913"/>
                  </a:cubicBezTo>
                  <a:lnTo>
                    <a:pt x="481198" y="2822340"/>
                  </a:lnTo>
                  <a:lnTo>
                    <a:pt x="1064509" y="2795670"/>
                  </a:lnTo>
                  <a:cubicBezTo>
                    <a:pt x="1165569" y="2791003"/>
                    <a:pt x="1250151" y="2868251"/>
                    <a:pt x="1254628" y="2965310"/>
                  </a:cubicBezTo>
                  <a:cubicBezTo>
                    <a:pt x="1259295" y="3066371"/>
                    <a:pt x="1182047" y="3150953"/>
                    <a:pt x="1080987" y="3155525"/>
                  </a:cubicBezTo>
                  <a:lnTo>
                    <a:pt x="319749" y="3190291"/>
                  </a:lnTo>
                  <a:cubicBezTo>
                    <a:pt x="218689" y="3194958"/>
                    <a:pt x="134107" y="3117710"/>
                    <a:pt x="129535" y="3016650"/>
                  </a:cubicBezTo>
                  <a:lnTo>
                    <a:pt x="185" y="18639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E0A9B422-F47A-CACA-0B1B-31BD135AEC6F}"/>
                </a:ext>
              </a:extLst>
            </p:cNvPr>
            <p:cNvSpPr/>
            <p:nvPr/>
          </p:nvSpPr>
          <p:spPr>
            <a:xfrm>
              <a:off x="5104446" y="1808321"/>
              <a:ext cx="330708" cy="559212"/>
            </a:xfrm>
            <a:custGeom>
              <a:avLst/>
              <a:gdLst>
                <a:gd name="connsiteX0" fmla="*/ 330708 w 330708"/>
                <a:gd name="connsiteY0" fmla="*/ 391954 h 559212"/>
                <a:gd name="connsiteX1" fmla="*/ 167164 w 330708"/>
                <a:gd name="connsiteY1" fmla="*/ 559213 h 559212"/>
                <a:gd name="connsiteX2" fmla="*/ 0 w 330708"/>
                <a:gd name="connsiteY2" fmla="*/ 391954 h 559212"/>
                <a:gd name="connsiteX3" fmla="*/ 0 w 330708"/>
                <a:gd name="connsiteY3" fmla="*/ 163449 h 559212"/>
                <a:gd name="connsiteX4" fmla="*/ 167164 w 330708"/>
                <a:gd name="connsiteY4" fmla="*/ 0 h 559212"/>
                <a:gd name="connsiteX5" fmla="*/ 330708 w 330708"/>
                <a:gd name="connsiteY5" fmla="*/ 163449 h 559212"/>
                <a:gd name="connsiteX6" fmla="*/ 330708 w 330708"/>
                <a:gd name="connsiteY6" fmla="*/ 391954 h 559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559212">
                  <a:moveTo>
                    <a:pt x="330708" y="391954"/>
                  </a:moveTo>
                  <a:cubicBezTo>
                    <a:pt x="330708" y="484822"/>
                    <a:pt x="256413" y="559213"/>
                    <a:pt x="167164" y="559213"/>
                  </a:cubicBezTo>
                  <a:cubicBezTo>
                    <a:pt x="77915" y="559213"/>
                    <a:pt x="0" y="484918"/>
                    <a:pt x="0" y="391954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3919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3741BAA3-08DD-9957-D4B4-8DA463A3E9FA}"/>
                </a:ext>
              </a:extLst>
            </p:cNvPr>
            <p:cNvSpPr/>
            <p:nvPr/>
          </p:nvSpPr>
          <p:spPr>
            <a:xfrm>
              <a:off x="5104446" y="2882646"/>
              <a:ext cx="330708" cy="2068734"/>
            </a:xfrm>
            <a:custGeom>
              <a:avLst/>
              <a:gdLst>
                <a:gd name="connsiteX0" fmla="*/ 330708 w 330708"/>
                <a:gd name="connsiteY0" fmla="*/ 1901476 h 2068734"/>
                <a:gd name="connsiteX1" fmla="*/ 167164 w 330708"/>
                <a:gd name="connsiteY1" fmla="*/ 2068735 h 2068734"/>
                <a:gd name="connsiteX2" fmla="*/ 0 w 330708"/>
                <a:gd name="connsiteY2" fmla="*/ 1901476 h 2068734"/>
                <a:gd name="connsiteX3" fmla="*/ 0 w 330708"/>
                <a:gd name="connsiteY3" fmla="*/ 163449 h 2068734"/>
                <a:gd name="connsiteX4" fmla="*/ 167164 w 330708"/>
                <a:gd name="connsiteY4" fmla="*/ 0 h 2068734"/>
                <a:gd name="connsiteX5" fmla="*/ 330708 w 330708"/>
                <a:gd name="connsiteY5" fmla="*/ 163449 h 2068734"/>
                <a:gd name="connsiteX6" fmla="*/ 330708 w 330708"/>
                <a:gd name="connsiteY6" fmla="*/ 1901476 h 206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2068734">
                  <a:moveTo>
                    <a:pt x="330708" y="1901476"/>
                  </a:moveTo>
                  <a:cubicBezTo>
                    <a:pt x="330708" y="1994344"/>
                    <a:pt x="256413" y="2068735"/>
                    <a:pt x="167164" y="2068735"/>
                  </a:cubicBezTo>
                  <a:cubicBezTo>
                    <a:pt x="77915" y="2068735"/>
                    <a:pt x="0" y="1994440"/>
                    <a:pt x="0" y="1901476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190147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694D68C8-5932-714D-14EC-BADE74833884}"/>
                </a:ext>
              </a:extLst>
            </p:cNvPr>
            <p:cNvSpPr/>
            <p:nvPr/>
          </p:nvSpPr>
          <p:spPr>
            <a:xfrm>
              <a:off x="6236683" y="2168270"/>
              <a:ext cx="1065561" cy="2788348"/>
            </a:xfrm>
            <a:custGeom>
              <a:avLst/>
              <a:gdLst>
                <a:gd name="connsiteX0" fmla="*/ 321374 w 1065561"/>
                <a:gd name="connsiteY0" fmla="*/ 2625852 h 2788348"/>
                <a:gd name="connsiteX1" fmla="*/ 162496 w 1065561"/>
                <a:gd name="connsiteY1" fmla="*/ 2788349 h 2788348"/>
                <a:gd name="connsiteX2" fmla="*/ 0 w 1065561"/>
                <a:gd name="connsiteY2" fmla="*/ 2625852 h 2788348"/>
                <a:gd name="connsiteX3" fmla="*/ 0 w 1065561"/>
                <a:gd name="connsiteY3" fmla="*/ 158877 h 2788348"/>
                <a:gd name="connsiteX4" fmla="*/ 162496 w 1065561"/>
                <a:gd name="connsiteY4" fmla="*/ 0 h 2788348"/>
                <a:gd name="connsiteX5" fmla="*/ 903065 w 1065561"/>
                <a:gd name="connsiteY5" fmla="*/ 0 h 2788348"/>
                <a:gd name="connsiteX6" fmla="*/ 1065562 w 1065561"/>
                <a:gd name="connsiteY6" fmla="*/ 158877 h 2788348"/>
                <a:gd name="connsiteX7" fmla="*/ 903065 w 1065561"/>
                <a:gd name="connsiteY7" fmla="*/ 321374 h 2788348"/>
                <a:gd name="connsiteX8" fmla="*/ 321374 w 1065561"/>
                <a:gd name="connsiteY8" fmla="*/ 321374 h 2788348"/>
                <a:gd name="connsiteX9" fmla="*/ 321374 w 1065561"/>
                <a:gd name="connsiteY9" fmla="*/ 1216914 h 2788348"/>
                <a:gd name="connsiteX10" fmla="*/ 740569 w 1065561"/>
                <a:gd name="connsiteY10" fmla="*/ 1216914 h 2788348"/>
                <a:gd name="connsiteX11" fmla="*/ 903065 w 1065561"/>
                <a:gd name="connsiteY11" fmla="*/ 1375791 h 2788348"/>
                <a:gd name="connsiteX12" fmla="*/ 740569 w 1065561"/>
                <a:gd name="connsiteY12" fmla="*/ 1538288 h 2788348"/>
                <a:gd name="connsiteX13" fmla="*/ 321374 w 1065561"/>
                <a:gd name="connsiteY13" fmla="*/ 1538288 h 2788348"/>
                <a:gd name="connsiteX14" fmla="*/ 321374 w 1065561"/>
                <a:gd name="connsiteY14" fmla="*/ 2625757 h 278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65561" h="2788348">
                  <a:moveTo>
                    <a:pt x="321374" y="2625852"/>
                  </a:moveTo>
                  <a:cubicBezTo>
                    <a:pt x="321374" y="2716149"/>
                    <a:pt x="249174" y="2788349"/>
                    <a:pt x="162496" y="2788349"/>
                  </a:cubicBezTo>
                  <a:cubicBezTo>
                    <a:pt x="75819" y="2788349"/>
                    <a:pt x="0" y="2716149"/>
                    <a:pt x="0" y="2625852"/>
                  </a:cubicBezTo>
                  <a:lnTo>
                    <a:pt x="0" y="158877"/>
                  </a:lnTo>
                  <a:cubicBezTo>
                    <a:pt x="0" y="72200"/>
                    <a:pt x="72200" y="0"/>
                    <a:pt x="162496" y="0"/>
                  </a:cubicBezTo>
                  <a:lnTo>
                    <a:pt x="903065" y="0"/>
                  </a:lnTo>
                  <a:cubicBezTo>
                    <a:pt x="993362" y="0"/>
                    <a:pt x="1065562" y="72200"/>
                    <a:pt x="1065562" y="158877"/>
                  </a:cubicBezTo>
                  <a:cubicBezTo>
                    <a:pt x="1065562" y="245554"/>
                    <a:pt x="993362" y="321374"/>
                    <a:pt x="903065" y="321374"/>
                  </a:cubicBezTo>
                  <a:lnTo>
                    <a:pt x="321374" y="321374"/>
                  </a:lnTo>
                  <a:lnTo>
                    <a:pt x="321374" y="1216914"/>
                  </a:lnTo>
                  <a:lnTo>
                    <a:pt x="740569" y="1216914"/>
                  </a:lnTo>
                  <a:cubicBezTo>
                    <a:pt x="830866" y="1216914"/>
                    <a:pt x="903065" y="1289114"/>
                    <a:pt x="903065" y="1375791"/>
                  </a:cubicBezTo>
                  <a:cubicBezTo>
                    <a:pt x="903065" y="1462468"/>
                    <a:pt x="830866" y="1538288"/>
                    <a:pt x="740569" y="1538288"/>
                  </a:cubicBezTo>
                  <a:lnTo>
                    <a:pt x="321374" y="1538288"/>
                  </a:lnTo>
                  <a:lnTo>
                    <a:pt x="321374" y="262575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60AAB726-A740-09A3-FDB9-8DE1325ED6BD}"/>
                </a:ext>
              </a:extLst>
            </p:cNvPr>
            <p:cNvSpPr/>
            <p:nvPr/>
          </p:nvSpPr>
          <p:spPr>
            <a:xfrm>
              <a:off x="7800593" y="2168366"/>
              <a:ext cx="1070800" cy="2751391"/>
            </a:xfrm>
            <a:custGeom>
              <a:avLst/>
              <a:gdLst>
                <a:gd name="connsiteX0" fmla="*/ 908400 w 1070800"/>
                <a:gd name="connsiteY0" fmla="*/ 2429923 h 2751391"/>
                <a:gd name="connsiteX1" fmla="*/ 321469 w 1070800"/>
                <a:gd name="connsiteY1" fmla="*/ 2429923 h 2751391"/>
                <a:gd name="connsiteX2" fmla="*/ 321469 w 1070800"/>
                <a:gd name="connsiteY2" fmla="*/ 1522476 h 2751391"/>
                <a:gd name="connsiteX3" fmla="*/ 740664 w 1070800"/>
                <a:gd name="connsiteY3" fmla="*/ 1522476 h 2751391"/>
                <a:gd name="connsiteX4" fmla="*/ 903161 w 1070800"/>
                <a:gd name="connsiteY4" fmla="*/ 1359980 h 2751391"/>
                <a:gd name="connsiteX5" fmla="*/ 740664 w 1070800"/>
                <a:gd name="connsiteY5" fmla="*/ 1201103 h 2751391"/>
                <a:gd name="connsiteX6" fmla="*/ 321469 w 1070800"/>
                <a:gd name="connsiteY6" fmla="*/ 1201103 h 2751391"/>
                <a:gd name="connsiteX7" fmla="*/ 321469 w 1070800"/>
                <a:gd name="connsiteY7" fmla="*/ 321374 h 2751391"/>
                <a:gd name="connsiteX8" fmla="*/ 903161 w 1070800"/>
                <a:gd name="connsiteY8" fmla="*/ 321374 h 2751391"/>
                <a:gd name="connsiteX9" fmla="*/ 1065657 w 1070800"/>
                <a:gd name="connsiteY9" fmla="*/ 158877 h 2751391"/>
                <a:gd name="connsiteX10" fmla="*/ 903161 w 1070800"/>
                <a:gd name="connsiteY10" fmla="*/ 0 h 2751391"/>
                <a:gd name="connsiteX11" fmla="*/ 162496 w 1070800"/>
                <a:gd name="connsiteY11" fmla="*/ 0 h 2751391"/>
                <a:gd name="connsiteX12" fmla="*/ 0 w 1070800"/>
                <a:gd name="connsiteY12" fmla="*/ 158877 h 2751391"/>
                <a:gd name="connsiteX13" fmla="*/ 0 w 1070800"/>
                <a:gd name="connsiteY13" fmla="*/ 2588895 h 2751391"/>
                <a:gd name="connsiteX14" fmla="*/ 162496 w 1070800"/>
                <a:gd name="connsiteY14" fmla="*/ 2751392 h 2751391"/>
                <a:gd name="connsiteX15" fmla="*/ 165068 w 1070800"/>
                <a:gd name="connsiteY15" fmla="*/ 2751296 h 2751391"/>
                <a:gd name="connsiteX16" fmla="*/ 167735 w 1070800"/>
                <a:gd name="connsiteY16" fmla="*/ 2751392 h 2751391"/>
                <a:gd name="connsiteX17" fmla="*/ 908304 w 1070800"/>
                <a:gd name="connsiteY17" fmla="*/ 2751392 h 2751391"/>
                <a:gd name="connsiteX18" fmla="*/ 1070801 w 1070800"/>
                <a:gd name="connsiteY18" fmla="*/ 2592515 h 2751391"/>
                <a:gd name="connsiteX19" fmla="*/ 908304 w 1070800"/>
                <a:gd name="connsiteY19" fmla="*/ 2430018 h 275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70800" h="2751391">
                  <a:moveTo>
                    <a:pt x="908400" y="2429923"/>
                  </a:moveTo>
                  <a:lnTo>
                    <a:pt x="321469" y="2429923"/>
                  </a:lnTo>
                  <a:lnTo>
                    <a:pt x="321469" y="1522476"/>
                  </a:lnTo>
                  <a:lnTo>
                    <a:pt x="740664" y="1522476"/>
                  </a:lnTo>
                  <a:cubicBezTo>
                    <a:pt x="830961" y="1522476"/>
                    <a:pt x="903161" y="1450277"/>
                    <a:pt x="903161" y="1359980"/>
                  </a:cubicBezTo>
                  <a:cubicBezTo>
                    <a:pt x="903161" y="1269683"/>
                    <a:pt x="830961" y="1201103"/>
                    <a:pt x="740664" y="1201103"/>
                  </a:cubicBezTo>
                  <a:lnTo>
                    <a:pt x="321469" y="1201103"/>
                  </a:lnTo>
                  <a:lnTo>
                    <a:pt x="321469" y="321374"/>
                  </a:lnTo>
                  <a:lnTo>
                    <a:pt x="903161" y="321374"/>
                  </a:lnTo>
                  <a:cubicBezTo>
                    <a:pt x="993458" y="321374"/>
                    <a:pt x="1065657" y="249174"/>
                    <a:pt x="1065657" y="158877"/>
                  </a:cubicBezTo>
                  <a:cubicBezTo>
                    <a:pt x="1065657" y="68580"/>
                    <a:pt x="993458" y="0"/>
                    <a:pt x="903161" y="0"/>
                  </a:cubicBezTo>
                  <a:lnTo>
                    <a:pt x="162496" y="0"/>
                  </a:lnTo>
                  <a:cubicBezTo>
                    <a:pt x="72200" y="0"/>
                    <a:pt x="0" y="72200"/>
                    <a:pt x="0" y="158877"/>
                  </a:cubicBezTo>
                  <a:lnTo>
                    <a:pt x="0" y="2588895"/>
                  </a:lnTo>
                  <a:cubicBezTo>
                    <a:pt x="0" y="2679192"/>
                    <a:pt x="72200" y="2751392"/>
                    <a:pt x="162496" y="2751392"/>
                  </a:cubicBezTo>
                  <a:cubicBezTo>
                    <a:pt x="163354" y="2751392"/>
                    <a:pt x="164211" y="2751296"/>
                    <a:pt x="165068" y="2751296"/>
                  </a:cubicBezTo>
                  <a:cubicBezTo>
                    <a:pt x="166021" y="2751296"/>
                    <a:pt x="166878" y="2751392"/>
                    <a:pt x="167735" y="2751392"/>
                  </a:cubicBezTo>
                  <a:lnTo>
                    <a:pt x="908304" y="2751392"/>
                  </a:lnTo>
                  <a:cubicBezTo>
                    <a:pt x="998601" y="2751392"/>
                    <a:pt x="1070801" y="2679192"/>
                    <a:pt x="1070801" y="2592515"/>
                  </a:cubicBezTo>
                  <a:cubicBezTo>
                    <a:pt x="1070801" y="2505837"/>
                    <a:pt x="998601" y="2430018"/>
                    <a:pt x="908304" y="24300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9EF2077A-0C24-5717-17B0-5C3D7BD3536D}"/>
                </a:ext>
              </a:extLst>
            </p:cNvPr>
            <p:cNvSpPr/>
            <p:nvPr/>
          </p:nvSpPr>
          <p:spPr>
            <a:xfrm>
              <a:off x="3605502" y="228600"/>
              <a:ext cx="4960413" cy="1495996"/>
            </a:xfrm>
            <a:custGeom>
              <a:avLst/>
              <a:gdLst>
                <a:gd name="connsiteX0" fmla="*/ 4782117 w 4960413"/>
                <a:gd name="connsiteY0" fmla="*/ 1495997 h 1495996"/>
                <a:gd name="connsiteX1" fmla="*/ 4642195 w 4960413"/>
                <a:gd name="connsiteY1" fmla="*/ 1428464 h 1495996"/>
                <a:gd name="connsiteX2" fmla="*/ 2426965 w 4960413"/>
                <a:gd name="connsiteY2" fmla="*/ 356807 h 1495996"/>
                <a:gd name="connsiteX3" fmla="*/ 311844 w 4960413"/>
                <a:gd name="connsiteY3" fmla="*/ 1309211 h 1495996"/>
                <a:gd name="connsiteX4" fmla="*/ 60098 w 4960413"/>
                <a:gd name="connsiteY4" fmla="*/ 1324451 h 1495996"/>
                <a:gd name="connsiteX5" fmla="*/ 44858 w 4960413"/>
                <a:gd name="connsiteY5" fmla="*/ 1072706 h 1495996"/>
                <a:gd name="connsiteX6" fmla="*/ 2427061 w 4960413"/>
                <a:gd name="connsiteY6" fmla="*/ 0 h 1495996"/>
                <a:gd name="connsiteX7" fmla="*/ 4921849 w 4960413"/>
                <a:gd name="connsiteY7" fmla="*/ 1206818 h 1495996"/>
                <a:gd name="connsiteX8" fmla="*/ 4892798 w 4960413"/>
                <a:gd name="connsiteY8" fmla="*/ 1457420 h 1495996"/>
                <a:gd name="connsiteX9" fmla="*/ 4782117 w 4960413"/>
                <a:gd name="connsiteY9" fmla="*/ 1495997 h 1495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60413" h="1495996">
                  <a:moveTo>
                    <a:pt x="4782117" y="1495997"/>
                  </a:moveTo>
                  <a:cubicBezTo>
                    <a:pt x="4729539" y="1495997"/>
                    <a:pt x="4677437" y="1472851"/>
                    <a:pt x="4642195" y="1428464"/>
                  </a:cubicBezTo>
                  <a:cubicBezTo>
                    <a:pt x="4102413" y="747427"/>
                    <a:pt x="3294979" y="356807"/>
                    <a:pt x="2426965" y="356807"/>
                  </a:cubicBezTo>
                  <a:cubicBezTo>
                    <a:pt x="1618960" y="356807"/>
                    <a:pt x="848006" y="703898"/>
                    <a:pt x="311844" y="1309211"/>
                  </a:cubicBezTo>
                  <a:cubicBezTo>
                    <a:pt x="246502" y="1382935"/>
                    <a:pt x="133822" y="1389698"/>
                    <a:pt x="60098" y="1324451"/>
                  </a:cubicBezTo>
                  <a:cubicBezTo>
                    <a:pt x="-13625" y="1259110"/>
                    <a:pt x="-20483" y="1146429"/>
                    <a:pt x="44858" y="1072706"/>
                  </a:cubicBezTo>
                  <a:cubicBezTo>
                    <a:pt x="648743" y="390906"/>
                    <a:pt x="1517042" y="0"/>
                    <a:pt x="2427061" y="0"/>
                  </a:cubicBezTo>
                  <a:cubicBezTo>
                    <a:pt x="3404612" y="0"/>
                    <a:pt x="4313868" y="439865"/>
                    <a:pt x="4921849" y="1206818"/>
                  </a:cubicBezTo>
                  <a:cubicBezTo>
                    <a:pt x="4982999" y="1283970"/>
                    <a:pt x="4970046" y="1396175"/>
                    <a:pt x="4892798" y="1457420"/>
                  </a:cubicBezTo>
                  <a:cubicBezTo>
                    <a:pt x="4860032" y="1483424"/>
                    <a:pt x="4820979" y="1495997"/>
                    <a:pt x="4782117" y="14959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847A537C-EEE8-A1EA-1C95-62273F3DC912}"/>
                </a:ext>
              </a:extLst>
            </p:cNvPr>
            <p:cNvSpPr/>
            <p:nvPr/>
          </p:nvSpPr>
          <p:spPr>
            <a:xfrm>
              <a:off x="3749206" y="5390947"/>
              <a:ext cx="546290" cy="567405"/>
            </a:xfrm>
            <a:custGeom>
              <a:avLst/>
              <a:gdLst>
                <a:gd name="connsiteX0" fmla="*/ 100703 w 546290"/>
                <a:gd name="connsiteY0" fmla="*/ 485502 h 567405"/>
                <a:gd name="connsiteX1" fmla="*/ 881 w 546290"/>
                <a:gd name="connsiteY1" fmla="*/ 299193 h 567405"/>
                <a:gd name="connsiteX2" fmla="*/ 74890 w 546290"/>
                <a:gd name="connsiteY2" fmla="*/ 100501 h 567405"/>
                <a:gd name="connsiteX3" fmla="*/ 260342 w 546290"/>
                <a:gd name="connsiteY3" fmla="*/ 489 h 567405"/>
                <a:gd name="connsiteX4" fmla="*/ 450651 w 546290"/>
                <a:gd name="connsiteY4" fmla="*/ 72402 h 567405"/>
                <a:gd name="connsiteX5" fmla="*/ 545711 w 546290"/>
                <a:gd name="connsiteY5" fmla="*/ 252520 h 567405"/>
                <a:gd name="connsiteX6" fmla="*/ 478083 w 546290"/>
                <a:gd name="connsiteY6" fmla="*/ 437972 h 567405"/>
                <a:gd name="connsiteX7" fmla="*/ 373784 w 546290"/>
                <a:gd name="connsiteY7" fmla="*/ 505408 h 567405"/>
                <a:gd name="connsiteX8" fmla="*/ 278725 w 546290"/>
                <a:gd name="connsiteY8" fmla="*/ 476929 h 567405"/>
                <a:gd name="connsiteX9" fmla="*/ 250721 w 546290"/>
                <a:gd name="connsiteY9" fmla="*/ 393966 h 567405"/>
                <a:gd name="connsiteX10" fmla="*/ 159091 w 546290"/>
                <a:gd name="connsiteY10" fmla="*/ 370439 h 567405"/>
                <a:gd name="connsiteX11" fmla="*/ 122229 w 546290"/>
                <a:gd name="connsiteY11" fmla="*/ 290810 h 567405"/>
                <a:gd name="connsiteX12" fmla="*/ 175188 w 546290"/>
                <a:gd name="connsiteY12" fmla="*/ 181464 h 567405"/>
                <a:gd name="connsiteX13" fmla="*/ 338542 w 546290"/>
                <a:gd name="connsiteY13" fmla="*/ 128219 h 567405"/>
                <a:gd name="connsiteX14" fmla="*/ 375308 w 546290"/>
                <a:gd name="connsiteY14" fmla="*/ 150888 h 567405"/>
                <a:gd name="connsiteX15" fmla="*/ 432268 w 546290"/>
                <a:gd name="connsiteY15" fmla="*/ 236994 h 567405"/>
                <a:gd name="connsiteX16" fmla="*/ 436078 w 546290"/>
                <a:gd name="connsiteY16" fmla="*/ 250805 h 567405"/>
                <a:gd name="connsiteX17" fmla="*/ 423981 w 546290"/>
                <a:gd name="connsiteY17" fmla="*/ 278618 h 567405"/>
                <a:gd name="connsiteX18" fmla="*/ 327683 w 546290"/>
                <a:gd name="connsiteY18" fmla="*/ 386823 h 567405"/>
                <a:gd name="connsiteX19" fmla="*/ 331970 w 546290"/>
                <a:gd name="connsiteY19" fmla="*/ 438448 h 567405"/>
                <a:gd name="connsiteX20" fmla="*/ 378737 w 546290"/>
                <a:gd name="connsiteY20" fmla="*/ 444544 h 567405"/>
                <a:gd name="connsiteX21" fmla="*/ 436268 w 546290"/>
                <a:gd name="connsiteY21" fmla="*/ 400729 h 567405"/>
                <a:gd name="connsiteX22" fmla="*/ 491609 w 546290"/>
                <a:gd name="connsiteY22" fmla="*/ 253091 h 567405"/>
                <a:gd name="connsiteX23" fmla="*/ 416266 w 546290"/>
                <a:gd name="connsiteY23" fmla="*/ 110502 h 567405"/>
                <a:gd name="connsiteX24" fmla="*/ 264914 w 546290"/>
                <a:gd name="connsiteY24" fmla="*/ 53352 h 567405"/>
                <a:gd name="connsiteX25" fmla="*/ 117848 w 546290"/>
                <a:gd name="connsiteY25" fmla="*/ 132695 h 567405"/>
                <a:gd name="connsiteX26" fmla="*/ 56888 w 546290"/>
                <a:gd name="connsiteY26" fmla="*/ 293287 h 567405"/>
                <a:gd name="connsiteX27" fmla="*/ 136612 w 546290"/>
                <a:gd name="connsiteY27" fmla="*/ 446259 h 567405"/>
                <a:gd name="connsiteX28" fmla="*/ 256341 w 546290"/>
                <a:gd name="connsiteY28" fmla="*/ 518172 h 567405"/>
                <a:gd name="connsiteX29" fmla="*/ 269962 w 546290"/>
                <a:gd name="connsiteY29" fmla="*/ 526364 h 567405"/>
                <a:gd name="connsiteX30" fmla="*/ 274153 w 546290"/>
                <a:gd name="connsiteY30" fmla="*/ 540270 h 567405"/>
                <a:gd name="connsiteX31" fmla="*/ 264247 w 546290"/>
                <a:gd name="connsiteY31" fmla="*/ 560177 h 567405"/>
                <a:gd name="connsiteX32" fmla="*/ 238529 w 546290"/>
                <a:gd name="connsiteY32" fmla="*/ 566083 h 567405"/>
                <a:gd name="connsiteX33" fmla="*/ 100798 w 546290"/>
                <a:gd name="connsiteY33" fmla="*/ 485406 h 567405"/>
                <a:gd name="connsiteX34" fmla="*/ 332922 w 546290"/>
                <a:gd name="connsiteY34" fmla="*/ 203752 h 567405"/>
                <a:gd name="connsiteX35" fmla="*/ 287107 w 546290"/>
                <a:gd name="connsiteY35" fmla="*/ 188512 h 567405"/>
                <a:gd name="connsiteX36" fmla="*/ 230433 w 546290"/>
                <a:gd name="connsiteY36" fmla="*/ 225374 h 567405"/>
                <a:gd name="connsiteX37" fmla="*/ 196715 w 546290"/>
                <a:gd name="connsiteY37" fmla="*/ 285095 h 567405"/>
                <a:gd name="connsiteX38" fmla="*/ 209859 w 546290"/>
                <a:gd name="connsiteY38" fmla="*/ 324624 h 567405"/>
                <a:gd name="connsiteX39" fmla="*/ 278249 w 546290"/>
                <a:gd name="connsiteY39" fmla="*/ 339674 h 567405"/>
                <a:gd name="connsiteX40" fmla="*/ 362259 w 546290"/>
                <a:gd name="connsiteY40" fmla="*/ 245281 h 567405"/>
                <a:gd name="connsiteX41" fmla="*/ 333017 w 546290"/>
                <a:gd name="connsiteY41" fmla="*/ 203656 h 567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46290" h="567405">
                  <a:moveTo>
                    <a:pt x="100703" y="485502"/>
                  </a:moveTo>
                  <a:cubicBezTo>
                    <a:pt x="40124" y="431590"/>
                    <a:pt x="6881" y="369582"/>
                    <a:pt x="881" y="299193"/>
                  </a:cubicBezTo>
                  <a:cubicBezTo>
                    <a:pt x="-5120" y="228898"/>
                    <a:pt x="19550" y="162699"/>
                    <a:pt x="74890" y="100501"/>
                  </a:cubicBezTo>
                  <a:cubicBezTo>
                    <a:pt x="130421" y="38112"/>
                    <a:pt x="192238" y="4774"/>
                    <a:pt x="260342" y="489"/>
                  </a:cubicBezTo>
                  <a:cubicBezTo>
                    <a:pt x="328541" y="-3798"/>
                    <a:pt x="391977" y="20110"/>
                    <a:pt x="450651" y="72402"/>
                  </a:cubicBezTo>
                  <a:cubicBezTo>
                    <a:pt x="509420" y="124694"/>
                    <a:pt x="541043" y="184702"/>
                    <a:pt x="545711" y="252520"/>
                  </a:cubicBezTo>
                  <a:cubicBezTo>
                    <a:pt x="550283" y="320338"/>
                    <a:pt x="527804" y="382155"/>
                    <a:pt x="478083" y="437972"/>
                  </a:cubicBezTo>
                  <a:cubicBezTo>
                    <a:pt x="443603" y="476739"/>
                    <a:pt x="408836" y="499218"/>
                    <a:pt x="373784" y="505408"/>
                  </a:cubicBezTo>
                  <a:cubicBezTo>
                    <a:pt x="338732" y="511600"/>
                    <a:pt x="307014" y="502075"/>
                    <a:pt x="278725" y="476929"/>
                  </a:cubicBezTo>
                  <a:cubicBezTo>
                    <a:pt x="250436" y="451783"/>
                    <a:pt x="241101" y="424160"/>
                    <a:pt x="250721" y="393966"/>
                  </a:cubicBezTo>
                  <a:cubicBezTo>
                    <a:pt x="213193" y="399205"/>
                    <a:pt x="182618" y="391394"/>
                    <a:pt x="159091" y="370439"/>
                  </a:cubicBezTo>
                  <a:cubicBezTo>
                    <a:pt x="135564" y="349484"/>
                    <a:pt x="123182" y="322910"/>
                    <a:pt x="122229" y="290810"/>
                  </a:cubicBezTo>
                  <a:cubicBezTo>
                    <a:pt x="121562" y="258330"/>
                    <a:pt x="139184" y="221945"/>
                    <a:pt x="175188" y="181464"/>
                  </a:cubicBezTo>
                  <a:cubicBezTo>
                    <a:pt x="227957" y="122123"/>
                    <a:pt x="282344" y="104406"/>
                    <a:pt x="338542" y="128219"/>
                  </a:cubicBezTo>
                  <a:cubicBezTo>
                    <a:pt x="351972" y="133839"/>
                    <a:pt x="364259" y="141459"/>
                    <a:pt x="375308" y="150888"/>
                  </a:cubicBezTo>
                  <a:cubicBezTo>
                    <a:pt x="401597" y="174225"/>
                    <a:pt x="420552" y="202990"/>
                    <a:pt x="432268" y="236994"/>
                  </a:cubicBezTo>
                  <a:cubicBezTo>
                    <a:pt x="434363" y="242995"/>
                    <a:pt x="435602" y="247662"/>
                    <a:pt x="436078" y="250805"/>
                  </a:cubicBezTo>
                  <a:cubicBezTo>
                    <a:pt x="437126" y="259092"/>
                    <a:pt x="433125" y="268332"/>
                    <a:pt x="423981" y="278618"/>
                  </a:cubicBezTo>
                  <a:lnTo>
                    <a:pt x="327683" y="386823"/>
                  </a:lnTo>
                  <a:cubicBezTo>
                    <a:pt x="311872" y="404634"/>
                    <a:pt x="313301" y="421779"/>
                    <a:pt x="331970" y="438448"/>
                  </a:cubicBezTo>
                  <a:cubicBezTo>
                    <a:pt x="344447" y="449592"/>
                    <a:pt x="360068" y="451593"/>
                    <a:pt x="378737" y="444544"/>
                  </a:cubicBezTo>
                  <a:cubicBezTo>
                    <a:pt x="397406" y="437495"/>
                    <a:pt x="416552" y="422827"/>
                    <a:pt x="436268" y="400729"/>
                  </a:cubicBezTo>
                  <a:cubicBezTo>
                    <a:pt x="476559" y="355390"/>
                    <a:pt x="495038" y="306146"/>
                    <a:pt x="491609" y="253091"/>
                  </a:cubicBezTo>
                  <a:cubicBezTo>
                    <a:pt x="488180" y="200037"/>
                    <a:pt x="463034" y="152507"/>
                    <a:pt x="416266" y="110502"/>
                  </a:cubicBezTo>
                  <a:cubicBezTo>
                    <a:pt x="369498" y="68878"/>
                    <a:pt x="319016" y="49828"/>
                    <a:pt x="264914" y="53352"/>
                  </a:cubicBezTo>
                  <a:cubicBezTo>
                    <a:pt x="210907" y="56686"/>
                    <a:pt x="161948" y="83166"/>
                    <a:pt x="117848" y="132695"/>
                  </a:cubicBezTo>
                  <a:cubicBezTo>
                    <a:pt x="73747" y="182225"/>
                    <a:pt x="53363" y="235756"/>
                    <a:pt x="56888" y="293287"/>
                  </a:cubicBezTo>
                  <a:cubicBezTo>
                    <a:pt x="60317" y="350723"/>
                    <a:pt x="86891" y="401776"/>
                    <a:pt x="136612" y="446259"/>
                  </a:cubicBezTo>
                  <a:cubicBezTo>
                    <a:pt x="174331" y="480168"/>
                    <a:pt x="214241" y="504170"/>
                    <a:pt x="256341" y="518172"/>
                  </a:cubicBezTo>
                  <a:cubicBezTo>
                    <a:pt x="262151" y="520744"/>
                    <a:pt x="266723" y="523506"/>
                    <a:pt x="269962" y="526364"/>
                  </a:cubicBezTo>
                  <a:cubicBezTo>
                    <a:pt x="273200" y="529221"/>
                    <a:pt x="274629" y="533889"/>
                    <a:pt x="274153" y="540270"/>
                  </a:cubicBezTo>
                  <a:cubicBezTo>
                    <a:pt x="273677" y="546652"/>
                    <a:pt x="270343" y="553319"/>
                    <a:pt x="264247" y="560177"/>
                  </a:cubicBezTo>
                  <a:cubicBezTo>
                    <a:pt x="258151" y="567036"/>
                    <a:pt x="249578" y="569035"/>
                    <a:pt x="238529" y="566083"/>
                  </a:cubicBezTo>
                  <a:cubicBezTo>
                    <a:pt x="190523" y="551319"/>
                    <a:pt x="144613" y="524458"/>
                    <a:pt x="100798" y="485406"/>
                  </a:cubicBezTo>
                  <a:moveTo>
                    <a:pt x="332922" y="203752"/>
                  </a:moveTo>
                  <a:cubicBezTo>
                    <a:pt x="319682" y="191941"/>
                    <a:pt x="304442" y="186892"/>
                    <a:pt x="287107" y="188512"/>
                  </a:cubicBezTo>
                  <a:cubicBezTo>
                    <a:pt x="269962" y="189940"/>
                    <a:pt x="251007" y="202228"/>
                    <a:pt x="230433" y="225374"/>
                  </a:cubicBezTo>
                  <a:cubicBezTo>
                    <a:pt x="209764" y="248615"/>
                    <a:pt x="198524" y="268522"/>
                    <a:pt x="196715" y="285095"/>
                  </a:cubicBezTo>
                  <a:cubicBezTo>
                    <a:pt x="194905" y="301764"/>
                    <a:pt x="199286" y="314908"/>
                    <a:pt x="209859" y="324624"/>
                  </a:cubicBezTo>
                  <a:cubicBezTo>
                    <a:pt x="227766" y="340245"/>
                    <a:pt x="250626" y="345293"/>
                    <a:pt x="278249" y="339674"/>
                  </a:cubicBezTo>
                  <a:lnTo>
                    <a:pt x="362259" y="245281"/>
                  </a:lnTo>
                  <a:cubicBezTo>
                    <a:pt x="355973" y="229374"/>
                    <a:pt x="346257" y="215467"/>
                    <a:pt x="333017" y="20365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AD9ADFFB-E63C-7924-56B7-D984B7AA3832}"/>
                </a:ext>
              </a:extLst>
            </p:cNvPr>
            <p:cNvSpPr/>
            <p:nvPr/>
          </p:nvSpPr>
          <p:spPr>
            <a:xfrm>
              <a:off x="4362046" y="5781046"/>
              <a:ext cx="399278" cy="467401"/>
            </a:xfrm>
            <a:custGeom>
              <a:avLst/>
              <a:gdLst>
                <a:gd name="connsiteX0" fmla="*/ 311680 w 399278"/>
                <a:gd name="connsiteY0" fmla="*/ 47967 h 467401"/>
                <a:gd name="connsiteX1" fmla="*/ 392166 w 399278"/>
                <a:gd name="connsiteY1" fmla="*/ 122548 h 467401"/>
                <a:gd name="connsiteX2" fmla="*/ 379879 w 399278"/>
                <a:gd name="connsiteY2" fmla="*/ 217227 h 467401"/>
                <a:gd name="connsiteX3" fmla="*/ 274342 w 399278"/>
                <a:gd name="connsiteY3" fmla="*/ 274186 h 467401"/>
                <a:gd name="connsiteX4" fmla="*/ 289011 w 399278"/>
                <a:gd name="connsiteY4" fmla="*/ 402773 h 467401"/>
                <a:gd name="connsiteX5" fmla="*/ 209953 w 399278"/>
                <a:gd name="connsiteY5" fmla="*/ 466401 h 467401"/>
                <a:gd name="connsiteX6" fmla="*/ 97177 w 399278"/>
                <a:gd name="connsiteY6" fmla="*/ 436397 h 467401"/>
                <a:gd name="connsiteX7" fmla="*/ 19453 w 399278"/>
                <a:gd name="connsiteY7" fmla="*/ 392963 h 467401"/>
                <a:gd name="connsiteX8" fmla="*/ 2117 w 399278"/>
                <a:gd name="connsiteY8" fmla="*/ 374770 h 467401"/>
                <a:gd name="connsiteX9" fmla="*/ 3546 w 399278"/>
                <a:gd name="connsiteY9" fmla="*/ 352196 h 467401"/>
                <a:gd name="connsiteX10" fmla="*/ 192617 w 399278"/>
                <a:gd name="connsiteY10" fmla="*/ 13677 h 467401"/>
                <a:gd name="connsiteX11" fmla="*/ 211286 w 399278"/>
                <a:gd name="connsiteY11" fmla="*/ 342 h 467401"/>
                <a:gd name="connsiteX12" fmla="*/ 235956 w 399278"/>
                <a:gd name="connsiteY12" fmla="*/ 5581 h 467401"/>
                <a:gd name="connsiteX13" fmla="*/ 311680 w 399278"/>
                <a:gd name="connsiteY13" fmla="*/ 47872 h 467401"/>
                <a:gd name="connsiteX14" fmla="*/ 143373 w 399278"/>
                <a:gd name="connsiteY14" fmla="*/ 242087 h 467401"/>
                <a:gd name="connsiteX15" fmla="*/ 80603 w 399278"/>
                <a:gd name="connsiteY15" fmla="*/ 354482 h 467401"/>
                <a:gd name="connsiteX16" fmla="*/ 130038 w 399278"/>
                <a:gd name="connsiteY16" fmla="*/ 382104 h 467401"/>
                <a:gd name="connsiteX17" fmla="*/ 190046 w 399278"/>
                <a:gd name="connsiteY17" fmla="*/ 398964 h 467401"/>
                <a:gd name="connsiteX18" fmla="*/ 231479 w 399278"/>
                <a:gd name="connsiteY18" fmla="*/ 365435 h 467401"/>
                <a:gd name="connsiteX19" fmla="*/ 239385 w 399278"/>
                <a:gd name="connsiteY19" fmla="*/ 313143 h 467401"/>
                <a:gd name="connsiteX20" fmla="*/ 192236 w 399278"/>
                <a:gd name="connsiteY20" fmla="*/ 269423 h 467401"/>
                <a:gd name="connsiteX21" fmla="*/ 143373 w 399278"/>
                <a:gd name="connsiteY21" fmla="*/ 242087 h 467401"/>
                <a:gd name="connsiteX22" fmla="*/ 235099 w 399278"/>
                <a:gd name="connsiteY22" fmla="*/ 77780 h 467401"/>
                <a:gd name="connsiteX23" fmla="*/ 174330 w 399278"/>
                <a:gd name="connsiteY23" fmla="*/ 186652 h 467401"/>
                <a:gd name="connsiteX24" fmla="*/ 222716 w 399278"/>
                <a:gd name="connsiteY24" fmla="*/ 213702 h 467401"/>
                <a:gd name="connsiteX25" fmla="*/ 276342 w 399278"/>
                <a:gd name="connsiteY25" fmla="*/ 224275 h 467401"/>
                <a:gd name="connsiteX26" fmla="*/ 316538 w 399278"/>
                <a:gd name="connsiteY26" fmla="*/ 190461 h 467401"/>
                <a:gd name="connsiteX27" fmla="*/ 323872 w 399278"/>
                <a:gd name="connsiteY27" fmla="*/ 142455 h 467401"/>
                <a:gd name="connsiteX28" fmla="*/ 281676 w 399278"/>
                <a:gd name="connsiteY28" fmla="*/ 103784 h 467401"/>
                <a:gd name="connsiteX29" fmla="*/ 235194 w 399278"/>
                <a:gd name="connsiteY29" fmla="*/ 77780 h 467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9278" h="467401">
                  <a:moveTo>
                    <a:pt x="311680" y="47967"/>
                  </a:moveTo>
                  <a:cubicBezTo>
                    <a:pt x="352733" y="70923"/>
                    <a:pt x="379593" y="95783"/>
                    <a:pt x="392166" y="122548"/>
                  </a:cubicBezTo>
                  <a:cubicBezTo>
                    <a:pt x="404739" y="149409"/>
                    <a:pt x="400644" y="180936"/>
                    <a:pt x="379879" y="217227"/>
                  </a:cubicBezTo>
                  <a:cubicBezTo>
                    <a:pt x="356733" y="258755"/>
                    <a:pt x="321491" y="277711"/>
                    <a:pt x="274342" y="274186"/>
                  </a:cubicBezTo>
                  <a:cubicBezTo>
                    <a:pt x="312918" y="308285"/>
                    <a:pt x="317871" y="351243"/>
                    <a:pt x="289011" y="402773"/>
                  </a:cubicBezTo>
                  <a:cubicBezTo>
                    <a:pt x="267770" y="440779"/>
                    <a:pt x="241481" y="461924"/>
                    <a:pt x="209953" y="466401"/>
                  </a:cubicBezTo>
                  <a:cubicBezTo>
                    <a:pt x="178520" y="470782"/>
                    <a:pt x="140897" y="460781"/>
                    <a:pt x="97177" y="436397"/>
                  </a:cubicBezTo>
                  <a:lnTo>
                    <a:pt x="19453" y="392963"/>
                  </a:lnTo>
                  <a:cubicBezTo>
                    <a:pt x="11166" y="388296"/>
                    <a:pt x="5356" y="382295"/>
                    <a:pt x="2117" y="374770"/>
                  </a:cubicBezTo>
                  <a:cubicBezTo>
                    <a:pt x="-1121" y="367245"/>
                    <a:pt x="-645" y="359816"/>
                    <a:pt x="3546" y="352196"/>
                  </a:cubicBezTo>
                  <a:lnTo>
                    <a:pt x="192617" y="13677"/>
                  </a:lnTo>
                  <a:cubicBezTo>
                    <a:pt x="196904" y="5962"/>
                    <a:pt x="203190" y="1486"/>
                    <a:pt x="211286" y="342"/>
                  </a:cubicBezTo>
                  <a:cubicBezTo>
                    <a:pt x="219383" y="-801"/>
                    <a:pt x="227574" y="914"/>
                    <a:pt x="235956" y="5581"/>
                  </a:cubicBezTo>
                  <a:lnTo>
                    <a:pt x="311680" y="47872"/>
                  </a:lnTo>
                  <a:close/>
                  <a:moveTo>
                    <a:pt x="143373" y="242087"/>
                  </a:moveTo>
                  <a:lnTo>
                    <a:pt x="80603" y="354482"/>
                  </a:lnTo>
                  <a:lnTo>
                    <a:pt x="130038" y="382104"/>
                  </a:lnTo>
                  <a:cubicBezTo>
                    <a:pt x="153946" y="395439"/>
                    <a:pt x="174044" y="401154"/>
                    <a:pt x="190046" y="398964"/>
                  </a:cubicBezTo>
                  <a:cubicBezTo>
                    <a:pt x="206333" y="396963"/>
                    <a:pt x="220145" y="385724"/>
                    <a:pt x="231479" y="365435"/>
                  </a:cubicBezTo>
                  <a:cubicBezTo>
                    <a:pt x="242719" y="345243"/>
                    <a:pt x="245386" y="327812"/>
                    <a:pt x="239385" y="313143"/>
                  </a:cubicBezTo>
                  <a:cubicBezTo>
                    <a:pt x="233385" y="298475"/>
                    <a:pt x="217668" y="283902"/>
                    <a:pt x="192236" y="269423"/>
                  </a:cubicBezTo>
                  <a:lnTo>
                    <a:pt x="143373" y="242087"/>
                  </a:lnTo>
                  <a:close/>
                  <a:moveTo>
                    <a:pt x="235099" y="77780"/>
                  </a:moveTo>
                  <a:lnTo>
                    <a:pt x="174330" y="186652"/>
                  </a:lnTo>
                  <a:lnTo>
                    <a:pt x="222716" y="213702"/>
                  </a:lnTo>
                  <a:cubicBezTo>
                    <a:pt x="242052" y="224752"/>
                    <a:pt x="259959" y="228276"/>
                    <a:pt x="276342" y="224275"/>
                  </a:cubicBezTo>
                  <a:cubicBezTo>
                    <a:pt x="292725" y="220275"/>
                    <a:pt x="306156" y="209035"/>
                    <a:pt x="316538" y="190461"/>
                  </a:cubicBezTo>
                  <a:cubicBezTo>
                    <a:pt x="326920" y="171887"/>
                    <a:pt x="329301" y="155885"/>
                    <a:pt x="323872" y="142455"/>
                  </a:cubicBezTo>
                  <a:cubicBezTo>
                    <a:pt x="318062" y="129120"/>
                    <a:pt x="303965" y="116262"/>
                    <a:pt x="281676" y="103784"/>
                  </a:cubicBezTo>
                  <a:lnTo>
                    <a:pt x="235194" y="777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AB69E92C-7233-7F00-EDBC-B1BA4A1CD8A1}"/>
                </a:ext>
              </a:extLst>
            </p:cNvPr>
            <p:cNvSpPr/>
            <p:nvPr/>
          </p:nvSpPr>
          <p:spPr>
            <a:xfrm>
              <a:off x="4761394" y="5957067"/>
              <a:ext cx="452211" cy="522723"/>
            </a:xfrm>
            <a:custGeom>
              <a:avLst/>
              <a:gdLst>
                <a:gd name="connsiteX0" fmla="*/ 2344 w 452211"/>
                <a:gd name="connsiteY0" fmla="*/ 389440 h 522723"/>
                <a:gd name="connsiteX1" fmla="*/ 140551 w 452211"/>
                <a:gd name="connsiteY1" fmla="*/ 17679 h 522723"/>
                <a:gd name="connsiteX2" fmla="*/ 183604 w 452211"/>
                <a:gd name="connsiteY2" fmla="*/ 3963 h 522723"/>
                <a:gd name="connsiteX3" fmla="*/ 212846 w 452211"/>
                <a:gd name="connsiteY3" fmla="*/ 28347 h 522723"/>
                <a:gd name="connsiteX4" fmla="*/ 216561 w 452211"/>
                <a:gd name="connsiteY4" fmla="*/ 45873 h 522723"/>
                <a:gd name="connsiteX5" fmla="*/ 283712 w 452211"/>
                <a:gd name="connsiteY5" fmla="*/ 384487 h 522723"/>
                <a:gd name="connsiteX6" fmla="*/ 386106 w 452211"/>
                <a:gd name="connsiteY6" fmla="*/ 109024 h 522723"/>
                <a:gd name="connsiteX7" fmla="*/ 402298 w 452211"/>
                <a:gd name="connsiteY7" fmla="*/ 92546 h 522723"/>
                <a:gd name="connsiteX8" fmla="*/ 427730 w 452211"/>
                <a:gd name="connsiteY8" fmla="*/ 94736 h 522723"/>
                <a:gd name="connsiteX9" fmla="*/ 448590 w 452211"/>
                <a:gd name="connsiteY9" fmla="*/ 110071 h 522723"/>
                <a:gd name="connsiteX10" fmla="*/ 450209 w 452211"/>
                <a:gd name="connsiteY10" fmla="*/ 132836 h 522723"/>
                <a:gd name="connsiteX11" fmla="*/ 312001 w 452211"/>
                <a:gd name="connsiteY11" fmla="*/ 504693 h 522723"/>
                <a:gd name="connsiteX12" fmla="*/ 271044 w 452211"/>
                <a:gd name="connsiteY12" fmla="*/ 519170 h 522723"/>
                <a:gd name="connsiteX13" fmla="*/ 249517 w 452211"/>
                <a:gd name="connsiteY13" fmla="*/ 505835 h 522723"/>
                <a:gd name="connsiteX14" fmla="*/ 239611 w 452211"/>
                <a:gd name="connsiteY14" fmla="*/ 491548 h 522723"/>
                <a:gd name="connsiteX15" fmla="*/ 235135 w 452211"/>
                <a:gd name="connsiteY15" fmla="*/ 473355 h 522723"/>
                <a:gd name="connsiteX16" fmla="*/ 168555 w 452211"/>
                <a:gd name="connsiteY16" fmla="*/ 138361 h 522723"/>
                <a:gd name="connsiteX17" fmla="*/ 66352 w 452211"/>
                <a:gd name="connsiteY17" fmla="*/ 413348 h 522723"/>
                <a:gd name="connsiteX18" fmla="*/ 50445 w 452211"/>
                <a:gd name="connsiteY18" fmla="*/ 429921 h 522723"/>
                <a:gd name="connsiteX19" fmla="*/ 24727 w 452211"/>
                <a:gd name="connsiteY19" fmla="*/ 427635 h 522723"/>
                <a:gd name="connsiteX20" fmla="*/ 2248 w 452211"/>
                <a:gd name="connsiteY20" fmla="*/ 389535 h 52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52211" h="522723">
                  <a:moveTo>
                    <a:pt x="2344" y="389440"/>
                  </a:moveTo>
                  <a:lnTo>
                    <a:pt x="140551" y="17679"/>
                  </a:lnTo>
                  <a:cubicBezTo>
                    <a:pt x="147028" y="248"/>
                    <a:pt x="161411" y="-4229"/>
                    <a:pt x="183604" y="3963"/>
                  </a:cubicBezTo>
                  <a:cubicBezTo>
                    <a:pt x="200273" y="10154"/>
                    <a:pt x="209989" y="18346"/>
                    <a:pt x="212846" y="28347"/>
                  </a:cubicBezTo>
                  <a:cubicBezTo>
                    <a:pt x="213989" y="31871"/>
                    <a:pt x="215227" y="37681"/>
                    <a:pt x="216561" y="45873"/>
                  </a:cubicBezTo>
                  <a:lnTo>
                    <a:pt x="283712" y="384487"/>
                  </a:lnTo>
                  <a:lnTo>
                    <a:pt x="386106" y="109024"/>
                  </a:lnTo>
                  <a:cubicBezTo>
                    <a:pt x="389440" y="100165"/>
                    <a:pt x="394774" y="94641"/>
                    <a:pt x="402298" y="92546"/>
                  </a:cubicBezTo>
                  <a:cubicBezTo>
                    <a:pt x="409823" y="90545"/>
                    <a:pt x="418205" y="91212"/>
                    <a:pt x="427730" y="94736"/>
                  </a:cubicBezTo>
                  <a:cubicBezTo>
                    <a:pt x="437160" y="98260"/>
                    <a:pt x="444113" y="103404"/>
                    <a:pt x="448590" y="110071"/>
                  </a:cubicBezTo>
                  <a:cubicBezTo>
                    <a:pt x="452781" y="116739"/>
                    <a:pt x="453352" y="124264"/>
                    <a:pt x="450209" y="132836"/>
                  </a:cubicBezTo>
                  <a:lnTo>
                    <a:pt x="312001" y="504693"/>
                  </a:lnTo>
                  <a:cubicBezTo>
                    <a:pt x="305524" y="522028"/>
                    <a:pt x="291904" y="526885"/>
                    <a:pt x="271044" y="519170"/>
                  </a:cubicBezTo>
                  <a:cubicBezTo>
                    <a:pt x="261900" y="515741"/>
                    <a:pt x="254756" y="511360"/>
                    <a:pt x="249517" y="505835"/>
                  </a:cubicBezTo>
                  <a:cubicBezTo>
                    <a:pt x="244279" y="500406"/>
                    <a:pt x="240945" y="495644"/>
                    <a:pt x="239611" y="491548"/>
                  </a:cubicBezTo>
                  <a:cubicBezTo>
                    <a:pt x="238278" y="487547"/>
                    <a:pt x="236754" y="481452"/>
                    <a:pt x="235135" y="473355"/>
                  </a:cubicBezTo>
                  <a:lnTo>
                    <a:pt x="168555" y="138361"/>
                  </a:lnTo>
                  <a:lnTo>
                    <a:pt x="66352" y="413348"/>
                  </a:lnTo>
                  <a:cubicBezTo>
                    <a:pt x="63304" y="422110"/>
                    <a:pt x="58065" y="427635"/>
                    <a:pt x="50445" y="429921"/>
                  </a:cubicBezTo>
                  <a:cubicBezTo>
                    <a:pt x="42920" y="432207"/>
                    <a:pt x="34348" y="431445"/>
                    <a:pt x="24727" y="427635"/>
                  </a:cubicBezTo>
                  <a:cubicBezTo>
                    <a:pt x="3296" y="419634"/>
                    <a:pt x="-4229" y="406966"/>
                    <a:pt x="2248" y="3895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0CC6BC38-47E4-A4C6-4BD5-45E48C39D03A}"/>
                </a:ext>
              </a:extLst>
            </p:cNvPr>
            <p:cNvSpPr/>
            <p:nvPr/>
          </p:nvSpPr>
          <p:spPr>
            <a:xfrm>
              <a:off x="5262000" y="6106780"/>
              <a:ext cx="330188" cy="441242"/>
            </a:xfrm>
            <a:custGeom>
              <a:avLst/>
              <a:gdLst>
                <a:gd name="connsiteX0" fmla="*/ 79905 w 330188"/>
                <a:gd name="connsiteY0" fmla="*/ 21794 h 441242"/>
                <a:gd name="connsiteX1" fmla="*/ 93525 w 330188"/>
                <a:gd name="connsiteY1" fmla="*/ 3126 h 441242"/>
                <a:gd name="connsiteX2" fmla="*/ 119148 w 330188"/>
                <a:gd name="connsiteY2" fmla="*/ 1125 h 441242"/>
                <a:gd name="connsiteX3" fmla="*/ 202015 w 330188"/>
                <a:gd name="connsiteY3" fmla="*/ 18270 h 441242"/>
                <a:gd name="connsiteX4" fmla="*/ 312029 w 330188"/>
                <a:gd name="connsiteY4" fmla="*/ 73134 h 441242"/>
                <a:gd name="connsiteX5" fmla="*/ 324411 w 330188"/>
                <a:gd name="connsiteY5" fmla="*/ 189149 h 441242"/>
                <a:gd name="connsiteX6" fmla="*/ 260022 w 330188"/>
                <a:gd name="connsiteY6" fmla="*/ 293733 h 441242"/>
                <a:gd name="connsiteX7" fmla="*/ 142198 w 330188"/>
                <a:gd name="connsiteY7" fmla="*/ 306401 h 441242"/>
                <a:gd name="connsiteX8" fmla="*/ 93144 w 330188"/>
                <a:gd name="connsiteY8" fmla="*/ 296305 h 441242"/>
                <a:gd name="connsiteX9" fmla="*/ 67522 w 330188"/>
                <a:gd name="connsiteY9" fmla="*/ 420416 h 441242"/>
                <a:gd name="connsiteX10" fmla="*/ 53997 w 330188"/>
                <a:gd name="connsiteY10" fmla="*/ 438513 h 441242"/>
                <a:gd name="connsiteX11" fmla="*/ 28755 w 330188"/>
                <a:gd name="connsiteY11" fmla="*/ 440037 h 441242"/>
                <a:gd name="connsiteX12" fmla="*/ 5895 w 330188"/>
                <a:gd name="connsiteY12" fmla="*/ 428417 h 441242"/>
                <a:gd name="connsiteX13" fmla="*/ 752 w 330188"/>
                <a:gd name="connsiteY13" fmla="*/ 405842 h 441242"/>
                <a:gd name="connsiteX14" fmla="*/ 79905 w 330188"/>
                <a:gd name="connsiteY14" fmla="*/ 21890 h 441242"/>
                <a:gd name="connsiteX15" fmla="*/ 139722 w 330188"/>
                <a:gd name="connsiteY15" fmla="*/ 70182 h 441242"/>
                <a:gd name="connsiteX16" fmla="*/ 106384 w 330188"/>
                <a:gd name="connsiteY16" fmla="*/ 231726 h 441242"/>
                <a:gd name="connsiteX17" fmla="*/ 149151 w 330188"/>
                <a:gd name="connsiteY17" fmla="*/ 244965 h 441242"/>
                <a:gd name="connsiteX18" fmla="*/ 219922 w 330188"/>
                <a:gd name="connsiteY18" fmla="*/ 240298 h 441242"/>
                <a:gd name="connsiteX19" fmla="*/ 256308 w 330188"/>
                <a:gd name="connsiteY19" fmla="*/ 180195 h 441242"/>
                <a:gd name="connsiteX20" fmla="*/ 250116 w 330188"/>
                <a:gd name="connsiteY20" fmla="*/ 111901 h 441242"/>
                <a:gd name="connsiteX21" fmla="*/ 189347 w 330188"/>
                <a:gd name="connsiteY21" fmla="*/ 80373 h 441242"/>
                <a:gd name="connsiteX22" fmla="*/ 139626 w 330188"/>
                <a:gd name="connsiteY22" fmla="*/ 70086 h 441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0188" h="441242">
                  <a:moveTo>
                    <a:pt x="79905" y="21794"/>
                  </a:moveTo>
                  <a:cubicBezTo>
                    <a:pt x="81810" y="12651"/>
                    <a:pt x="86286" y="6459"/>
                    <a:pt x="93525" y="3126"/>
                  </a:cubicBezTo>
                  <a:cubicBezTo>
                    <a:pt x="100764" y="-208"/>
                    <a:pt x="109242" y="-875"/>
                    <a:pt x="119148" y="1125"/>
                  </a:cubicBezTo>
                  <a:lnTo>
                    <a:pt x="202015" y="18270"/>
                  </a:lnTo>
                  <a:cubicBezTo>
                    <a:pt x="256403" y="29510"/>
                    <a:pt x="293074" y="47798"/>
                    <a:pt x="312029" y="73134"/>
                  </a:cubicBezTo>
                  <a:cubicBezTo>
                    <a:pt x="330984" y="98470"/>
                    <a:pt x="335079" y="137237"/>
                    <a:pt x="324411" y="189149"/>
                  </a:cubicBezTo>
                  <a:cubicBezTo>
                    <a:pt x="313743" y="240869"/>
                    <a:pt x="292312" y="275731"/>
                    <a:pt x="260022" y="293733"/>
                  </a:cubicBezTo>
                  <a:cubicBezTo>
                    <a:pt x="227733" y="311735"/>
                    <a:pt x="188585" y="315926"/>
                    <a:pt x="142198" y="306401"/>
                  </a:cubicBezTo>
                  <a:cubicBezTo>
                    <a:pt x="122767" y="302401"/>
                    <a:pt x="106384" y="299068"/>
                    <a:pt x="93144" y="296305"/>
                  </a:cubicBezTo>
                  <a:lnTo>
                    <a:pt x="67522" y="420416"/>
                  </a:lnTo>
                  <a:cubicBezTo>
                    <a:pt x="65522" y="429179"/>
                    <a:pt x="61045" y="435275"/>
                    <a:pt x="53997" y="438513"/>
                  </a:cubicBezTo>
                  <a:cubicBezTo>
                    <a:pt x="47043" y="441561"/>
                    <a:pt x="38661" y="442037"/>
                    <a:pt x="28755" y="440037"/>
                  </a:cubicBezTo>
                  <a:cubicBezTo>
                    <a:pt x="18849" y="437942"/>
                    <a:pt x="11229" y="434132"/>
                    <a:pt x="5895" y="428417"/>
                  </a:cubicBezTo>
                  <a:cubicBezTo>
                    <a:pt x="561" y="422607"/>
                    <a:pt x="-1153" y="415177"/>
                    <a:pt x="752" y="405842"/>
                  </a:cubicBezTo>
                  <a:lnTo>
                    <a:pt x="79905" y="21890"/>
                  </a:lnTo>
                  <a:close/>
                  <a:moveTo>
                    <a:pt x="139722" y="70182"/>
                  </a:moveTo>
                  <a:lnTo>
                    <a:pt x="106384" y="231726"/>
                  </a:lnTo>
                  <a:cubicBezTo>
                    <a:pt x="120386" y="237536"/>
                    <a:pt x="134578" y="242012"/>
                    <a:pt x="149151" y="244965"/>
                  </a:cubicBezTo>
                  <a:cubicBezTo>
                    <a:pt x="178393" y="250966"/>
                    <a:pt x="202015" y="249442"/>
                    <a:pt x="219922" y="240298"/>
                  </a:cubicBezTo>
                  <a:cubicBezTo>
                    <a:pt x="237829" y="231154"/>
                    <a:pt x="249926" y="211151"/>
                    <a:pt x="256308" y="180195"/>
                  </a:cubicBezTo>
                  <a:cubicBezTo>
                    <a:pt x="262689" y="149239"/>
                    <a:pt x="260594" y="126474"/>
                    <a:pt x="250116" y="111901"/>
                  </a:cubicBezTo>
                  <a:cubicBezTo>
                    <a:pt x="239639" y="97328"/>
                    <a:pt x="219351" y="86850"/>
                    <a:pt x="189347" y="80373"/>
                  </a:cubicBezTo>
                  <a:lnTo>
                    <a:pt x="139626" y="700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1450E6E5-C1D9-5794-9BB5-644371E183CF}"/>
                </a:ext>
              </a:extLst>
            </p:cNvPr>
            <p:cNvSpPr/>
            <p:nvPr/>
          </p:nvSpPr>
          <p:spPr>
            <a:xfrm>
              <a:off x="5935503" y="6183328"/>
              <a:ext cx="274236" cy="448833"/>
            </a:xfrm>
            <a:custGeom>
              <a:avLst/>
              <a:gdLst>
                <a:gd name="connsiteX0" fmla="*/ 0 w 274236"/>
                <a:gd name="connsiteY0" fmla="*/ 29258 h 448833"/>
                <a:gd name="connsiteX1" fmla="*/ 9430 w 274236"/>
                <a:gd name="connsiteY1" fmla="*/ 8113 h 448833"/>
                <a:gd name="connsiteX2" fmla="*/ 34100 w 274236"/>
                <a:gd name="connsiteY2" fmla="*/ 778 h 448833"/>
                <a:gd name="connsiteX3" fmla="*/ 118681 w 274236"/>
                <a:gd name="connsiteY3" fmla="*/ 16 h 448833"/>
                <a:gd name="connsiteX4" fmla="*/ 237744 w 274236"/>
                <a:gd name="connsiteY4" fmla="*/ 30591 h 448833"/>
                <a:gd name="connsiteX5" fmla="*/ 274225 w 274236"/>
                <a:gd name="connsiteY5" fmla="*/ 141367 h 448833"/>
                <a:gd name="connsiteX6" fmla="*/ 233267 w 274236"/>
                <a:gd name="connsiteY6" fmla="*/ 257096 h 448833"/>
                <a:gd name="connsiteX7" fmla="*/ 120777 w 274236"/>
                <a:gd name="connsiteY7" fmla="*/ 294243 h 448833"/>
                <a:gd name="connsiteX8" fmla="*/ 70676 w 274236"/>
                <a:gd name="connsiteY8" fmla="*/ 294719 h 448833"/>
                <a:gd name="connsiteX9" fmla="*/ 71819 w 274236"/>
                <a:gd name="connsiteY9" fmla="*/ 421497 h 448833"/>
                <a:gd name="connsiteX10" fmla="*/ 62389 w 274236"/>
                <a:gd name="connsiteY10" fmla="*/ 441976 h 448833"/>
                <a:gd name="connsiteX11" fmla="*/ 38005 w 274236"/>
                <a:gd name="connsiteY11" fmla="*/ 448834 h 448833"/>
                <a:gd name="connsiteX12" fmla="*/ 13240 w 274236"/>
                <a:gd name="connsiteY12" fmla="*/ 442262 h 448833"/>
                <a:gd name="connsiteX13" fmla="*/ 3429 w 274236"/>
                <a:gd name="connsiteY13" fmla="*/ 421307 h 448833"/>
                <a:gd name="connsiteX14" fmla="*/ 95 w 274236"/>
                <a:gd name="connsiteY14" fmla="*/ 29258 h 448833"/>
                <a:gd name="connsiteX15" fmla="*/ 68675 w 274236"/>
                <a:gd name="connsiteY15" fmla="*/ 63929 h 448833"/>
                <a:gd name="connsiteX16" fmla="*/ 70104 w 274236"/>
                <a:gd name="connsiteY16" fmla="*/ 228902 h 448833"/>
                <a:gd name="connsiteX17" fmla="*/ 114681 w 274236"/>
                <a:gd name="connsiteY17" fmla="*/ 232902 h 448833"/>
                <a:gd name="connsiteX18" fmla="*/ 182880 w 274236"/>
                <a:gd name="connsiteY18" fmla="*/ 213472 h 448833"/>
                <a:gd name="connsiteX19" fmla="*/ 205835 w 274236"/>
                <a:gd name="connsiteY19" fmla="*/ 147082 h 448833"/>
                <a:gd name="connsiteX20" fmla="*/ 185452 w 274236"/>
                <a:gd name="connsiteY20" fmla="*/ 81645 h 448833"/>
                <a:gd name="connsiteX21" fmla="*/ 119444 w 274236"/>
                <a:gd name="connsiteY21" fmla="*/ 63643 h 448833"/>
                <a:gd name="connsiteX22" fmla="*/ 68675 w 274236"/>
                <a:gd name="connsiteY22" fmla="*/ 64024 h 448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74236" h="448833">
                  <a:moveTo>
                    <a:pt x="0" y="29258"/>
                  </a:moveTo>
                  <a:cubicBezTo>
                    <a:pt x="0" y="19923"/>
                    <a:pt x="3048" y="12970"/>
                    <a:pt x="9430" y="8113"/>
                  </a:cubicBezTo>
                  <a:cubicBezTo>
                    <a:pt x="15812" y="3255"/>
                    <a:pt x="24003" y="873"/>
                    <a:pt x="34100" y="778"/>
                  </a:cubicBezTo>
                  <a:lnTo>
                    <a:pt x="118681" y="16"/>
                  </a:lnTo>
                  <a:cubicBezTo>
                    <a:pt x="174212" y="-460"/>
                    <a:pt x="213931" y="9732"/>
                    <a:pt x="237744" y="30591"/>
                  </a:cubicBezTo>
                  <a:cubicBezTo>
                    <a:pt x="261556" y="51451"/>
                    <a:pt x="273749" y="88313"/>
                    <a:pt x="274225" y="141367"/>
                  </a:cubicBezTo>
                  <a:cubicBezTo>
                    <a:pt x="274701" y="194231"/>
                    <a:pt x="260985" y="232807"/>
                    <a:pt x="233267" y="257096"/>
                  </a:cubicBezTo>
                  <a:cubicBezTo>
                    <a:pt x="205550" y="281480"/>
                    <a:pt x="168021" y="293863"/>
                    <a:pt x="120777" y="294243"/>
                  </a:cubicBezTo>
                  <a:cubicBezTo>
                    <a:pt x="100965" y="294434"/>
                    <a:pt x="84296" y="294529"/>
                    <a:pt x="70676" y="294719"/>
                  </a:cubicBezTo>
                  <a:lnTo>
                    <a:pt x="71819" y="421497"/>
                  </a:lnTo>
                  <a:cubicBezTo>
                    <a:pt x="71628" y="430451"/>
                    <a:pt x="68580" y="437309"/>
                    <a:pt x="62389" y="441976"/>
                  </a:cubicBezTo>
                  <a:cubicBezTo>
                    <a:pt x="56197" y="446453"/>
                    <a:pt x="48101" y="448739"/>
                    <a:pt x="38005" y="448834"/>
                  </a:cubicBezTo>
                  <a:cubicBezTo>
                    <a:pt x="27908" y="448834"/>
                    <a:pt x="19621" y="446739"/>
                    <a:pt x="13240" y="442262"/>
                  </a:cubicBezTo>
                  <a:cubicBezTo>
                    <a:pt x="6858" y="437785"/>
                    <a:pt x="3524" y="430832"/>
                    <a:pt x="3429" y="421307"/>
                  </a:cubicBezTo>
                  <a:lnTo>
                    <a:pt x="95" y="29258"/>
                  </a:lnTo>
                  <a:close/>
                  <a:moveTo>
                    <a:pt x="68675" y="63929"/>
                  </a:moveTo>
                  <a:lnTo>
                    <a:pt x="70104" y="228902"/>
                  </a:lnTo>
                  <a:cubicBezTo>
                    <a:pt x="84963" y="231664"/>
                    <a:pt x="99822" y="232998"/>
                    <a:pt x="114681" y="232902"/>
                  </a:cubicBezTo>
                  <a:cubicBezTo>
                    <a:pt x="144589" y="232617"/>
                    <a:pt x="167354" y="226139"/>
                    <a:pt x="182880" y="213472"/>
                  </a:cubicBezTo>
                  <a:cubicBezTo>
                    <a:pt x="198406" y="200708"/>
                    <a:pt x="206121" y="178610"/>
                    <a:pt x="205835" y="147082"/>
                  </a:cubicBezTo>
                  <a:cubicBezTo>
                    <a:pt x="205550" y="115554"/>
                    <a:pt x="198787" y="93742"/>
                    <a:pt x="185452" y="81645"/>
                  </a:cubicBezTo>
                  <a:cubicBezTo>
                    <a:pt x="172117" y="69644"/>
                    <a:pt x="150114" y="63643"/>
                    <a:pt x="119444" y="63643"/>
                  </a:cubicBezTo>
                  <a:lnTo>
                    <a:pt x="68675" y="6402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7A2D4A3E-DD0A-E4F1-6FEA-371282F9F74A}"/>
                </a:ext>
              </a:extLst>
            </p:cNvPr>
            <p:cNvSpPr/>
            <p:nvPr/>
          </p:nvSpPr>
          <p:spPr>
            <a:xfrm>
              <a:off x="6296609" y="6156289"/>
              <a:ext cx="335474" cy="465516"/>
            </a:xfrm>
            <a:custGeom>
              <a:avLst/>
              <a:gdLst>
                <a:gd name="connsiteX0" fmla="*/ 653 w 335474"/>
                <a:gd name="connsiteY0" fmla="*/ 447488 h 465516"/>
                <a:gd name="connsiteX1" fmla="*/ 367 w 335474"/>
                <a:gd name="connsiteY1" fmla="*/ 435677 h 465516"/>
                <a:gd name="connsiteX2" fmla="*/ 66661 w 335474"/>
                <a:gd name="connsiteY2" fmla="*/ 34579 h 465516"/>
                <a:gd name="connsiteX3" fmla="*/ 97237 w 335474"/>
                <a:gd name="connsiteY3" fmla="*/ 4194 h 465516"/>
                <a:gd name="connsiteX4" fmla="*/ 125812 w 335474"/>
                <a:gd name="connsiteY4" fmla="*/ 384 h 465516"/>
                <a:gd name="connsiteX5" fmla="*/ 163150 w 335474"/>
                <a:gd name="connsiteY5" fmla="*/ 24292 h 465516"/>
                <a:gd name="connsiteX6" fmla="*/ 331837 w 335474"/>
                <a:gd name="connsiteY6" fmla="*/ 391767 h 465516"/>
                <a:gd name="connsiteX7" fmla="*/ 335362 w 335474"/>
                <a:gd name="connsiteY7" fmla="*/ 404149 h 465516"/>
                <a:gd name="connsiteX8" fmla="*/ 328599 w 335474"/>
                <a:gd name="connsiteY8" fmla="*/ 418627 h 465516"/>
                <a:gd name="connsiteX9" fmla="*/ 306120 w 335474"/>
                <a:gd name="connsiteY9" fmla="*/ 428247 h 465516"/>
                <a:gd name="connsiteX10" fmla="*/ 263353 w 335474"/>
                <a:gd name="connsiteY10" fmla="*/ 406054 h 465516"/>
                <a:gd name="connsiteX11" fmla="*/ 228872 w 335474"/>
                <a:gd name="connsiteY11" fmla="*/ 328711 h 465516"/>
                <a:gd name="connsiteX12" fmla="*/ 73996 w 335474"/>
                <a:gd name="connsiteY12" fmla="*/ 349571 h 465516"/>
                <a:gd name="connsiteX13" fmla="*/ 61899 w 335474"/>
                <a:gd name="connsiteY13" fmla="*/ 430057 h 465516"/>
                <a:gd name="connsiteX14" fmla="*/ 53612 w 335474"/>
                <a:gd name="connsiteY14" fmla="*/ 455298 h 465516"/>
                <a:gd name="connsiteX15" fmla="*/ 32657 w 335474"/>
                <a:gd name="connsiteY15" fmla="*/ 465014 h 465516"/>
                <a:gd name="connsiteX16" fmla="*/ 10083 w 335474"/>
                <a:gd name="connsiteY16" fmla="*/ 461204 h 465516"/>
                <a:gd name="connsiteX17" fmla="*/ 749 w 335474"/>
                <a:gd name="connsiteY17" fmla="*/ 447488 h 465516"/>
                <a:gd name="connsiteX18" fmla="*/ 115525 w 335474"/>
                <a:gd name="connsiteY18" fmla="*/ 74394 h 465516"/>
                <a:gd name="connsiteX19" fmla="*/ 83616 w 335474"/>
                <a:gd name="connsiteY19" fmla="*/ 286134 h 465516"/>
                <a:gd name="connsiteX20" fmla="*/ 202774 w 335474"/>
                <a:gd name="connsiteY20" fmla="*/ 270037 h 465516"/>
                <a:gd name="connsiteX21" fmla="*/ 115429 w 335474"/>
                <a:gd name="connsiteY21" fmla="*/ 74394 h 4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35474" h="465516">
                  <a:moveTo>
                    <a:pt x="653" y="447488"/>
                  </a:moveTo>
                  <a:cubicBezTo>
                    <a:pt x="-109" y="441963"/>
                    <a:pt x="-204" y="438058"/>
                    <a:pt x="367" y="435677"/>
                  </a:cubicBezTo>
                  <a:lnTo>
                    <a:pt x="66661" y="34579"/>
                  </a:lnTo>
                  <a:cubicBezTo>
                    <a:pt x="69233" y="16672"/>
                    <a:pt x="79425" y="6576"/>
                    <a:pt x="97237" y="4194"/>
                  </a:cubicBezTo>
                  <a:lnTo>
                    <a:pt x="125812" y="384"/>
                  </a:lnTo>
                  <a:cubicBezTo>
                    <a:pt x="142861" y="-1902"/>
                    <a:pt x="155339" y="6004"/>
                    <a:pt x="163150" y="24292"/>
                  </a:cubicBezTo>
                  <a:lnTo>
                    <a:pt x="331837" y="391767"/>
                  </a:lnTo>
                  <a:cubicBezTo>
                    <a:pt x="333552" y="395386"/>
                    <a:pt x="334790" y="399577"/>
                    <a:pt x="335362" y="404149"/>
                  </a:cubicBezTo>
                  <a:cubicBezTo>
                    <a:pt x="336028" y="408721"/>
                    <a:pt x="333742" y="413579"/>
                    <a:pt x="328599" y="418627"/>
                  </a:cubicBezTo>
                  <a:cubicBezTo>
                    <a:pt x="323455" y="423866"/>
                    <a:pt x="315931" y="427104"/>
                    <a:pt x="306120" y="428247"/>
                  </a:cubicBezTo>
                  <a:cubicBezTo>
                    <a:pt x="285641" y="431010"/>
                    <a:pt x="271449" y="423580"/>
                    <a:pt x="263353" y="406054"/>
                  </a:cubicBezTo>
                  <a:lnTo>
                    <a:pt x="228872" y="328711"/>
                  </a:lnTo>
                  <a:lnTo>
                    <a:pt x="73996" y="349571"/>
                  </a:lnTo>
                  <a:lnTo>
                    <a:pt x="61899" y="430057"/>
                  </a:lnTo>
                  <a:cubicBezTo>
                    <a:pt x="60756" y="441392"/>
                    <a:pt x="57994" y="449869"/>
                    <a:pt x="53612" y="455298"/>
                  </a:cubicBezTo>
                  <a:cubicBezTo>
                    <a:pt x="49135" y="460537"/>
                    <a:pt x="42182" y="463776"/>
                    <a:pt x="32657" y="465014"/>
                  </a:cubicBezTo>
                  <a:cubicBezTo>
                    <a:pt x="23132" y="466347"/>
                    <a:pt x="15607" y="465014"/>
                    <a:pt x="10083" y="461204"/>
                  </a:cubicBezTo>
                  <a:cubicBezTo>
                    <a:pt x="4558" y="457394"/>
                    <a:pt x="1510" y="452822"/>
                    <a:pt x="749" y="447488"/>
                  </a:cubicBezTo>
                  <a:moveTo>
                    <a:pt x="115525" y="74394"/>
                  </a:moveTo>
                  <a:lnTo>
                    <a:pt x="83616" y="286134"/>
                  </a:lnTo>
                  <a:lnTo>
                    <a:pt x="202774" y="270037"/>
                  </a:lnTo>
                  <a:lnTo>
                    <a:pt x="115429" y="74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1A997FA0-902E-2388-BC07-94130B5FDE27}"/>
                </a:ext>
              </a:extLst>
            </p:cNvPr>
            <p:cNvSpPr/>
            <p:nvPr/>
          </p:nvSpPr>
          <p:spPr>
            <a:xfrm>
              <a:off x="6670016" y="6070844"/>
              <a:ext cx="373970" cy="468437"/>
            </a:xfrm>
            <a:custGeom>
              <a:avLst/>
              <a:gdLst>
                <a:gd name="connsiteX0" fmla="*/ 172934 w 373970"/>
                <a:gd name="connsiteY0" fmla="*/ 430349 h 468437"/>
                <a:gd name="connsiteX1" fmla="*/ 169409 w 373970"/>
                <a:gd name="connsiteY1" fmla="*/ 453209 h 468437"/>
                <a:gd name="connsiteX2" fmla="*/ 147692 w 373970"/>
                <a:gd name="connsiteY2" fmla="*/ 466354 h 468437"/>
                <a:gd name="connsiteX3" fmla="*/ 122070 w 373970"/>
                <a:gd name="connsiteY3" fmla="*/ 466449 h 468437"/>
                <a:gd name="connsiteX4" fmla="*/ 107116 w 373970"/>
                <a:gd name="connsiteY4" fmla="*/ 448732 h 468437"/>
                <a:gd name="connsiteX5" fmla="*/ 1293 w 373970"/>
                <a:gd name="connsiteY5" fmla="*/ 71257 h 468437"/>
                <a:gd name="connsiteX6" fmla="*/ 4722 w 373970"/>
                <a:gd name="connsiteY6" fmla="*/ 48397 h 468437"/>
                <a:gd name="connsiteX7" fmla="*/ 26344 w 373970"/>
                <a:gd name="connsiteY7" fmla="*/ 34967 h 468437"/>
                <a:gd name="connsiteX8" fmla="*/ 112069 w 373970"/>
                <a:gd name="connsiteY8" fmla="*/ 10963 h 468437"/>
                <a:gd name="connsiteX9" fmla="*/ 230274 w 373970"/>
                <a:gd name="connsiteY9" fmla="*/ 8678 h 468437"/>
                <a:gd name="connsiteX10" fmla="*/ 295139 w 373970"/>
                <a:gd name="connsiteY10" fmla="*/ 100689 h 468437"/>
                <a:gd name="connsiteX11" fmla="*/ 261516 w 373970"/>
                <a:gd name="connsiteY11" fmla="*/ 236420 h 468437"/>
                <a:gd name="connsiteX12" fmla="*/ 364862 w 373970"/>
                <a:gd name="connsiteY12" fmla="*/ 362722 h 468437"/>
                <a:gd name="connsiteX13" fmla="*/ 373054 w 373970"/>
                <a:gd name="connsiteY13" fmla="*/ 378724 h 468437"/>
                <a:gd name="connsiteX14" fmla="*/ 370863 w 373970"/>
                <a:gd name="connsiteY14" fmla="*/ 396059 h 468437"/>
                <a:gd name="connsiteX15" fmla="*/ 352004 w 373970"/>
                <a:gd name="connsiteY15" fmla="*/ 409013 h 468437"/>
                <a:gd name="connsiteX16" fmla="*/ 303712 w 373970"/>
                <a:gd name="connsiteY16" fmla="*/ 393678 h 468437"/>
                <a:gd name="connsiteX17" fmla="*/ 204080 w 373970"/>
                <a:gd name="connsiteY17" fmla="*/ 270901 h 468437"/>
                <a:gd name="connsiteX18" fmla="*/ 174457 w 373970"/>
                <a:gd name="connsiteY18" fmla="*/ 281092 h 468437"/>
                <a:gd name="connsiteX19" fmla="*/ 133405 w 373970"/>
                <a:gd name="connsiteY19" fmla="*/ 289379 h 468437"/>
                <a:gd name="connsiteX20" fmla="*/ 172934 w 373970"/>
                <a:gd name="connsiteY20" fmla="*/ 430349 h 468437"/>
                <a:gd name="connsiteX21" fmla="*/ 76636 w 373970"/>
                <a:gd name="connsiteY21" fmla="*/ 86782 h 468437"/>
                <a:gd name="connsiteX22" fmla="*/ 116641 w 373970"/>
                <a:gd name="connsiteY22" fmla="*/ 229467 h 468437"/>
                <a:gd name="connsiteX23" fmla="*/ 175124 w 373970"/>
                <a:gd name="connsiteY23" fmla="*/ 216894 h 468437"/>
                <a:gd name="connsiteX24" fmla="*/ 230179 w 373970"/>
                <a:gd name="connsiteY24" fmla="*/ 122120 h 468437"/>
                <a:gd name="connsiteX25" fmla="*/ 195603 w 373970"/>
                <a:gd name="connsiteY25" fmla="*/ 69828 h 468437"/>
                <a:gd name="connsiteX26" fmla="*/ 129976 w 373970"/>
                <a:gd name="connsiteY26" fmla="*/ 71828 h 468437"/>
                <a:gd name="connsiteX27" fmla="*/ 76636 w 373970"/>
                <a:gd name="connsiteY27" fmla="*/ 86782 h 46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73970" h="468437">
                  <a:moveTo>
                    <a:pt x="172934" y="430349"/>
                  </a:moveTo>
                  <a:cubicBezTo>
                    <a:pt x="175220" y="439302"/>
                    <a:pt x="174077" y="446923"/>
                    <a:pt x="169409" y="453209"/>
                  </a:cubicBezTo>
                  <a:cubicBezTo>
                    <a:pt x="164647" y="459210"/>
                    <a:pt x="157408" y="463686"/>
                    <a:pt x="147692" y="466354"/>
                  </a:cubicBezTo>
                  <a:cubicBezTo>
                    <a:pt x="137977" y="469116"/>
                    <a:pt x="129404" y="469116"/>
                    <a:pt x="122070" y="466449"/>
                  </a:cubicBezTo>
                  <a:cubicBezTo>
                    <a:pt x="114640" y="463782"/>
                    <a:pt x="109687" y="457972"/>
                    <a:pt x="107116" y="448732"/>
                  </a:cubicBezTo>
                  <a:lnTo>
                    <a:pt x="1293" y="71257"/>
                  </a:lnTo>
                  <a:cubicBezTo>
                    <a:pt x="-1183" y="62303"/>
                    <a:pt x="-136" y="54683"/>
                    <a:pt x="4722" y="48397"/>
                  </a:cubicBezTo>
                  <a:cubicBezTo>
                    <a:pt x="9580" y="42110"/>
                    <a:pt x="16723" y="37633"/>
                    <a:pt x="26344" y="34967"/>
                  </a:cubicBezTo>
                  <a:lnTo>
                    <a:pt x="112069" y="10963"/>
                  </a:lnTo>
                  <a:cubicBezTo>
                    <a:pt x="161218" y="-2848"/>
                    <a:pt x="200556" y="-3610"/>
                    <a:pt x="230274" y="8678"/>
                  </a:cubicBezTo>
                  <a:cubicBezTo>
                    <a:pt x="259992" y="20869"/>
                    <a:pt x="281614" y="51540"/>
                    <a:pt x="295139" y="100689"/>
                  </a:cubicBezTo>
                  <a:cubicBezTo>
                    <a:pt x="311808" y="160125"/>
                    <a:pt x="300569" y="205368"/>
                    <a:pt x="261516" y="236420"/>
                  </a:cubicBezTo>
                  <a:lnTo>
                    <a:pt x="364862" y="362722"/>
                  </a:lnTo>
                  <a:cubicBezTo>
                    <a:pt x="368768" y="367865"/>
                    <a:pt x="371530" y="373199"/>
                    <a:pt x="373054" y="378724"/>
                  </a:cubicBezTo>
                  <a:cubicBezTo>
                    <a:pt x="374768" y="384248"/>
                    <a:pt x="374102" y="389963"/>
                    <a:pt x="370863" y="396059"/>
                  </a:cubicBezTo>
                  <a:cubicBezTo>
                    <a:pt x="367720" y="402345"/>
                    <a:pt x="361433" y="406632"/>
                    <a:pt x="352004" y="409013"/>
                  </a:cubicBezTo>
                  <a:cubicBezTo>
                    <a:pt x="332192" y="414538"/>
                    <a:pt x="316094" y="409394"/>
                    <a:pt x="303712" y="393678"/>
                  </a:cubicBezTo>
                  <a:lnTo>
                    <a:pt x="204080" y="270901"/>
                  </a:lnTo>
                  <a:cubicBezTo>
                    <a:pt x="196270" y="274425"/>
                    <a:pt x="186364" y="277759"/>
                    <a:pt x="174457" y="281092"/>
                  </a:cubicBezTo>
                  <a:cubicBezTo>
                    <a:pt x="162551" y="284426"/>
                    <a:pt x="148835" y="287188"/>
                    <a:pt x="133405" y="289379"/>
                  </a:cubicBezTo>
                  <a:lnTo>
                    <a:pt x="172934" y="430349"/>
                  </a:lnTo>
                  <a:close/>
                  <a:moveTo>
                    <a:pt x="76636" y="86782"/>
                  </a:moveTo>
                  <a:lnTo>
                    <a:pt x="116641" y="229467"/>
                  </a:lnTo>
                  <a:cubicBezTo>
                    <a:pt x="132167" y="227657"/>
                    <a:pt x="151693" y="223466"/>
                    <a:pt x="175124" y="216894"/>
                  </a:cubicBezTo>
                  <a:cubicBezTo>
                    <a:pt x="225607" y="202987"/>
                    <a:pt x="243990" y="171364"/>
                    <a:pt x="230179" y="122120"/>
                  </a:cubicBezTo>
                  <a:cubicBezTo>
                    <a:pt x="222178" y="93736"/>
                    <a:pt x="210653" y="76305"/>
                    <a:pt x="195603" y="69828"/>
                  </a:cubicBezTo>
                  <a:cubicBezTo>
                    <a:pt x="180458" y="63351"/>
                    <a:pt x="158646" y="64018"/>
                    <a:pt x="129976" y="71828"/>
                  </a:cubicBezTo>
                  <a:lnTo>
                    <a:pt x="76636" y="867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405A4241-052E-877B-AC38-4C040E501096}"/>
                </a:ext>
              </a:extLst>
            </p:cNvPr>
            <p:cNvSpPr/>
            <p:nvPr/>
          </p:nvSpPr>
          <p:spPr>
            <a:xfrm>
              <a:off x="7050454" y="5974176"/>
              <a:ext cx="216666" cy="426937"/>
            </a:xfrm>
            <a:custGeom>
              <a:avLst/>
              <a:gdLst>
                <a:gd name="connsiteX0" fmla="*/ 2426 w 216666"/>
                <a:gd name="connsiteY0" fmla="*/ 42480 h 426937"/>
                <a:gd name="connsiteX1" fmla="*/ 3474 w 216666"/>
                <a:gd name="connsiteY1" fmla="*/ 19334 h 426937"/>
                <a:gd name="connsiteX2" fmla="*/ 23858 w 216666"/>
                <a:gd name="connsiteY2" fmla="*/ 3713 h 426937"/>
                <a:gd name="connsiteX3" fmla="*/ 49480 w 216666"/>
                <a:gd name="connsiteY3" fmla="*/ 1046 h 426937"/>
                <a:gd name="connsiteX4" fmla="*/ 65863 w 216666"/>
                <a:gd name="connsiteY4" fmla="*/ 16762 h 426937"/>
                <a:gd name="connsiteX5" fmla="*/ 214453 w 216666"/>
                <a:gd name="connsiteY5" fmla="*/ 384523 h 426937"/>
                <a:gd name="connsiteX6" fmla="*/ 213405 w 216666"/>
                <a:gd name="connsiteY6" fmla="*/ 407668 h 426937"/>
                <a:gd name="connsiteX7" fmla="*/ 193307 w 216666"/>
                <a:gd name="connsiteY7" fmla="*/ 423099 h 426937"/>
                <a:gd name="connsiteX8" fmla="*/ 167781 w 216666"/>
                <a:gd name="connsiteY8" fmla="*/ 426052 h 426937"/>
                <a:gd name="connsiteX9" fmla="*/ 151016 w 216666"/>
                <a:gd name="connsiteY9" fmla="*/ 410145 h 426937"/>
                <a:gd name="connsiteX10" fmla="*/ 2426 w 216666"/>
                <a:gd name="connsiteY10" fmla="*/ 42384 h 4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66" h="426937">
                  <a:moveTo>
                    <a:pt x="2426" y="42480"/>
                  </a:moveTo>
                  <a:cubicBezTo>
                    <a:pt x="-1098" y="33622"/>
                    <a:pt x="-812" y="26002"/>
                    <a:pt x="3474" y="19334"/>
                  </a:cubicBezTo>
                  <a:cubicBezTo>
                    <a:pt x="7665" y="12762"/>
                    <a:pt x="14523" y="7523"/>
                    <a:pt x="23858" y="3713"/>
                  </a:cubicBezTo>
                  <a:cubicBezTo>
                    <a:pt x="33192" y="-97"/>
                    <a:pt x="41765" y="-954"/>
                    <a:pt x="49480" y="1046"/>
                  </a:cubicBezTo>
                  <a:cubicBezTo>
                    <a:pt x="57195" y="3047"/>
                    <a:pt x="62624" y="8285"/>
                    <a:pt x="65863" y="16762"/>
                  </a:cubicBezTo>
                  <a:lnTo>
                    <a:pt x="214453" y="384523"/>
                  </a:lnTo>
                  <a:cubicBezTo>
                    <a:pt x="217691" y="393190"/>
                    <a:pt x="217406" y="400906"/>
                    <a:pt x="213405" y="407668"/>
                  </a:cubicBezTo>
                  <a:cubicBezTo>
                    <a:pt x="209405" y="414145"/>
                    <a:pt x="202642" y="419384"/>
                    <a:pt x="193307" y="423099"/>
                  </a:cubicBezTo>
                  <a:cubicBezTo>
                    <a:pt x="183973" y="426909"/>
                    <a:pt x="175400" y="427861"/>
                    <a:pt x="167781" y="426052"/>
                  </a:cubicBezTo>
                  <a:cubicBezTo>
                    <a:pt x="160160" y="424242"/>
                    <a:pt x="154541" y="418908"/>
                    <a:pt x="151016" y="410145"/>
                  </a:cubicBezTo>
                  <a:lnTo>
                    <a:pt x="2426" y="4238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3D721787-9A30-4DFC-2EAD-B2E3F2CAC138}"/>
                </a:ext>
              </a:extLst>
            </p:cNvPr>
            <p:cNvSpPr/>
            <p:nvPr/>
          </p:nvSpPr>
          <p:spPr>
            <a:xfrm>
              <a:off x="7249146" y="5827322"/>
              <a:ext cx="402092" cy="465771"/>
            </a:xfrm>
            <a:custGeom>
              <a:avLst/>
              <a:gdLst>
                <a:gd name="connsiteX0" fmla="*/ 96247 w 402092"/>
                <a:gd name="connsiteY0" fmla="*/ 28552 h 465771"/>
                <a:gd name="connsiteX1" fmla="*/ 202451 w 402092"/>
                <a:gd name="connsiteY1" fmla="*/ 834 h 465771"/>
                <a:gd name="connsiteX2" fmla="*/ 275603 w 402092"/>
                <a:gd name="connsiteY2" fmla="*/ 62080 h 465771"/>
                <a:gd name="connsiteX3" fmla="*/ 266935 w 402092"/>
                <a:gd name="connsiteY3" fmla="*/ 181714 h 465771"/>
                <a:gd name="connsiteX4" fmla="*/ 383235 w 402092"/>
                <a:gd name="connsiteY4" fmla="*/ 238483 h 465771"/>
                <a:gd name="connsiteX5" fmla="*/ 394380 w 402092"/>
                <a:gd name="connsiteY5" fmla="*/ 339353 h 465771"/>
                <a:gd name="connsiteX6" fmla="*/ 308464 w 402092"/>
                <a:gd name="connsiteY6" fmla="*/ 418315 h 465771"/>
                <a:gd name="connsiteX7" fmla="*/ 230073 w 402092"/>
                <a:gd name="connsiteY7" fmla="*/ 460511 h 465771"/>
                <a:gd name="connsiteX8" fmla="*/ 205404 w 402092"/>
                <a:gd name="connsiteY8" fmla="*/ 465369 h 465771"/>
                <a:gd name="connsiteX9" fmla="*/ 187116 w 402092"/>
                <a:gd name="connsiteY9" fmla="*/ 452034 h 465771"/>
                <a:gd name="connsiteX10" fmla="*/ 3474 w 402092"/>
                <a:gd name="connsiteY10" fmla="*/ 110563 h 465771"/>
                <a:gd name="connsiteX11" fmla="*/ 2235 w 402092"/>
                <a:gd name="connsiteY11" fmla="*/ 87702 h 465771"/>
                <a:gd name="connsiteX12" fmla="*/ 19952 w 402092"/>
                <a:gd name="connsiteY12" fmla="*/ 69700 h 465771"/>
                <a:gd name="connsiteX13" fmla="*/ 96342 w 402092"/>
                <a:gd name="connsiteY13" fmla="*/ 28647 h 465771"/>
                <a:gd name="connsiteX14" fmla="*/ 80245 w 402092"/>
                <a:gd name="connsiteY14" fmla="*/ 109134 h 465771"/>
                <a:gd name="connsiteX15" fmla="*/ 139300 w 402092"/>
                <a:gd name="connsiteY15" fmla="*/ 218957 h 465771"/>
                <a:gd name="connsiteX16" fmla="*/ 188068 w 402092"/>
                <a:gd name="connsiteY16" fmla="*/ 192763 h 465771"/>
                <a:gd name="connsiteX17" fmla="*/ 225882 w 402092"/>
                <a:gd name="connsiteY17" fmla="*/ 153234 h 465771"/>
                <a:gd name="connsiteX18" fmla="*/ 218929 w 402092"/>
                <a:gd name="connsiteY18" fmla="*/ 101132 h 465771"/>
                <a:gd name="connsiteX19" fmla="*/ 182448 w 402092"/>
                <a:gd name="connsiteY19" fmla="*/ 69128 h 465771"/>
                <a:gd name="connsiteX20" fmla="*/ 127108 w 402092"/>
                <a:gd name="connsiteY20" fmla="*/ 83892 h 465771"/>
                <a:gd name="connsiteX21" fmla="*/ 80245 w 402092"/>
                <a:gd name="connsiteY21" fmla="*/ 109134 h 465771"/>
                <a:gd name="connsiteX22" fmla="*/ 169399 w 402092"/>
                <a:gd name="connsiteY22" fmla="*/ 274773 h 465771"/>
                <a:gd name="connsiteX23" fmla="*/ 230359 w 402092"/>
                <a:gd name="connsiteY23" fmla="*/ 388121 h 465771"/>
                <a:gd name="connsiteX24" fmla="*/ 280175 w 402092"/>
                <a:gd name="connsiteY24" fmla="*/ 361260 h 465771"/>
                <a:gd name="connsiteX25" fmla="*/ 326657 w 402092"/>
                <a:gd name="connsiteY25" fmla="*/ 319731 h 465771"/>
                <a:gd name="connsiteX26" fmla="*/ 320656 w 402092"/>
                <a:gd name="connsiteY26" fmla="*/ 266772 h 465771"/>
                <a:gd name="connsiteX27" fmla="*/ 280841 w 402092"/>
                <a:gd name="connsiteY27" fmla="*/ 231911 h 465771"/>
                <a:gd name="connsiteX28" fmla="*/ 218643 w 402092"/>
                <a:gd name="connsiteY28" fmla="*/ 248198 h 465771"/>
                <a:gd name="connsiteX29" fmla="*/ 169304 w 402092"/>
                <a:gd name="connsiteY29" fmla="*/ 274773 h 46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2092" h="465771">
                  <a:moveTo>
                    <a:pt x="96247" y="28552"/>
                  </a:moveTo>
                  <a:cubicBezTo>
                    <a:pt x="137681" y="6264"/>
                    <a:pt x="173019" y="-2976"/>
                    <a:pt x="202451" y="834"/>
                  </a:cubicBezTo>
                  <a:cubicBezTo>
                    <a:pt x="231788" y="4645"/>
                    <a:pt x="256172" y="25123"/>
                    <a:pt x="275603" y="62080"/>
                  </a:cubicBezTo>
                  <a:cubicBezTo>
                    <a:pt x="298082" y="103895"/>
                    <a:pt x="295224" y="143805"/>
                    <a:pt x="266935" y="181714"/>
                  </a:cubicBezTo>
                  <a:cubicBezTo>
                    <a:pt x="316465" y="167522"/>
                    <a:pt x="355232" y="186477"/>
                    <a:pt x="383235" y="238483"/>
                  </a:cubicBezTo>
                  <a:cubicBezTo>
                    <a:pt x="403905" y="276773"/>
                    <a:pt x="407524" y="310397"/>
                    <a:pt x="394380" y="339353"/>
                  </a:cubicBezTo>
                  <a:cubicBezTo>
                    <a:pt x="381140" y="368214"/>
                    <a:pt x="352470" y="394503"/>
                    <a:pt x="308464" y="418315"/>
                  </a:cubicBezTo>
                  <a:lnTo>
                    <a:pt x="230073" y="460511"/>
                  </a:lnTo>
                  <a:cubicBezTo>
                    <a:pt x="221691" y="464987"/>
                    <a:pt x="213500" y="466607"/>
                    <a:pt x="205404" y="465369"/>
                  </a:cubicBezTo>
                  <a:cubicBezTo>
                    <a:pt x="197307" y="464035"/>
                    <a:pt x="191307" y="459653"/>
                    <a:pt x="187116" y="452034"/>
                  </a:cubicBezTo>
                  <a:lnTo>
                    <a:pt x="3474" y="110563"/>
                  </a:lnTo>
                  <a:cubicBezTo>
                    <a:pt x="-717" y="102752"/>
                    <a:pt x="-1098" y="95132"/>
                    <a:pt x="2235" y="87702"/>
                  </a:cubicBezTo>
                  <a:cubicBezTo>
                    <a:pt x="5664" y="80273"/>
                    <a:pt x="11570" y="74272"/>
                    <a:pt x="19952" y="69700"/>
                  </a:cubicBezTo>
                  <a:lnTo>
                    <a:pt x="96342" y="28647"/>
                  </a:lnTo>
                  <a:close/>
                  <a:moveTo>
                    <a:pt x="80245" y="109134"/>
                  </a:moveTo>
                  <a:lnTo>
                    <a:pt x="139300" y="218957"/>
                  </a:lnTo>
                  <a:lnTo>
                    <a:pt x="188068" y="192763"/>
                  </a:lnTo>
                  <a:cubicBezTo>
                    <a:pt x="207785" y="182381"/>
                    <a:pt x="220358" y="169236"/>
                    <a:pt x="225882" y="153234"/>
                  </a:cubicBezTo>
                  <a:cubicBezTo>
                    <a:pt x="231312" y="137232"/>
                    <a:pt x="229025" y="119897"/>
                    <a:pt x="218929" y="101132"/>
                  </a:cubicBezTo>
                  <a:cubicBezTo>
                    <a:pt x="208833" y="82368"/>
                    <a:pt x="196641" y="71700"/>
                    <a:pt x="182448" y="69128"/>
                  </a:cubicBezTo>
                  <a:cubicBezTo>
                    <a:pt x="168066" y="66843"/>
                    <a:pt x="149682" y="71796"/>
                    <a:pt x="127108" y="83892"/>
                  </a:cubicBezTo>
                  <a:lnTo>
                    <a:pt x="80245" y="109134"/>
                  </a:lnTo>
                  <a:close/>
                  <a:moveTo>
                    <a:pt x="169399" y="274773"/>
                  </a:moveTo>
                  <a:lnTo>
                    <a:pt x="230359" y="388121"/>
                  </a:lnTo>
                  <a:lnTo>
                    <a:pt x="280175" y="361260"/>
                  </a:lnTo>
                  <a:cubicBezTo>
                    <a:pt x="304368" y="348211"/>
                    <a:pt x="319894" y="334400"/>
                    <a:pt x="326657" y="319731"/>
                  </a:cubicBezTo>
                  <a:cubicBezTo>
                    <a:pt x="333705" y="304968"/>
                    <a:pt x="331705" y="287251"/>
                    <a:pt x="320656" y="266772"/>
                  </a:cubicBezTo>
                  <a:cubicBezTo>
                    <a:pt x="309702" y="246389"/>
                    <a:pt x="296463" y="234768"/>
                    <a:pt x="280841" y="231911"/>
                  </a:cubicBezTo>
                  <a:cubicBezTo>
                    <a:pt x="265221" y="229054"/>
                    <a:pt x="244551" y="234482"/>
                    <a:pt x="218643" y="248198"/>
                  </a:cubicBezTo>
                  <a:lnTo>
                    <a:pt x="169304" y="27477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" name="Forme libre : forme 21">
              <a:extLst>
                <a:ext uri="{FF2B5EF4-FFF2-40B4-BE49-F238E27FC236}">
                  <a16:creationId xmlns:a16="http://schemas.microsoft.com/office/drawing/2014/main" id="{BE8241CF-A562-01C8-BBA5-0D61353AF655}"/>
                </a:ext>
              </a:extLst>
            </p:cNvPr>
            <p:cNvSpPr/>
            <p:nvPr/>
          </p:nvSpPr>
          <p:spPr>
            <a:xfrm>
              <a:off x="7642409" y="5637243"/>
              <a:ext cx="417193" cy="467371"/>
            </a:xfrm>
            <a:custGeom>
              <a:avLst/>
              <a:gdLst>
                <a:gd name="connsiteX0" fmla="*/ 141039 w 417193"/>
                <a:gd name="connsiteY0" fmla="*/ 459804 h 467371"/>
                <a:gd name="connsiteX1" fmla="*/ 135134 w 417193"/>
                <a:gd name="connsiteY1" fmla="*/ 449518 h 467371"/>
                <a:gd name="connsiteX2" fmla="*/ 2832 w 417193"/>
                <a:gd name="connsiteY2" fmla="*/ 65183 h 467371"/>
                <a:gd name="connsiteX3" fmla="*/ 15309 w 417193"/>
                <a:gd name="connsiteY3" fmla="*/ 23845 h 467371"/>
                <a:gd name="connsiteX4" fmla="*/ 38646 w 417193"/>
                <a:gd name="connsiteY4" fmla="*/ 6890 h 467371"/>
                <a:gd name="connsiteX5" fmla="*/ 82841 w 417193"/>
                <a:gd name="connsiteY5" fmla="*/ 10129 h 467371"/>
                <a:gd name="connsiteX6" fmla="*/ 405930 w 417193"/>
                <a:gd name="connsiteY6" fmla="*/ 253207 h 467371"/>
                <a:gd name="connsiteX7" fmla="*/ 414883 w 417193"/>
                <a:gd name="connsiteY7" fmla="*/ 262351 h 467371"/>
                <a:gd name="connsiteX8" fmla="*/ 415740 w 417193"/>
                <a:gd name="connsiteY8" fmla="*/ 278353 h 467371"/>
                <a:gd name="connsiteX9" fmla="*/ 400500 w 417193"/>
                <a:gd name="connsiteY9" fmla="*/ 297498 h 467371"/>
                <a:gd name="connsiteX10" fmla="*/ 352399 w 417193"/>
                <a:gd name="connsiteY10" fmla="*/ 298260 h 467371"/>
                <a:gd name="connsiteX11" fmla="*/ 285248 w 417193"/>
                <a:gd name="connsiteY11" fmla="*/ 246635 h 467371"/>
                <a:gd name="connsiteX12" fmla="*/ 158851 w 417193"/>
                <a:gd name="connsiteY12" fmla="*/ 338646 h 467371"/>
                <a:gd name="connsiteX13" fmla="*/ 186474 w 417193"/>
                <a:gd name="connsiteY13" fmla="*/ 415227 h 467371"/>
                <a:gd name="connsiteX14" fmla="*/ 191141 w 417193"/>
                <a:gd name="connsiteY14" fmla="*/ 441326 h 467371"/>
                <a:gd name="connsiteX15" fmla="*/ 177330 w 417193"/>
                <a:gd name="connsiteY15" fmla="*/ 459899 h 467371"/>
                <a:gd name="connsiteX16" fmla="*/ 155613 w 417193"/>
                <a:gd name="connsiteY16" fmla="*/ 467234 h 467371"/>
                <a:gd name="connsiteX17" fmla="*/ 140849 w 417193"/>
                <a:gd name="connsiteY17" fmla="*/ 459614 h 467371"/>
                <a:gd name="connsiteX18" fmla="*/ 64458 w 417193"/>
                <a:gd name="connsiteY18" fmla="*/ 76804 h 467371"/>
                <a:gd name="connsiteX19" fmla="*/ 137039 w 417193"/>
                <a:gd name="connsiteY19" fmla="*/ 278258 h 467371"/>
                <a:gd name="connsiteX20" fmla="*/ 234289 w 417193"/>
                <a:gd name="connsiteY20" fmla="*/ 207487 h 467371"/>
                <a:gd name="connsiteX21" fmla="*/ 64458 w 417193"/>
                <a:gd name="connsiteY21" fmla="*/ 76804 h 467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7193" h="467371">
                  <a:moveTo>
                    <a:pt x="141039" y="459804"/>
                  </a:moveTo>
                  <a:cubicBezTo>
                    <a:pt x="137801" y="455328"/>
                    <a:pt x="135800" y="451899"/>
                    <a:pt x="135134" y="449518"/>
                  </a:cubicBezTo>
                  <a:lnTo>
                    <a:pt x="2832" y="65183"/>
                  </a:lnTo>
                  <a:cubicBezTo>
                    <a:pt x="-3455" y="48229"/>
                    <a:pt x="736" y="34513"/>
                    <a:pt x="15309" y="23845"/>
                  </a:cubicBezTo>
                  <a:lnTo>
                    <a:pt x="38646" y="6890"/>
                  </a:lnTo>
                  <a:cubicBezTo>
                    <a:pt x="52552" y="-3301"/>
                    <a:pt x="67316" y="-2158"/>
                    <a:pt x="82841" y="10129"/>
                  </a:cubicBezTo>
                  <a:lnTo>
                    <a:pt x="405930" y="253207"/>
                  </a:lnTo>
                  <a:cubicBezTo>
                    <a:pt x="409168" y="255588"/>
                    <a:pt x="412216" y="258636"/>
                    <a:pt x="414883" y="262351"/>
                  </a:cubicBezTo>
                  <a:cubicBezTo>
                    <a:pt x="417645" y="266066"/>
                    <a:pt x="417931" y="271400"/>
                    <a:pt x="415740" y="278353"/>
                  </a:cubicBezTo>
                  <a:cubicBezTo>
                    <a:pt x="413740" y="285401"/>
                    <a:pt x="408597" y="291783"/>
                    <a:pt x="400500" y="297498"/>
                  </a:cubicBezTo>
                  <a:cubicBezTo>
                    <a:pt x="383832" y="309690"/>
                    <a:pt x="367734" y="309976"/>
                    <a:pt x="352399" y="298260"/>
                  </a:cubicBezTo>
                  <a:lnTo>
                    <a:pt x="285248" y="246635"/>
                  </a:lnTo>
                  <a:lnTo>
                    <a:pt x="158851" y="338646"/>
                  </a:lnTo>
                  <a:lnTo>
                    <a:pt x="186474" y="415227"/>
                  </a:lnTo>
                  <a:cubicBezTo>
                    <a:pt x="190855" y="425800"/>
                    <a:pt x="192474" y="434468"/>
                    <a:pt x="191141" y="441326"/>
                  </a:cubicBezTo>
                  <a:cubicBezTo>
                    <a:pt x="189712" y="447993"/>
                    <a:pt x="185140" y="454185"/>
                    <a:pt x="177330" y="459899"/>
                  </a:cubicBezTo>
                  <a:cubicBezTo>
                    <a:pt x="169519" y="465614"/>
                    <a:pt x="162280" y="467995"/>
                    <a:pt x="155613" y="467234"/>
                  </a:cubicBezTo>
                  <a:cubicBezTo>
                    <a:pt x="148945" y="466472"/>
                    <a:pt x="144087" y="463900"/>
                    <a:pt x="140849" y="459614"/>
                  </a:cubicBezTo>
                  <a:moveTo>
                    <a:pt x="64458" y="76804"/>
                  </a:moveTo>
                  <a:lnTo>
                    <a:pt x="137039" y="278258"/>
                  </a:lnTo>
                  <a:lnTo>
                    <a:pt x="234289" y="207487"/>
                  </a:lnTo>
                  <a:lnTo>
                    <a:pt x="64458" y="7680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5D1B1B1E-6FD7-454C-5103-EF853B14F96D}"/>
                </a:ext>
              </a:extLst>
            </p:cNvPr>
            <p:cNvSpPr/>
            <p:nvPr/>
          </p:nvSpPr>
          <p:spPr>
            <a:xfrm>
              <a:off x="7901339" y="5362910"/>
              <a:ext cx="414994" cy="434933"/>
            </a:xfrm>
            <a:custGeom>
              <a:avLst/>
              <a:gdLst>
                <a:gd name="connsiteX0" fmla="*/ 48130 w 414994"/>
                <a:gd name="connsiteY0" fmla="*/ 45670 h 434933"/>
                <a:gd name="connsiteX1" fmla="*/ 138617 w 414994"/>
                <a:gd name="connsiteY1" fmla="*/ 712 h 434933"/>
                <a:gd name="connsiteX2" fmla="*/ 217579 w 414994"/>
                <a:gd name="connsiteY2" fmla="*/ 27573 h 434933"/>
                <a:gd name="connsiteX3" fmla="*/ 227295 w 414994"/>
                <a:gd name="connsiteY3" fmla="*/ 52528 h 434933"/>
                <a:gd name="connsiteX4" fmla="*/ 213484 w 414994"/>
                <a:gd name="connsiteY4" fmla="*/ 77770 h 434933"/>
                <a:gd name="connsiteX5" fmla="*/ 174336 w 414994"/>
                <a:gd name="connsiteY5" fmla="*/ 84342 h 434933"/>
                <a:gd name="connsiteX6" fmla="*/ 134045 w 414994"/>
                <a:gd name="connsiteY6" fmla="*/ 71483 h 434933"/>
                <a:gd name="connsiteX7" fmla="*/ 91469 w 414994"/>
                <a:gd name="connsiteY7" fmla="*/ 92057 h 434933"/>
                <a:gd name="connsiteX8" fmla="*/ 67465 w 414994"/>
                <a:gd name="connsiteY8" fmla="*/ 133872 h 434933"/>
                <a:gd name="connsiteX9" fmla="*/ 81848 w 414994"/>
                <a:gd name="connsiteY9" fmla="*/ 174925 h 434933"/>
                <a:gd name="connsiteX10" fmla="*/ 128521 w 414994"/>
                <a:gd name="connsiteY10" fmla="*/ 193213 h 434933"/>
                <a:gd name="connsiteX11" fmla="*/ 188814 w 414994"/>
                <a:gd name="connsiteY11" fmla="*/ 183592 h 434933"/>
                <a:gd name="connsiteX12" fmla="*/ 253203 w 414994"/>
                <a:gd name="connsiteY12" fmla="*/ 166543 h 434933"/>
                <a:gd name="connsiteX13" fmla="*/ 319878 w 414994"/>
                <a:gd name="connsiteY13" fmla="*/ 164066 h 434933"/>
                <a:gd name="connsiteX14" fmla="*/ 378171 w 414994"/>
                <a:gd name="connsiteY14" fmla="*/ 195594 h 434933"/>
                <a:gd name="connsiteX15" fmla="*/ 414366 w 414994"/>
                <a:gd name="connsiteY15" fmla="*/ 288082 h 434933"/>
                <a:gd name="connsiteX16" fmla="*/ 363503 w 414994"/>
                <a:gd name="connsiteY16" fmla="*/ 380760 h 434933"/>
                <a:gd name="connsiteX17" fmla="*/ 286826 w 414994"/>
                <a:gd name="connsiteY17" fmla="*/ 426194 h 434933"/>
                <a:gd name="connsiteX18" fmla="*/ 220151 w 414994"/>
                <a:gd name="connsiteY18" fmla="*/ 424861 h 434933"/>
                <a:gd name="connsiteX19" fmla="*/ 210340 w 414994"/>
                <a:gd name="connsiteY19" fmla="*/ 401620 h 434933"/>
                <a:gd name="connsiteX20" fmla="*/ 217008 w 414994"/>
                <a:gd name="connsiteY20" fmla="*/ 379331 h 434933"/>
                <a:gd name="connsiteX21" fmla="*/ 233867 w 414994"/>
                <a:gd name="connsiteY21" fmla="*/ 370949 h 434933"/>
                <a:gd name="connsiteX22" fmla="*/ 322068 w 414994"/>
                <a:gd name="connsiteY22" fmla="*/ 332468 h 434933"/>
                <a:gd name="connsiteX23" fmla="*/ 333880 w 414994"/>
                <a:gd name="connsiteY23" fmla="*/ 248362 h 434933"/>
                <a:gd name="connsiteX24" fmla="*/ 291303 w 414994"/>
                <a:gd name="connsiteY24" fmla="*/ 233885 h 434933"/>
                <a:gd name="connsiteX25" fmla="*/ 231391 w 414994"/>
                <a:gd name="connsiteY25" fmla="*/ 244362 h 434933"/>
                <a:gd name="connsiteX26" fmla="*/ 166049 w 414994"/>
                <a:gd name="connsiteY26" fmla="*/ 261126 h 434933"/>
                <a:gd name="connsiteX27" fmla="*/ 97564 w 414994"/>
                <a:gd name="connsiteY27" fmla="*/ 261126 h 434933"/>
                <a:gd name="connsiteX28" fmla="*/ 36604 w 414994"/>
                <a:gd name="connsiteY28" fmla="*/ 226455 h 434933"/>
                <a:gd name="connsiteX29" fmla="*/ 600 w 414994"/>
                <a:gd name="connsiteY29" fmla="*/ 134634 h 434933"/>
                <a:gd name="connsiteX30" fmla="*/ 48034 w 414994"/>
                <a:gd name="connsiteY30" fmla="*/ 45670 h 434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14994" h="434933">
                  <a:moveTo>
                    <a:pt x="48130" y="45670"/>
                  </a:moveTo>
                  <a:cubicBezTo>
                    <a:pt x="75943" y="19095"/>
                    <a:pt x="106137" y="4141"/>
                    <a:pt x="138617" y="712"/>
                  </a:cubicBezTo>
                  <a:cubicBezTo>
                    <a:pt x="171193" y="-2717"/>
                    <a:pt x="197482" y="6237"/>
                    <a:pt x="217579" y="27573"/>
                  </a:cubicBezTo>
                  <a:cubicBezTo>
                    <a:pt x="224819" y="35193"/>
                    <a:pt x="228057" y="43575"/>
                    <a:pt x="227295" y="52528"/>
                  </a:cubicBezTo>
                  <a:cubicBezTo>
                    <a:pt x="226438" y="61577"/>
                    <a:pt x="221866" y="69959"/>
                    <a:pt x="213484" y="77770"/>
                  </a:cubicBezTo>
                  <a:cubicBezTo>
                    <a:pt x="199577" y="91010"/>
                    <a:pt x="186528" y="93200"/>
                    <a:pt x="174336" y="84342"/>
                  </a:cubicBezTo>
                  <a:cubicBezTo>
                    <a:pt x="162049" y="75484"/>
                    <a:pt x="148714" y="71197"/>
                    <a:pt x="134045" y="71483"/>
                  </a:cubicBezTo>
                  <a:cubicBezTo>
                    <a:pt x="119472" y="71769"/>
                    <a:pt x="105280" y="78627"/>
                    <a:pt x="91469" y="92057"/>
                  </a:cubicBezTo>
                  <a:cubicBezTo>
                    <a:pt x="77848" y="105106"/>
                    <a:pt x="69847" y="119013"/>
                    <a:pt x="67465" y="133872"/>
                  </a:cubicBezTo>
                  <a:cubicBezTo>
                    <a:pt x="65084" y="148731"/>
                    <a:pt x="69847" y="162352"/>
                    <a:pt x="81848" y="174925"/>
                  </a:cubicBezTo>
                  <a:cubicBezTo>
                    <a:pt x="93850" y="187497"/>
                    <a:pt x="109375" y="193593"/>
                    <a:pt x="128521" y="193213"/>
                  </a:cubicBezTo>
                  <a:cubicBezTo>
                    <a:pt x="147571" y="192736"/>
                    <a:pt x="167669" y="189498"/>
                    <a:pt x="188814" y="183592"/>
                  </a:cubicBezTo>
                  <a:cubicBezTo>
                    <a:pt x="209959" y="177591"/>
                    <a:pt x="231486" y="171972"/>
                    <a:pt x="253203" y="166543"/>
                  </a:cubicBezTo>
                  <a:cubicBezTo>
                    <a:pt x="275015" y="161113"/>
                    <a:pt x="297208" y="160351"/>
                    <a:pt x="319878" y="164066"/>
                  </a:cubicBezTo>
                  <a:cubicBezTo>
                    <a:pt x="342547" y="167781"/>
                    <a:pt x="361978" y="178354"/>
                    <a:pt x="378171" y="195594"/>
                  </a:cubicBezTo>
                  <a:cubicBezTo>
                    <a:pt x="405984" y="224645"/>
                    <a:pt x="417985" y="255506"/>
                    <a:pt x="414366" y="288082"/>
                  </a:cubicBezTo>
                  <a:cubicBezTo>
                    <a:pt x="410746" y="320657"/>
                    <a:pt x="393792" y="351518"/>
                    <a:pt x="363503" y="380760"/>
                  </a:cubicBezTo>
                  <a:cubicBezTo>
                    <a:pt x="344453" y="398952"/>
                    <a:pt x="318926" y="414097"/>
                    <a:pt x="286826" y="426194"/>
                  </a:cubicBezTo>
                  <a:cubicBezTo>
                    <a:pt x="254727" y="438291"/>
                    <a:pt x="232534" y="437815"/>
                    <a:pt x="220151" y="424861"/>
                  </a:cubicBezTo>
                  <a:cubicBezTo>
                    <a:pt x="214531" y="419051"/>
                    <a:pt x="211293" y="411335"/>
                    <a:pt x="210340" y="401620"/>
                  </a:cubicBezTo>
                  <a:cubicBezTo>
                    <a:pt x="209388" y="391904"/>
                    <a:pt x="211674" y="384570"/>
                    <a:pt x="217008" y="379331"/>
                  </a:cubicBezTo>
                  <a:cubicBezTo>
                    <a:pt x="222437" y="374188"/>
                    <a:pt x="228057" y="371426"/>
                    <a:pt x="233867" y="370949"/>
                  </a:cubicBezTo>
                  <a:cubicBezTo>
                    <a:pt x="268348" y="368282"/>
                    <a:pt x="297684" y="355423"/>
                    <a:pt x="322068" y="332468"/>
                  </a:cubicBezTo>
                  <a:cubicBezTo>
                    <a:pt x="354168" y="301702"/>
                    <a:pt x="358169" y="273699"/>
                    <a:pt x="333880" y="248362"/>
                  </a:cubicBezTo>
                  <a:cubicBezTo>
                    <a:pt x="323878" y="237885"/>
                    <a:pt x="309686" y="233122"/>
                    <a:pt x="291303" y="233885"/>
                  </a:cubicBezTo>
                  <a:cubicBezTo>
                    <a:pt x="272920" y="234646"/>
                    <a:pt x="252917" y="238170"/>
                    <a:pt x="231391" y="244362"/>
                  </a:cubicBezTo>
                  <a:cubicBezTo>
                    <a:pt x="209959" y="250648"/>
                    <a:pt x="188147" y="256173"/>
                    <a:pt x="166049" y="261126"/>
                  </a:cubicBezTo>
                  <a:cubicBezTo>
                    <a:pt x="143665" y="265698"/>
                    <a:pt x="120805" y="265698"/>
                    <a:pt x="97564" y="261126"/>
                  </a:cubicBezTo>
                  <a:cubicBezTo>
                    <a:pt x="74323" y="256553"/>
                    <a:pt x="53940" y="244933"/>
                    <a:pt x="36604" y="226455"/>
                  </a:cubicBezTo>
                  <a:cubicBezTo>
                    <a:pt x="9077" y="197689"/>
                    <a:pt x="-2924" y="167114"/>
                    <a:pt x="600" y="134634"/>
                  </a:cubicBezTo>
                  <a:cubicBezTo>
                    <a:pt x="4410" y="101868"/>
                    <a:pt x="20221" y="72245"/>
                    <a:pt x="48034" y="456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pic>
        <p:nvPicPr>
          <p:cNvPr id="24" name="Image 23" descr="Une image contenant graphisme, Graphique, drapeau&#10;&#10;Description générée automatiquement">
            <a:extLst>
              <a:ext uri="{FF2B5EF4-FFF2-40B4-BE49-F238E27FC236}">
                <a16:creationId xmlns:a16="http://schemas.microsoft.com/office/drawing/2014/main" id="{DEA77BA6-EEF9-884B-E4FB-90AEDE6831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4998" y="6254748"/>
            <a:ext cx="1707867" cy="353841"/>
          </a:xfrm>
          <a:prstGeom prst="rect">
            <a:avLst/>
          </a:prstGeom>
        </p:spPr>
      </p:pic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5C8FA174-97E4-ABD3-8014-A2970AEC3C22}"/>
              </a:ext>
            </a:extLst>
          </p:cNvPr>
          <p:cNvSpPr/>
          <p:nvPr userDrawn="1"/>
        </p:nvSpPr>
        <p:spPr>
          <a:xfrm>
            <a:off x="469900" y="292100"/>
            <a:ext cx="1479550" cy="4889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4398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de contact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6F0C824-983C-655E-9C53-B91A48B0B483}"/>
              </a:ext>
            </a:extLst>
          </p:cNvPr>
          <p:cNvSpPr/>
          <p:nvPr userDrawn="1"/>
        </p:nvSpPr>
        <p:spPr bwMode="white">
          <a:xfrm>
            <a:off x="0" y="6035040"/>
            <a:ext cx="12191999" cy="822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662F456-3002-4E4E-AD3F-ECB3B309C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B2C6-440A-4D59-9973-7012CA353515}" type="datetime1">
              <a:rPr lang="fr-FR" smtClean="0"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C24024C-0B31-8242-FED6-44007ABF6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CED75C-CA95-9196-9D59-F6426436C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23517" y="6346492"/>
            <a:ext cx="344966" cy="200055"/>
          </a:xfrm>
          <a:prstGeom prst="rect">
            <a:avLst/>
          </a:prstGeom>
        </p:spPr>
        <p:txBody>
          <a:bodyPr/>
          <a:lstStyle/>
          <a:p>
            <a:fld id="{12EA5F4A-9FB0-4812-AB35-92F9E0180226}" type="slidenum">
              <a:rPr lang="fr-FR" smtClean="0"/>
              <a:t>‹#›</a:t>
            </a:fld>
            <a:endParaRPr lang="fr-FR"/>
          </a:p>
        </p:txBody>
      </p:sp>
      <p:grpSp>
        <p:nvGrpSpPr>
          <p:cNvPr id="6" name="Graphique 44">
            <a:extLst>
              <a:ext uri="{FF2B5EF4-FFF2-40B4-BE49-F238E27FC236}">
                <a16:creationId xmlns:a16="http://schemas.microsoft.com/office/drawing/2014/main" id="{54BB1AAA-20D1-E138-BCC2-488968EE636F}"/>
              </a:ext>
            </a:extLst>
          </p:cNvPr>
          <p:cNvGrpSpPr/>
          <p:nvPr userDrawn="1"/>
        </p:nvGrpSpPr>
        <p:grpSpPr>
          <a:xfrm>
            <a:off x="11259577" y="6260485"/>
            <a:ext cx="300749" cy="346882"/>
            <a:chOff x="3319467" y="228600"/>
            <a:chExt cx="5551926" cy="6403562"/>
          </a:xfrm>
          <a:solidFill>
            <a:schemeClr val="accent1"/>
          </a:solidFill>
        </p:grpSpPr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1364FE24-455B-59E2-9AF6-23CD9B1D7C97}"/>
                </a:ext>
              </a:extLst>
            </p:cNvPr>
            <p:cNvSpPr/>
            <p:nvPr/>
          </p:nvSpPr>
          <p:spPr>
            <a:xfrm>
              <a:off x="3319467" y="1781949"/>
              <a:ext cx="1254828" cy="3190491"/>
            </a:xfrm>
            <a:custGeom>
              <a:avLst/>
              <a:gdLst>
                <a:gd name="connsiteX0" fmla="*/ 185 w 1254828"/>
                <a:gd name="connsiteY0" fmla="*/ 186391 h 3190491"/>
                <a:gd name="connsiteX1" fmla="*/ 174017 w 1254828"/>
                <a:gd name="connsiteY1" fmla="*/ 178 h 3190491"/>
                <a:gd name="connsiteX2" fmla="*/ 360040 w 1254828"/>
                <a:gd name="connsiteY2" fmla="*/ 169913 h 3190491"/>
                <a:gd name="connsiteX3" fmla="*/ 481198 w 1254828"/>
                <a:gd name="connsiteY3" fmla="*/ 2822340 h 3190491"/>
                <a:gd name="connsiteX4" fmla="*/ 1064509 w 1254828"/>
                <a:gd name="connsiteY4" fmla="*/ 2795670 h 3190491"/>
                <a:gd name="connsiteX5" fmla="*/ 1254628 w 1254828"/>
                <a:gd name="connsiteY5" fmla="*/ 2965310 h 3190491"/>
                <a:gd name="connsiteX6" fmla="*/ 1080987 w 1254828"/>
                <a:gd name="connsiteY6" fmla="*/ 3155525 h 3190491"/>
                <a:gd name="connsiteX7" fmla="*/ 319749 w 1254828"/>
                <a:gd name="connsiteY7" fmla="*/ 3190291 h 3190491"/>
                <a:gd name="connsiteX8" fmla="*/ 129535 w 1254828"/>
                <a:gd name="connsiteY8" fmla="*/ 3016650 h 3190491"/>
                <a:gd name="connsiteX9" fmla="*/ 185 w 1254828"/>
                <a:gd name="connsiteY9" fmla="*/ 186391 h 319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54828" h="3190491">
                  <a:moveTo>
                    <a:pt x="185" y="186391"/>
                  </a:moveTo>
                  <a:cubicBezTo>
                    <a:pt x="-4291" y="89332"/>
                    <a:pt x="72861" y="4845"/>
                    <a:pt x="174017" y="178"/>
                  </a:cubicBezTo>
                  <a:cubicBezTo>
                    <a:pt x="271076" y="-4204"/>
                    <a:pt x="355563" y="72949"/>
                    <a:pt x="360040" y="169913"/>
                  </a:cubicBezTo>
                  <a:lnTo>
                    <a:pt x="481198" y="2822340"/>
                  </a:lnTo>
                  <a:lnTo>
                    <a:pt x="1064509" y="2795670"/>
                  </a:lnTo>
                  <a:cubicBezTo>
                    <a:pt x="1165569" y="2791003"/>
                    <a:pt x="1250151" y="2868251"/>
                    <a:pt x="1254628" y="2965310"/>
                  </a:cubicBezTo>
                  <a:cubicBezTo>
                    <a:pt x="1259295" y="3066371"/>
                    <a:pt x="1182047" y="3150953"/>
                    <a:pt x="1080987" y="3155525"/>
                  </a:cubicBezTo>
                  <a:lnTo>
                    <a:pt x="319749" y="3190291"/>
                  </a:lnTo>
                  <a:cubicBezTo>
                    <a:pt x="218689" y="3194958"/>
                    <a:pt x="134107" y="3117710"/>
                    <a:pt x="129535" y="3016650"/>
                  </a:cubicBezTo>
                  <a:lnTo>
                    <a:pt x="185" y="18639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E0A9B422-F47A-CACA-0B1B-31BD135AEC6F}"/>
                </a:ext>
              </a:extLst>
            </p:cNvPr>
            <p:cNvSpPr/>
            <p:nvPr/>
          </p:nvSpPr>
          <p:spPr>
            <a:xfrm>
              <a:off x="5104446" y="1808321"/>
              <a:ext cx="330708" cy="559212"/>
            </a:xfrm>
            <a:custGeom>
              <a:avLst/>
              <a:gdLst>
                <a:gd name="connsiteX0" fmla="*/ 330708 w 330708"/>
                <a:gd name="connsiteY0" fmla="*/ 391954 h 559212"/>
                <a:gd name="connsiteX1" fmla="*/ 167164 w 330708"/>
                <a:gd name="connsiteY1" fmla="*/ 559213 h 559212"/>
                <a:gd name="connsiteX2" fmla="*/ 0 w 330708"/>
                <a:gd name="connsiteY2" fmla="*/ 391954 h 559212"/>
                <a:gd name="connsiteX3" fmla="*/ 0 w 330708"/>
                <a:gd name="connsiteY3" fmla="*/ 163449 h 559212"/>
                <a:gd name="connsiteX4" fmla="*/ 167164 w 330708"/>
                <a:gd name="connsiteY4" fmla="*/ 0 h 559212"/>
                <a:gd name="connsiteX5" fmla="*/ 330708 w 330708"/>
                <a:gd name="connsiteY5" fmla="*/ 163449 h 559212"/>
                <a:gd name="connsiteX6" fmla="*/ 330708 w 330708"/>
                <a:gd name="connsiteY6" fmla="*/ 391954 h 559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559212">
                  <a:moveTo>
                    <a:pt x="330708" y="391954"/>
                  </a:moveTo>
                  <a:cubicBezTo>
                    <a:pt x="330708" y="484822"/>
                    <a:pt x="256413" y="559213"/>
                    <a:pt x="167164" y="559213"/>
                  </a:cubicBezTo>
                  <a:cubicBezTo>
                    <a:pt x="77915" y="559213"/>
                    <a:pt x="0" y="484918"/>
                    <a:pt x="0" y="391954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3919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3741BAA3-08DD-9957-D4B4-8DA463A3E9FA}"/>
                </a:ext>
              </a:extLst>
            </p:cNvPr>
            <p:cNvSpPr/>
            <p:nvPr/>
          </p:nvSpPr>
          <p:spPr>
            <a:xfrm>
              <a:off x="5104446" y="2882646"/>
              <a:ext cx="330708" cy="2068734"/>
            </a:xfrm>
            <a:custGeom>
              <a:avLst/>
              <a:gdLst>
                <a:gd name="connsiteX0" fmla="*/ 330708 w 330708"/>
                <a:gd name="connsiteY0" fmla="*/ 1901476 h 2068734"/>
                <a:gd name="connsiteX1" fmla="*/ 167164 w 330708"/>
                <a:gd name="connsiteY1" fmla="*/ 2068735 h 2068734"/>
                <a:gd name="connsiteX2" fmla="*/ 0 w 330708"/>
                <a:gd name="connsiteY2" fmla="*/ 1901476 h 2068734"/>
                <a:gd name="connsiteX3" fmla="*/ 0 w 330708"/>
                <a:gd name="connsiteY3" fmla="*/ 163449 h 2068734"/>
                <a:gd name="connsiteX4" fmla="*/ 167164 w 330708"/>
                <a:gd name="connsiteY4" fmla="*/ 0 h 2068734"/>
                <a:gd name="connsiteX5" fmla="*/ 330708 w 330708"/>
                <a:gd name="connsiteY5" fmla="*/ 163449 h 2068734"/>
                <a:gd name="connsiteX6" fmla="*/ 330708 w 330708"/>
                <a:gd name="connsiteY6" fmla="*/ 1901476 h 206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2068734">
                  <a:moveTo>
                    <a:pt x="330708" y="1901476"/>
                  </a:moveTo>
                  <a:cubicBezTo>
                    <a:pt x="330708" y="1994344"/>
                    <a:pt x="256413" y="2068735"/>
                    <a:pt x="167164" y="2068735"/>
                  </a:cubicBezTo>
                  <a:cubicBezTo>
                    <a:pt x="77915" y="2068735"/>
                    <a:pt x="0" y="1994440"/>
                    <a:pt x="0" y="1901476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190147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694D68C8-5932-714D-14EC-BADE74833884}"/>
                </a:ext>
              </a:extLst>
            </p:cNvPr>
            <p:cNvSpPr/>
            <p:nvPr/>
          </p:nvSpPr>
          <p:spPr>
            <a:xfrm>
              <a:off x="6236683" y="2168270"/>
              <a:ext cx="1065561" cy="2788348"/>
            </a:xfrm>
            <a:custGeom>
              <a:avLst/>
              <a:gdLst>
                <a:gd name="connsiteX0" fmla="*/ 321374 w 1065561"/>
                <a:gd name="connsiteY0" fmla="*/ 2625852 h 2788348"/>
                <a:gd name="connsiteX1" fmla="*/ 162496 w 1065561"/>
                <a:gd name="connsiteY1" fmla="*/ 2788349 h 2788348"/>
                <a:gd name="connsiteX2" fmla="*/ 0 w 1065561"/>
                <a:gd name="connsiteY2" fmla="*/ 2625852 h 2788348"/>
                <a:gd name="connsiteX3" fmla="*/ 0 w 1065561"/>
                <a:gd name="connsiteY3" fmla="*/ 158877 h 2788348"/>
                <a:gd name="connsiteX4" fmla="*/ 162496 w 1065561"/>
                <a:gd name="connsiteY4" fmla="*/ 0 h 2788348"/>
                <a:gd name="connsiteX5" fmla="*/ 903065 w 1065561"/>
                <a:gd name="connsiteY5" fmla="*/ 0 h 2788348"/>
                <a:gd name="connsiteX6" fmla="*/ 1065562 w 1065561"/>
                <a:gd name="connsiteY6" fmla="*/ 158877 h 2788348"/>
                <a:gd name="connsiteX7" fmla="*/ 903065 w 1065561"/>
                <a:gd name="connsiteY7" fmla="*/ 321374 h 2788348"/>
                <a:gd name="connsiteX8" fmla="*/ 321374 w 1065561"/>
                <a:gd name="connsiteY8" fmla="*/ 321374 h 2788348"/>
                <a:gd name="connsiteX9" fmla="*/ 321374 w 1065561"/>
                <a:gd name="connsiteY9" fmla="*/ 1216914 h 2788348"/>
                <a:gd name="connsiteX10" fmla="*/ 740569 w 1065561"/>
                <a:gd name="connsiteY10" fmla="*/ 1216914 h 2788348"/>
                <a:gd name="connsiteX11" fmla="*/ 903065 w 1065561"/>
                <a:gd name="connsiteY11" fmla="*/ 1375791 h 2788348"/>
                <a:gd name="connsiteX12" fmla="*/ 740569 w 1065561"/>
                <a:gd name="connsiteY12" fmla="*/ 1538288 h 2788348"/>
                <a:gd name="connsiteX13" fmla="*/ 321374 w 1065561"/>
                <a:gd name="connsiteY13" fmla="*/ 1538288 h 2788348"/>
                <a:gd name="connsiteX14" fmla="*/ 321374 w 1065561"/>
                <a:gd name="connsiteY14" fmla="*/ 2625757 h 278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65561" h="2788348">
                  <a:moveTo>
                    <a:pt x="321374" y="2625852"/>
                  </a:moveTo>
                  <a:cubicBezTo>
                    <a:pt x="321374" y="2716149"/>
                    <a:pt x="249174" y="2788349"/>
                    <a:pt x="162496" y="2788349"/>
                  </a:cubicBezTo>
                  <a:cubicBezTo>
                    <a:pt x="75819" y="2788349"/>
                    <a:pt x="0" y="2716149"/>
                    <a:pt x="0" y="2625852"/>
                  </a:cubicBezTo>
                  <a:lnTo>
                    <a:pt x="0" y="158877"/>
                  </a:lnTo>
                  <a:cubicBezTo>
                    <a:pt x="0" y="72200"/>
                    <a:pt x="72200" y="0"/>
                    <a:pt x="162496" y="0"/>
                  </a:cubicBezTo>
                  <a:lnTo>
                    <a:pt x="903065" y="0"/>
                  </a:lnTo>
                  <a:cubicBezTo>
                    <a:pt x="993362" y="0"/>
                    <a:pt x="1065562" y="72200"/>
                    <a:pt x="1065562" y="158877"/>
                  </a:cubicBezTo>
                  <a:cubicBezTo>
                    <a:pt x="1065562" y="245554"/>
                    <a:pt x="993362" y="321374"/>
                    <a:pt x="903065" y="321374"/>
                  </a:cubicBezTo>
                  <a:lnTo>
                    <a:pt x="321374" y="321374"/>
                  </a:lnTo>
                  <a:lnTo>
                    <a:pt x="321374" y="1216914"/>
                  </a:lnTo>
                  <a:lnTo>
                    <a:pt x="740569" y="1216914"/>
                  </a:lnTo>
                  <a:cubicBezTo>
                    <a:pt x="830866" y="1216914"/>
                    <a:pt x="903065" y="1289114"/>
                    <a:pt x="903065" y="1375791"/>
                  </a:cubicBezTo>
                  <a:cubicBezTo>
                    <a:pt x="903065" y="1462468"/>
                    <a:pt x="830866" y="1538288"/>
                    <a:pt x="740569" y="1538288"/>
                  </a:cubicBezTo>
                  <a:lnTo>
                    <a:pt x="321374" y="1538288"/>
                  </a:lnTo>
                  <a:lnTo>
                    <a:pt x="321374" y="262575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60AAB726-A740-09A3-FDB9-8DE1325ED6BD}"/>
                </a:ext>
              </a:extLst>
            </p:cNvPr>
            <p:cNvSpPr/>
            <p:nvPr/>
          </p:nvSpPr>
          <p:spPr>
            <a:xfrm>
              <a:off x="7800593" y="2168366"/>
              <a:ext cx="1070800" cy="2751391"/>
            </a:xfrm>
            <a:custGeom>
              <a:avLst/>
              <a:gdLst>
                <a:gd name="connsiteX0" fmla="*/ 908400 w 1070800"/>
                <a:gd name="connsiteY0" fmla="*/ 2429923 h 2751391"/>
                <a:gd name="connsiteX1" fmla="*/ 321469 w 1070800"/>
                <a:gd name="connsiteY1" fmla="*/ 2429923 h 2751391"/>
                <a:gd name="connsiteX2" fmla="*/ 321469 w 1070800"/>
                <a:gd name="connsiteY2" fmla="*/ 1522476 h 2751391"/>
                <a:gd name="connsiteX3" fmla="*/ 740664 w 1070800"/>
                <a:gd name="connsiteY3" fmla="*/ 1522476 h 2751391"/>
                <a:gd name="connsiteX4" fmla="*/ 903161 w 1070800"/>
                <a:gd name="connsiteY4" fmla="*/ 1359980 h 2751391"/>
                <a:gd name="connsiteX5" fmla="*/ 740664 w 1070800"/>
                <a:gd name="connsiteY5" fmla="*/ 1201103 h 2751391"/>
                <a:gd name="connsiteX6" fmla="*/ 321469 w 1070800"/>
                <a:gd name="connsiteY6" fmla="*/ 1201103 h 2751391"/>
                <a:gd name="connsiteX7" fmla="*/ 321469 w 1070800"/>
                <a:gd name="connsiteY7" fmla="*/ 321374 h 2751391"/>
                <a:gd name="connsiteX8" fmla="*/ 903161 w 1070800"/>
                <a:gd name="connsiteY8" fmla="*/ 321374 h 2751391"/>
                <a:gd name="connsiteX9" fmla="*/ 1065657 w 1070800"/>
                <a:gd name="connsiteY9" fmla="*/ 158877 h 2751391"/>
                <a:gd name="connsiteX10" fmla="*/ 903161 w 1070800"/>
                <a:gd name="connsiteY10" fmla="*/ 0 h 2751391"/>
                <a:gd name="connsiteX11" fmla="*/ 162496 w 1070800"/>
                <a:gd name="connsiteY11" fmla="*/ 0 h 2751391"/>
                <a:gd name="connsiteX12" fmla="*/ 0 w 1070800"/>
                <a:gd name="connsiteY12" fmla="*/ 158877 h 2751391"/>
                <a:gd name="connsiteX13" fmla="*/ 0 w 1070800"/>
                <a:gd name="connsiteY13" fmla="*/ 2588895 h 2751391"/>
                <a:gd name="connsiteX14" fmla="*/ 162496 w 1070800"/>
                <a:gd name="connsiteY14" fmla="*/ 2751392 h 2751391"/>
                <a:gd name="connsiteX15" fmla="*/ 165068 w 1070800"/>
                <a:gd name="connsiteY15" fmla="*/ 2751296 h 2751391"/>
                <a:gd name="connsiteX16" fmla="*/ 167735 w 1070800"/>
                <a:gd name="connsiteY16" fmla="*/ 2751392 h 2751391"/>
                <a:gd name="connsiteX17" fmla="*/ 908304 w 1070800"/>
                <a:gd name="connsiteY17" fmla="*/ 2751392 h 2751391"/>
                <a:gd name="connsiteX18" fmla="*/ 1070801 w 1070800"/>
                <a:gd name="connsiteY18" fmla="*/ 2592515 h 2751391"/>
                <a:gd name="connsiteX19" fmla="*/ 908304 w 1070800"/>
                <a:gd name="connsiteY19" fmla="*/ 2430018 h 275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70800" h="2751391">
                  <a:moveTo>
                    <a:pt x="908400" y="2429923"/>
                  </a:moveTo>
                  <a:lnTo>
                    <a:pt x="321469" y="2429923"/>
                  </a:lnTo>
                  <a:lnTo>
                    <a:pt x="321469" y="1522476"/>
                  </a:lnTo>
                  <a:lnTo>
                    <a:pt x="740664" y="1522476"/>
                  </a:lnTo>
                  <a:cubicBezTo>
                    <a:pt x="830961" y="1522476"/>
                    <a:pt x="903161" y="1450277"/>
                    <a:pt x="903161" y="1359980"/>
                  </a:cubicBezTo>
                  <a:cubicBezTo>
                    <a:pt x="903161" y="1269683"/>
                    <a:pt x="830961" y="1201103"/>
                    <a:pt x="740664" y="1201103"/>
                  </a:cubicBezTo>
                  <a:lnTo>
                    <a:pt x="321469" y="1201103"/>
                  </a:lnTo>
                  <a:lnTo>
                    <a:pt x="321469" y="321374"/>
                  </a:lnTo>
                  <a:lnTo>
                    <a:pt x="903161" y="321374"/>
                  </a:lnTo>
                  <a:cubicBezTo>
                    <a:pt x="993458" y="321374"/>
                    <a:pt x="1065657" y="249174"/>
                    <a:pt x="1065657" y="158877"/>
                  </a:cubicBezTo>
                  <a:cubicBezTo>
                    <a:pt x="1065657" y="68580"/>
                    <a:pt x="993458" y="0"/>
                    <a:pt x="903161" y="0"/>
                  </a:cubicBezTo>
                  <a:lnTo>
                    <a:pt x="162496" y="0"/>
                  </a:lnTo>
                  <a:cubicBezTo>
                    <a:pt x="72200" y="0"/>
                    <a:pt x="0" y="72200"/>
                    <a:pt x="0" y="158877"/>
                  </a:cubicBezTo>
                  <a:lnTo>
                    <a:pt x="0" y="2588895"/>
                  </a:lnTo>
                  <a:cubicBezTo>
                    <a:pt x="0" y="2679192"/>
                    <a:pt x="72200" y="2751392"/>
                    <a:pt x="162496" y="2751392"/>
                  </a:cubicBezTo>
                  <a:cubicBezTo>
                    <a:pt x="163354" y="2751392"/>
                    <a:pt x="164211" y="2751296"/>
                    <a:pt x="165068" y="2751296"/>
                  </a:cubicBezTo>
                  <a:cubicBezTo>
                    <a:pt x="166021" y="2751296"/>
                    <a:pt x="166878" y="2751392"/>
                    <a:pt x="167735" y="2751392"/>
                  </a:cubicBezTo>
                  <a:lnTo>
                    <a:pt x="908304" y="2751392"/>
                  </a:lnTo>
                  <a:cubicBezTo>
                    <a:pt x="998601" y="2751392"/>
                    <a:pt x="1070801" y="2679192"/>
                    <a:pt x="1070801" y="2592515"/>
                  </a:cubicBezTo>
                  <a:cubicBezTo>
                    <a:pt x="1070801" y="2505837"/>
                    <a:pt x="998601" y="2430018"/>
                    <a:pt x="908304" y="24300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9EF2077A-0C24-5717-17B0-5C3D7BD3536D}"/>
                </a:ext>
              </a:extLst>
            </p:cNvPr>
            <p:cNvSpPr/>
            <p:nvPr/>
          </p:nvSpPr>
          <p:spPr>
            <a:xfrm>
              <a:off x="3605502" y="228600"/>
              <a:ext cx="4960413" cy="1495996"/>
            </a:xfrm>
            <a:custGeom>
              <a:avLst/>
              <a:gdLst>
                <a:gd name="connsiteX0" fmla="*/ 4782117 w 4960413"/>
                <a:gd name="connsiteY0" fmla="*/ 1495997 h 1495996"/>
                <a:gd name="connsiteX1" fmla="*/ 4642195 w 4960413"/>
                <a:gd name="connsiteY1" fmla="*/ 1428464 h 1495996"/>
                <a:gd name="connsiteX2" fmla="*/ 2426965 w 4960413"/>
                <a:gd name="connsiteY2" fmla="*/ 356807 h 1495996"/>
                <a:gd name="connsiteX3" fmla="*/ 311844 w 4960413"/>
                <a:gd name="connsiteY3" fmla="*/ 1309211 h 1495996"/>
                <a:gd name="connsiteX4" fmla="*/ 60098 w 4960413"/>
                <a:gd name="connsiteY4" fmla="*/ 1324451 h 1495996"/>
                <a:gd name="connsiteX5" fmla="*/ 44858 w 4960413"/>
                <a:gd name="connsiteY5" fmla="*/ 1072706 h 1495996"/>
                <a:gd name="connsiteX6" fmla="*/ 2427061 w 4960413"/>
                <a:gd name="connsiteY6" fmla="*/ 0 h 1495996"/>
                <a:gd name="connsiteX7" fmla="*/ 4921849 w 4960413"/>
                <a:gd name="connsiteY7" fmla="*/ 1206818 h 1495996"/>
                <a:gd name="connsiteX8" fmla="*/ 4892798 w 4960413"/>
                <a:gd name="connsiteY8" fmla="*/ 1457420 h 1495996"/>
                <a:gd name="connsiteX9" fmla="*/ 4782117 w 4960413"/>
                <a:gd name="connsiteY9" fmla="*/ 1495997 h 1495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60413" h="1495996">
                  <a:moveTo>
                    <a:pt x="4782117" y="1495997"/>
                  </a:moveTo>
                  <a:cubicBezTo>
                    <a:pt x="4729539" y="1495997"/>
                    <a:pt x="4677437" y="1472851"/>
                    <a:pt x="4642195" y="1428464"/>
                  </a:cubicBezTo>
                  <a:cubicBezTo>
                    <a:pt x="4102413" y="747427"/>
                    <a:pt x="3294979" y="356807"/>
                    <a:pt x="2426965" y="356807"/>
                  </a:cubicBezTo>
                  <a:cubicBezTo>
                    <a:pt x="1618960" y="356807"/>
                    <a:pt x="848006" y="703898"/>
                    <a:pt x="311844" y="1309211"/>
                  </a:cubicBezTo>
                  <a:cubicBezTo>
                    <a:pt x="246502" y="1382935"/>
                    <a:pt x="133822" y="1389698"/>
                    <a:pt x="60098" y="1324451"/>
                  </a:cubicBezTo>
                  <a:cubicBezTo>
                    <a:pt x="-13625" y="1259110"/>
                    <a:pt x="-20483" y="1146429"/>
                    <a:pt x="44858" y="1072706"/>
                  </a:cubicBezTo>
                  <a:cubicBezTo>
                    <a:pt x="648743" y="390906"/>
                    <a:pt x="1517042" y="0"/>
                    <a:pt x="2427061" y="0"/>
                  </a:cubicBezTo>
                  <a:cubicBezTo>
                    <a:pt x="3404612" y="0"/>
                    <a:pt x="4313868" y="439865"/>
                    <a:pt x="4921849" y="1206818"/>
                  </a:cubicBezTo>
                  <a:cubicBezTo>
                    <a:pt x="4982999" y="1283970"/>
                    <a:pt x="4970046" y="1396175"/>
                    <a:pt x="4892798" y="1457420"/>
                  </a:cubicBezTo>
                  <a:cubicBezTo>
                    <a:pt x="4860032" y="1483424"/>
                    <a:pt x="4820979" y="1495997"/>
                    <a:pt x="4782117" y="14959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847A537C-EEE8-A1EA-1C95-62273F3DC912}"/>
                </a:ext>
              </a:extLst>
            </p:cNvPr>
            <p:cNvSpPr/>
            <p:nvPr/>
          </p:nvSpPr>
          <p:spPr>
            <a:xfrm>
              <a:off x="3749206" y="5390947"/>
              <a:ext cx="546290" cy="567405"/>
            </a:xfrm>
            <a:custGeom>
              <a:avLst/>
              <a:gdLst>
                <a:gd name="connsiteX0" fmla="*/ 100703 w 546290"/>
                <a:gd name="connsiteY0" fmla="*/ 485502 h 567405"/>
                <a:gd name="connsiteX1" fmla="*/ 881 w 546290"/>
                <a:gd name="connsiteY1" fmla="*/ 299193 h 567405"/>
                <a:gd name="connsiteX2" fmla="*/ 74890 w 546290"/>
                <a:gd name="connsiteY2" fmla="*/ 100501 h 567405"/>
                <a:gd name="connsiteX3" fmla="*/ 260342 w 546290"/>
                <a:gd name="connsiteY3" fmla="*/ 489 h 567405"/>
                <a:gd name="connsiteX4" fmla="*/ 450651 w 546290"/>
                <a:gd name="connsiteY4" fmla="*/ 72402 h 567405"/>
                <a:gd name="connsiteX5" fmla="*/ 545711 w 546290"/>
                <a:gd name="connsiteY5" fmla="*/ 252520 h 567405"/>
                <a:gd name="connsiteX6" fmla="*/ 478083 w 546290"/>
                <a:gd name="connsiteY6" fmla="*/ 437972 h 567405"/>
                <a:gd name="connsiteX7" fmla="*/ 373784 w 546290"/>
                <a:gd name="connsiteY7" fmla="*/ 505408 h 567405"/>
                <a:gd name="connsiteX8" fmla="*/ 278725 w 546290"/>
                <a:gd name="connsiteY8" fmla="*/ 476929 h 567405"/>
                <a:gd name="connsiteX9" fmla="*/ 250721 w 546290"/>
                <a:gd name="connsiteY9" fmla="*/ 393966 h 567405"/>
                <a:gd name="connsiteX10" fmla="*/ 159091 w 546290"/>
                <a:gd name="connsiteY10" fmla="*/ 370439 h 567405"/>
                <a:gd name="connsiteX11" fmla="*/ 122229 w 546290"/>
                <a:gd name="connsiteY11" fmla="*/ 290810 h 567405"/>
                <a:gd name="connsiteX12" fmla="*/ 175188 w 546290"/>
                <a:gd name="connsiteY12" fmla="*/ 181464 h 567405"/>
                <a:gd name="connsiteX13" fmla="*/ 338542 w 546290"/>
                <a:gd name="connsiteY13" fmla="*/ 128219 h 567405"/>
                <a:gd name="connsiteX14" fmla="*/ 375308 w 546290"/>
                <a:gd name="connsiteY14" fmla="*/ 150888 h 567405"/>
                <a:gd name="connsiteX15" fmla="*/ 432268 w 546290"/>
                <a:gd name="connsiteY15" fmla="*/ 236994 h 567405"/>
                <a:gd name="connsiteX16" fmla="*/ 436078 w 546290"/>
                <a:gd name="connsiteY16" fmla="*/ 250805 h 567405"/>
                <a:gd name="connsiteX17" fmla="*/ 423981 w 546290"/>
                <a:gd name="connsiteY17" fmla="*/ 278618 h 567405"/>
                <a:gd name="connsiteX18" fmla="*/ 327683 w 546290"/>
                <a:gd name="connsiteY18" fmla="*/ 386823 h 567405"/>
                <a:gd name="connsiteX19" fmla="*/ 331970 w 546290"/>
                <a:gd name="connsiteY19" fmla="*/ 438448 h 567405"/>
                <a:gd name="connsiteX20" fmla="*/ 378737 w 546290"/>
                <a:gd name="connsiteY20" fmla="*/ 444544 h 567405"/>
                <a:gd name="connsiteX21" fmla="*/ 436268 w 546290"/>
                <a:gd name="connsiteY21" fmla="*/ 400729 h 567405"/>
                <a:gd name="connsiteX22" fmla="*/ 491609 w 546290"/>
                <a:gd name="connsiteY22" fmla="*/ 253091 h 567405"/>
                <a:gd name="connsiteX23" fmla="*/ 416266 w 546290"/>
                <a:gd name="connsiteY23" fmla="*/ 110502 h 567405"/>
                <a:gd name="connsiteX24" fmla="*/ 264914 w 546290"/>
                <a:gd name="connsiteY24" fmla="*/ 53352 h 567405"/>
                <a:gd name="connsiteX25" fmla="*/ 117848 w 546290"/>
                <a:gd name="connsiteY25" fmla="*/ 132695 h 567405"/>
                <a:gd name="connsiteX26" fmla="*/ 56888 w 546290"/>
                <a:gd name="connsiteY26" fmla="*/ 293287 h 567405"/>
                <a:gd name="connsiteX27" fmla="*/ 136612 w 546290"/>
                <a:gd name="connsiteY27" fmla="*/ 446259 h 567405"/>
                <a:gd name="connsiteX28" fmla="*/ 256341 w 546290"/>
                <a:gd name="connsiteY28" fmla="*/ 518172 h 567405"/>
                <a:gd name="connsiteX29" fmla="*/ 269962 w 546290"/>
                <a:gd name="connsiteY29" fmla="*/ 526364 h 567405"/>
                <a:gd name="connsiteX30" fmla="*/ 274153 w 546290"/>
                <a:gd name="connsiteY30" fmla="*/ 540270 h 567405"/>
                <a:gd name="connsiteX31" fmla="*/ 264247 w 546290"/>
                <a:gd name="connsiteY31" fmla="*/ 560177 h 567405"/>
                <a:gd name="connsiteX32" fmla="*/ 238529 w 546290"/>
                <a:gd name="connsiteY32" fmla="*/ 566083 h 567405"/>
                <a:gd name="connsiteX33" fmla="*/ 100798 w 546290"/>
                <a:gd name="connsiteY33" fmla="*/ 485406 h 567405"/>
                <a:gd name="connsiteX34" fmla="*/ 332922 w 546290"/>
                <a:gd name="connsiteY34" fmla="*/ 203752 h 567405"/>
                <a:gd name="connsiteX35" fmla="*/ 287107 w 546290"/>
                <a:gd name="connsiteY35" fmla="*/ 188512 h 567405"/>
                <a:gd name="connsiteX36" fmla="*/ 230433 w 546290"/>
                <a:gd name="connsiteY36" fmla="*/ 225374 h 567405"/>
                <a:gd name="connsiteX37" fmla="*/ 196715 w 546290"/>
                <a:gd name="connsiteY37" fmla="*/ 285095 h 567405"/>
                <a:gd name="connsiteX38" fmla="*/ 209859 w 546290"/>
                <a:gd name="connsiteY38" fmla="*/ 324624 h 567405"/>
                <a:gd name="connsiteX39" fmla="*/ 278249 w 546290"/>
                <a:gd name="connsiteY39" fmla="*/ 339674 h 567405"/>
                <a:gd name="connsiteX40" fmla="*/ 362259 w 546290"/>
                <a:gd name="connsiteY40" fmla="*/ 245281 h 567405"/>
                <a:gd name="connsiteX41" fmla="*/ 333017 w 546290"/>
                <a:gd name="connsiteY41" fmla="*/ 203656 h 567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46290" h="567405">
                  <a:moveTo>
                    <a:pt x="100703" y="485502"/>
                  </a:moveTo>
                  <a:cubicBezTo>
                    <a:pt x="40124" y="431590"/>
                    <a:pt x="6881" y="369582"/>
                    <a:pt x="881" y="299193"/>
                  </a:cubicBezTo>
                  <a:cubicBezTo>
                    <a:pt x="-5120" y="228898"/>
                    <a:pt x="19550" y="162699"/>
                    <a:pt x="74890" y="100501"/>
                  </a:cubicBezTo>
                  <a:cubicBezTo>
                    <a:pt x="130421" y="38112"/>
                    <a:pt x="192238" y="4774"/>
                    <a:pt x="260342" y="489"/>
                  </a:cubicBezTo>
                  <a:cubicBezTo>
                    <a:pt x="328541" y="-3798"/>
                    <a:pt x="391977" y="20110"/>
                    <a:pt x="450651" y="72402"/>
                  </a:cubicBezTo>
                  <a:cubicBezTo>
                    <a:pt x="509420" y="124694"/>
                    <a:pt x="541043" y="184702"/>
                    <a:pt x="545711" y="252520"/>
                  </a:cubicBezTo>
                  <a:cubicBezTo>
                    <a:pt x="550283" y="320338"/>
                    <a:pt x="527804" y="382155"/>
                    <a:pt x="478083" y="437972"/>
                  </a:cubicBezTo>
                  <a:cubicBezTo>
                    <a:pt x="443603" y="476739"/>
                    <a:pt x="408836" y="499218"/>
                    <a:pt x="373784" y="505408"/>
                  </a:cubicBezTo>
                  <a:cubicBezTo>
                    <a:pt x="338732" y="511600"/>
                    <a:pt x="307014" y="502075"/>
                    <a:pt x="278725" y="476929"/>
                  </a:cubicBezTo>
                  <a:cubicBezTo>
                    <a:pt x="250436" y="451783"/>
                    <a:pt x="241101" y="424160"/>
                    <a:pt x="250721" y="393966"/>
                  </a:cubicBezTo>
                  <a:cubicBezTo>
                    <a:pt x="213193" y="399205"/>
                    <a:pt x="182618" y="391394"/>
                    <a:pt x="159091" y="370439"/>
                  </a:cubicBezTo>
                  <a:cubicBezTo>
                    <a:pt x="135564" y="349484"/>
                    <a:pt x="123182" y="322910"/>
                    <a:pt x="122229" y="290810"/>
                  </a:cubicBezTo>
                  <a:cubicBezTo>
                    <a:pt x="121562" y="258330"/>
                    <a:pt x="139184" y="221945"/>
                    <a:pt x="175188" y="181464"/>
                  </a:cubicBezTo>
                  <a:cubicBezTo>
                    <a:pt x="227957" y="122123"/>
                    <a:pt x="282344" y="104406"/>
                    <a:pt x="338542" y="128219"/>
                  </a:cubicBezTo>
                  <a:cubicBezTo>
                    <a:pt x="351972" y="133839"/>
                    <a:pt x="364259" y="141459"/>
                    <a:pt x="375308" y="150888"/>
                  </a:cubicBezTo>
                  <a:cubicBezTo>
                    <a:pt x="401597" y="174225"/>
                    <a:pt x="420552" y="202990"/>
                    <a:pt x="432268" y="236994"/>
                  </a:cubicBezTo>
                  <a:cubicBezTo>
                    <a:pt x="434363" y="242995"/>
                    <a:pt x="435602" y="247662"/>
                    <a:pt x="436078" y="250805"/>
                  </a:cubicBezTo>
                  <a:cubicBezTo>
                    <a:pt x="437126" y="259092"/>
                    <a:pt x="433125" y="268332"/>
                    <a:pt x="423981" y="278618"/>
                  </a:cubicBezTo>
                  <a:lnTo>
                    <a:pt x="327683" y="386823"/>
                  </a:lnTo>
                  <a:cubicBezTo>
                    <a:pt x="311872" y="404634"/>
                    <a:pt x="313301" y="421779"/>
                    <a:pt x="331970" y="438448"/>
                  </a:cubicBezTo>
                  <a:cubicBezTo>
                    <a:pt x="344447" y="449592"/>
                    <a:pt x="360068" y="451593"/>
                    <a:pt x="378737" y="444544"/>
                  </a:cubicBezTo>
                  <a:cubicBezTo>
                    <a:pt x="397406" y="437495"/>
                    <a:pt x="416552" y="422827"/>
                    <a:pt x="436268" y="400729"/>
                  </a:cubicBezTo>
                  <a:cubicBezTo>
                    <a:pt x="476559" y="355390"/>
                    <a:pt x="495038" y="306146"/>
                    <a:pt x="491609" y="253091"/>
                  </a:cubicBezTo>
                  <a:cubicBezTo>
                    <a:pt x="488180" y="200037"/>
                    <a:pt x="463034" y="152507"/>
                    <a:pt x="416266" y="110502"/>
                  </a:cubicBezTo>
                  <a:cubicBezTo>
                    <a:pt x="369498" y="68878"/>
                    <a:pt x="319016" y="49828"/>
                    <a:pt x="264914" y="53352"/>
                  </a:cubicBezTo>
                  <a:cubicBezTo>
                    <a:pt x="210907" y="56686"/>
                    <a:pt x="161948" y="83166"/>
                    <a:pt x="117848" y="132695"/>
                  </a:cubicBezTo>
                  <a:cubicBezTo>
                    <a:pt x="73747" y="182225"/>
                    <a:pt x="53363" y="235756"/>
                    <a:pt x="56888" y="293287"/>
                  </a:cubicBezTo>
                  <a:cubicBezTo>
                    <a:pt x="60317" y="350723"/>
                    <a:pt x="86891" y="401776"/>
                    <a:pt x="136612" y="446259"/>
                  </a:cubicBezTo>
                  <a:cubicBezTo>
                    <a:pt x="174331" y="480168"/>
                    <a:pt x="214241" y="504170"/>
                    <a:pt x="256341" y="518172"/>
                  </a:cubicBezTo>
                  <a:cubicBezTo>
                    <a:pt x="262151" y="520744"/>
                    <a:pt x="266723" y="523506"/>
                    <a:pt x="269962" y="526364"/>
                  </a:cubicBezTo>
                  <a:cubicBezTo>
                    <a:pt x="273200" y="529221"/>
                    <a:pt x="274629" y="533889"/>
                    <a:pt x="274153" y="540270"/>
                  </a:cubicBezTo>
                  <a:cubicBezTo>
                    <a:pt x="273677" y="546652"/>
                    <a:pt x="270343" y="553319"/>
                    <a:pt x="264247" y="560177"/>
                  </a:cubicBezTo>
                  <a:cubicBezTo>
                    <a:pt x="258151" y="567036"/>
                    <a:pt x="249578" y="569035"/>
                    <a:pt x="238529" y="566083"/>
                  </a:cubicBezTo>
                  <a:cubicBezTo>
                    <a:pt x="190523" y="551319"/>
                    <a:pt x="144613" y="524458"/>
                    <a:pt x="100798" y="485406"/>
                  </a:cubicBezTo>
                  <a:moveTo>
                    <a:pt x="332922" y="203752"/>
                  </a:moveTo>
                  <a:cubicBezTo>
                    <a:pt x="319682" y="191941"/>
                    <a:pt x="304442" y="186892"/>
                    <a:pt x="287107" y="188512"/>
                  </a:cubicBezTo>
                  <a:cubicBezTo>
                    <a:pt x="269962" y="189940"/>
                    <a:pt x="251007" y="202228"/>
                    <a:pt x="230433" y="225374"/>
                  </a:cubicBezTo>
                  <a:cubicBezTo>
                    <a:pt x="209764" y="248615"/>
                    <a:pt x="198524" y="268522"/>
                    <a:pt x="196715" y="285095"/>
                  </a:cubicBezTo>
                  <a:cubicBezTo>
                    <a:pt x="194905" y="301764"/>
                    <a:pt x="199286" y="314908"/>
                    <a:pt x="209859" y="324624"/>
                  </a:cubicBezTo>
                  <a:cubicBezTo>
                    <a:pt x="227766" y="340245"/>
                    <a:pt x="250626" y="345293"/>
                    <a:pt x="278249" y="339674"/>
                  </a:cubicBezTo>
                  <a:lnTo>
                    <a:pt x="362259" y="245281"/>
                  </a:lnTo>
                  <a:cubicBezTo>
                    <a:pt x="355973" y="229374"/>
                    <a:pt x="346257" y="215467"/>
                    <a:pt x="333017" y="20365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AD9ADFFB-E63C-7924-56B7-D984B7AA3832}"/>
                </a:ext>
              </a:extLst>
            </p:cNvPr>
            <p:cNvSpPr/>
            <p:nvPr/>
          </p:nvSpPr>
          <p:spPr>
            <a:xfrm>
              <a:off x="4362046" y="5781046"/>
              <a:ext cx="399278" cy="467401"/>
            </a:xfrm>
            <a:custGeom>
              <a:avLst/>
              <a:gdLst>
                <a:gd name="connsiteX0" fmla="*/ 311680 w 399278"/>
                <a:gd name="connsiteY0" fmla="*/ 47967 h 467401"/>
                <a:gd name="connsiteX1" fmla="*/ 392166 w 399278"/>
                <a:gd name="connsiteY1" fmla="*/ 122548 h 467401"/>
                <a:gd name="connsiteX2" fmla="*/ 379879 w 399278"/>
                <a:gd name="connsiteY2" fmla="*/ 217227 h 467401"/>
                <a:gd name="connsiteX3" fmla="*/ 274342 w 399278"/>
                <a:gd name="connsiteY3" fmla="*/ 274186 h 467401"/>
                <a:gd name="connsiteX4" fmla="*/ 289011 w 399278"/>
                <a:gd name="connsiteY4" fmla="*/ 402773 h 467401"/>
                <a:gd name="connsiteX5" fmla="*/ 209953 w 399278"/>
                <a:gd name="connsiteY5" fmla="*/ 466401 h 467401"/>
                <a:gd name="connsiteX6" fmla="*/ 97177 w 399278"/>
                <a:gd name="connsiteY6" fmla="*/ 436397 h 467401"/>
                <a:gd name="connsiteX7" fmla="*/ 19453 w 399278"/>
                <a:gd name="connsiteY7" fmla="*/ 392963 h 467401"/>
                <a:gd name="connsiteX8" fmla="*/ 2117 w 399278"/>
                <a:gd name="connsiteY8" fmla="*/ 374770 h 467401"/>
                <a:gd name="connsiteX9" fmla="*/ 3546 w 399278"/>
                <a:gd name="connsiteY9" fmla="*/ 352196 h 467401"/>
                <a:gd name="connsiteX10" fmla="*/ 192617 w 399278"/>
                <a:gd name="connsiteY10" fmla="*/ 13677 h 467401"/>
                <a:gd name="connsiteX11" fmla="*/ 211286 w 399278"/>
                <a:gd name="connsiteY11" fmla="*/ 342 h 467401"/>
                <a:gd name="connsiteX12" fmla="*/ 235956 w 399278"/>
                <a:gd name="connsiteY12" fmla="*/ 5581 h 467401"/>
                <a:gd name="connsiteX13" fmla="*/ 311680 w 399278"/>
                <a:gd name="connsiteY13" fmla="*/ 47872 h 467401"/>
                <a:gd name="connsiteX14" fmla="*/ 143373 w 399278"/>
                <a:gd name="connsiteY14" fmla="*/ 242087 h 467401"/>
                <a:gd name="connsiteX15" fmla="*/ 80603 w 399278"/>
                <a:gd name="connsiteY15" fmla="*/ 354482 h 467401"/>
                <a:gd name="connsiteX16" fmla="*/ 130038 w 399278"/>
                <a:gd name="connsiteY16" fmla="*/ 382104 h 467401"/>
                <a:gd name="connsiteX17" fmla="*/ 190046 w 399278"/>
                <a:gd name="connsiteY17" fmla="*/ 398964 h 467401"/>
                <a:gd name="connsiteX18" fmla="*/ 231479 w 399278"/>
                <a:gd name="connsiteY18" fmla="*/ 365435 h 467401"/>
                <a:gd name="connsiteX19" fmla="*/ 239385 w 399278"/>
                <a:gd name="connsiteY19" fmla="*/ 313143 h 467401"/>
                <a:gd name="connsiteX20" fmla="*/ 192236 w 399278"/>
                <a:gd name="connsiteY20" fmla="*/ 269423 h 467401"/>
                <a:gd name="connsiteX21" fmla="*/ 143373 w 399278"/>
                <a:gd name="connsiteY21" fmla="*/ 242087 h 467401"/>
                <a:gd name="connsiteX22" fmla="*/ 235099 w 399278"/>
                <a:gd name="connsiteY22" fmla="*/ 77780 h 467401"/>
                <a:gd name="connsiteX23" fmla="*/ 174330 w 399278"/>
                <a:gd name="connsiteY23" fmla="*/ 186652 h 467401"/>
                <a:gd name="connsiteX24" fmla="*/ 222716 w 399278"/>
                <a:gd name="connsiteY24" fmla="*/ 213702 h 467401"/>
                <a:gd name="connsiteX25" fmla="*/ 276342 w 399278"/>
                <a:gd name="connsiteY25" fmla="*/ 224275 h 467401"/>
                <a:gd name="connsiteX26" fmla="*/ 316538 w 399278"/>
                <a:gd name="connsiteY26" fmla="*/ 190461 h 467401"/>
                <a:gd name="connsiteX27" fmla="*/ 323872 w 399278"/>
                <a:gd name="connsiteY27" fmla="*/ 142455 h 467401"/>
                <a:gd name="connsiteX28" fmla="*/ 281676 w 399278"/>
                <a:gd name="connsiteY28" fmla="*/ 103784 h 467401"/>
                <a:gd name="connsiteX29" fmla="*/ 235194 w 399278"/>
                <a:gd name="connsiteY29" fmla="*/ 77780 h 467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9278" h="467401">
                  <a:moveTo>
                    <a:pt x="311680" y="47967"/>
                  </a:moveTo>
                  <a:cubicBezTo>
                    <a:pt x="352733" y="70923"/>
                    <a:pt x="379593" y="95783"/>
                    <a:pt x="392166" y="122548"/>
                  </a:cubicBezTo>
                  <a:cubicBezTo>
                    <a:pt x="404739" y="149409"/>
                    <a:pt x="400644" y="180936"/>
                    <a:pt x="379879" y="217227"/>
                  </a:cubicBezTo>
                  <a:cubicBezTo>
                    <a:pt x="356733" y="258755"/>
                    <a:pt x="321491" y="277711"/>
                    <a:pt x="274342" y="274186"/>
                  </a:cubicBezTo>
                  <a:cubicBezTo>
                    <a:pt x="312918" y="308285"/>
                    <a:pt x="317871" y="351243"/>
                    <a:pt x="289011" y="402773"/>
                  </a:cubicBezTo>
                  <a:cubicBezTo>
                    <a:pt x="267770" y="440779"/>
                    <a:pt x="241481" y="461924"/>
                    <a:pt x="209953" y="466401"/>
                  </a:cubicBezTo>
                  <a:cubicBezTo>
                    <a:pt x="178520" y="470782"/>
                    <a:pt x="140897" y="460781"/>
                    <a:pt x="97177" y="436397"/>
                  </a:cubicBezTo>
                  <a:lnTo>
                    <a:pt x="19453" y="392963"/>
                  </a:lnTo>
                  <a:cubicBezTo>
                    <a:pt x="11166" y="388296"/>
                    <a:pt x="5356" y="382295"/>
                    <a:pt x="2117" y="374770"/>
                  </a:cubicBezTo>
                  <a:cubicBezTo>
                    <a:pt x="-1121" y="367245"/>
                    <a:pt x="-645" y="359816"/>
                    <a:pt x="3546" y="352196"/>
                  </a:cubicBezTo>
                  <a:lnTo>
                    <a:pt x="192617" y="13677"/>
                  </a:lnTo>
                  <a:cubicBezTo>
                    <a:pt x="196904" y="5962"/>
                    <a:pt x="203190" y="1486"/>
                    <a:pt x="211286" y="342"/>
                  </a:cubicBezTo>
                  <a:cubicBezTo>
                    <a:pt x="219383" y="-801"/>
                    <a:pt x="227574" y="914"/>
                    <a:pt x="235956" y="5581"/>
                  </a:cubicBezTo>
                  <a:lnTo>
                    <a:pt x="311680" y="47872"/>
                  </a:lnTo>
                  <a:close/>
                  <a:moveTo>
                    <a:pt x="143373" y="242087"/>
                  </a:moveTo>
                  <a:lnTo>
                    <a:pt x="80603" y="354482"/>
                  </a:lnTo>
                  <a:lnTo>
                    <a:pt x="130038" y="382104"/>
                  </a:lnTo>
                  <a:cubicBezTo>
                    <a:pt x="153946" y="395439"/>
                    <a:pt x="174044" y="401154"/>
                    <a:pt x="190046" y="398964"/>
                  </a:cubicBezTo>
                  <a:cubicBezTo>
                    <a:pt x="206333" y="396963"/>
                    <a:pt x="220145" y="385724"/>
                    <a:pt x="231479" y="365435"/>
                  </a:cubicBezTo>
                  <a:cubicBezTo>
                    <a:pt x="242719" y="345243"/>
                    <a:pt x="245386" y="327812"/>
                    <a:pt x="239385" y="313143"/>
                  </a:cubicBezTo>
                  <a:cubicBezTo>
                    <a:pt x="233385" y="298475"/>
                    <a:pt x="217668" y="283902"/>
                    <a:pt x="192236" y="269423"/>
                  </a:cubicBezTo>
                  <a:lnTo>
                    <a:pt x="143373" y="242087"/>
                  </a:lnTo>
                  <a:close/>
                  <a:moveTo>
                    <a:pt x="235099" y="77780"/>
                  </a:moveTo>
                  <a:lnTo>
                    <a:pt x="174330" y="186652"/>
                  </a:lnTo>
                  <a:lnTo>
                    <a:pt x="222716" y="213702"/>
                  </a:lnTo>
                  <a:cubicBezTo>
                    <a:pt x="242052" y="224752"/>
                    <a:pt x="259959" y="228276"/>
                    <a:pt x="276342" y="224275"/>
                  </a:cubicBezTo>
                  <a:cubicBezTo>
                    <a:pt x="292725" y="220275"/>
                    <a:pt x="306156" y="209035"/>
                    <a:pt x="316538" y="190461"/>
                  </a:cubicBezTo>
                  <a:cubicBezTo>
                    <a:pt x="326920" y="171887"/>
                    <a:pt x="329301" y="155885"/>
                    <a:pt x="323872" y="142455"/>
                  </a:cubicBezTo>
                  <a:cubicBezTo>
                    <a:pt x="318062" y="129120"/>
                    <a:pt x="303965" y="116262"/>
                    <a:pt x="281676" y="103784"/>
                  </a:cubicBezTo>
                  <a:lnTo>
                    <a:pt x="235194" y="777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AB69E92C-7233-7F00-EDBC-B1BA4A1CD8A1}"/>
                </a:ext>
              </a:extLst>
            </p:cNvPr>
            <p:cNvSpPr/>
            <p:nvPr/>
          </p:nvSpPr>
          <p:spPr>
            <a:xfrm>
              <a:off x="4761394" y="5957067"/>
              <a:ext cx="452211" cy="522723"/>
            </a:xfrm>
            <a:custGeom>
              <a:avLst/>
              <a:gdLst>
                <a:gd name="connsiteX0" fmla="*/ 2344 w 452211"/>
                <a:gd name="connsiteY0" fmla="*/ 389440 h 522723"/>
                <a:gd name="connsiteX1" fmla="*/ 140551 w 452211"/>
                <a:gd name="connsiteY1" fmla="*/ 17679 h 522723"/>
                <a:gd name="connsiteX2" fmla="*/ 183604 w 452211"/>
                <a:gd name="connsiteY2" fmla="*/ 3963 h 522723"/>
                <a:gd name="connsiteX3" fmla="*/ 212846 w 452211"/>
                <a:gd name="connsiteY3" fmla="*/ 28347 h 522723"/>
                <a:gd name="connsiteX4" fmla="*/ 216561 w 452211"/>
                <a:gd name="connsiteY4" fmla="*/ 45873 h 522723"/>
                <a:gd name="connsiteX5" fmla="*/ 283712 w 452211"/>
                <a:gd name="connsiteY5" fmla="*/ 384487 h 522723"/>
                <a:gd name="connsiteX6" fmla="*/ 386106 w 452211"/>
                <a:gd name="connsiteY6" fmla="*/ 109024 h 522723"/>
                <a:gd name="connsiteX7" fmla="*/ 402298 w 452211"/>
                <a:gd name="connsiteY7" fmla="*/ 92546 h 522723"/>
                <a:gd name="connsiteX8" fmla="*/ 427730 w 452211"/>
                <a:gd name="connsiteY8" fmla="*/ 94736 h 522723"/>
                <a:gd name="connsiteX9" fmla="*/ 448590 w 452211"/>
                <a:gd name="connsiteY9" fmla="*/ 110071 h 522723"/>
                <a:gd name="connsiteX10" fmla="*/ 450209 w 452211"/>
                <a:gd name="connsiteY10" fmla="*/ 132836 h 522723"/>
                <a:gd name="connsiteX11" fmla="*/ 312001 w 452211"/>
                <a:gd name="connsiteY11" fmla="*/ 504693 h 522723"/>
                <a:gd name="connsiteX12" fmla="*/ 271044 w 452211"/>
                <a:gd name="connsiteY12" fmla="*/ 519170 h 522723"/>
                <a:gd name="connsiteX13" fmla="*/ 249517 w 452211"/>
                <a:gd name="connsiteY13" fmla="*/ 505835 h 522723"/>
                <a:gd name="connsiteX14" fmla="*/ 239611 w 452211"/>
                <a:gd name="connsiteY14" fmla="*/ 491548 h 522723"/>
                <a:gd name="connsiteX15" fmla="*/ 235135 w 452211"/>
                <a:gd name="connsiteY15" fmla="*/ 473355 h 522723"/>
                <a:gd name="connsiteX16" fmla="*/ 168555 w 452211"/>
                <a:gd name="connsiteY16" fmla="*/ 138361 h 522723"/>
                <a:gd name="connsiteX17" fmla="*/ 66352 w 452211"/>
                <a:gd name="connsiteY17" fmla="*/ 413348 h 522723"/>
                <a:gd name="connsiteX18" fmla="*/ 50445 w 452211"/>
                <a:gd name="connsiteY18" fmla="*/ 429921 h 522723"/>
                <a:gd name="connsiteX19" fmla="*/ 24727 w 452211"/>
                <a:gd name="connsiteY19" fmla="*/ 427635 h 522723"/>
                <a:gd name="connsiteX20" fmla="*/ 2248 w 452211"/>
                <a:gd name="connsiteY20" fmla="*/ 389535 h 52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52211" h="522723">
                  <a:moveTo>
                    <a:pt x="2344" y="389440"/>
                  </a:moveTo>
                  <a:lnTo>
                    <a:pt x="140551" y="17679"/>
                  </a:lnTo>
                  <a:cubicBezTo>
                    <a:pt x="147028" y="248"/>
                    <a:pt x="161411" y="-4229"/>
                    <a:pt x="183604" y="3963"/>
                  </a:cubicBezTo>
                  <a:cubicBezTo>
                    <a:pt x="200273" y="10154"/>
                    <a:pt x="209989" y="18346"/>
                    <a:pt x="212846" y="28347"/>
                  </a:cubicBezTo>
                  <a:cubicBezTo>
                    <a:pt x="213989" y="31871"/>
                    <a:pt x="215227" y="37681"/>
                    <a:pt x="216561" y="45873"/>
                  </a:cubicBezTo>
                  <a:lnTo>
                    <a:pt x="283712" y="384487"/>
                  </a:lnTo>
                  <a:lnTo>
                    <a:pt x="386106" y="109024"/>
                  </a:lnTo>
                  <a:cubicBezTo>
                    <a:pt x="389440" y="100165"/>
                    <a:pt x="394774" y="94641"/>
                    <a:pt x="402298" y="92546"/>
                  </a:cubicBezTo>
                  <a:cubicBezTo>
                    <a:pt x="409823" y="90545"/>
                    <a:pt x="418205" y="91212"/>
                    <a:pt x="427730" y="94736"/>
                  </a:cubicBezTo>
                  <a:cubicBezTo>
                    <a:pt x="437160" y="98260"/>
                    <a:pt x="444113" y="103404"/>
                    <a:pt x="448590" y="110071"/>
                  </a:cubicBezTo>
                  <a:cubicBezTo>
                    <a:pt x="452781" y="116739"/>
                    <a:pt x="453352" y="124264"/>
                    <a:pt x="450209" y="132836"/>
                  </a:cubicBezTo>
                  <a:lnTo>
                    <a:pt x="312001" y="504693"/>
                  </a:lnTo>
                  <a:cubicBezTo>
                    <a:pt x="305524" y="522028"/>
                    <a:pt x="291904" y="526885"/>
                    <a:pt x="271044" y="519170"/>
                  </a:cubicBezTo>
                  <a:cubicBezTo>
                    <a:pt x="261900" y="515741"/>
                    <a:pt x="254756" y="511360"/>
                    <a:pt x="249517" y="505835"/>
                  </a:cubicBezTo>
                  <a:cubicBezTo>
                    <a:pt x="244279" y="500406"/>
                    <a:pt x="240945" y="495644"/>
                    <a:pt x="239611" y="491548"/>
                  </a:cubicBezTo>
                  <a:cubicBezTo>
                    <a:pt x="238278" y="487547"/>
                    <a:pt x="236754" y="481452"/>
                    <a:pt x="235135" y="473355"/>
                  </a:cubicBezTo>
                  <a:lnTo>
                    <a:pt x="168555" y="138361"/>
                  </a:lnTo>
                  <a:lnTo>
                    <a:pt x="66352" y="413348"/>
                  </a:lnTo>
                  <a:cubicBezTo>
                    <a:pt x="63304" y="422110"/>
                    <a:pt x="58065" y="427635"/>
                    <a:pt x="50445" y="429921"/>
                  </a:cubicBezTo>
                  <a:cubicBezTo>
                    <a:pt x="42920" y="432207"/>
                    <a:pt x="34348" y="431445"/>
                    <a:pt x="24727" y="427635"/>
                  </a:cubicBezTo>
                  <a:cubicBezTo>
                    <a:pt x="3296" y="419634"/>
                    <a:pt x="-4229" y="406966"/>
                    <a:pt x="2248" y="3895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0CC6BC38-47E4-A4C6-4BD5-45E48C39D03A}"/>
                </a:ext>
              </a:extLst>
            </p:cNvPr>
            <p:cNvSpPr/>
            <p:nvPr/>
          </p:nvSpPr>
          <p:spPr>
            <a:xfrm>
              <a:off x="5262000" y="6106780"/>
              <a:ext cx="330188" cy="441242"/>
            </a:xfrm>
            <a:custGeom>
              <a:avLst/>
              <a:gdLst>
                <a:gd name="connsiteX0" fmla="*/ 79905 w 330188"/>
                <a:gd name="connsiteY0" fmla="*/ 21794 h 441242"/>
                <a:gd name="connsiteX1" fmla="*/ 93525 w 330188"/>
                <a:gd name="connsiteY1" fmla="*/ 3126 h 441242"/>
                <a:gd name="connsiteX2" fmla="*/ 119148 w 330188"/>
                <a:gd name="connsiteY2" fmla="*/ 1125 h 441242"/>
                <a:gd name="connsiteX3" fmla="*/ 202015 w 330188"/>
                <a:gd name="connsiteY3" fmla="*/ 18270 h 441242"/>
                <a:gd name="connsiteX4" fmla="*/ 312029 w 330188"/>
                <a:gd name="connsiteY4" fmla="*/ 73134 h 441242"/>
                <a:gd name="connsiteX5" fmla="*/ 324411 w 330188"/>
                <a:gd name="connsiteY5" fmla="*/ 189149 h 441242"/>
                <a:gd name="connsiteX6" fmla="*/ 260022 w 330188"/>
                <a:gd name="connsiteY6" fmla="*/ 293733 h 441242"/>
                <a:gd name="connsiteX7" fmla="*/ 142198 w 330188"/>
                <a:gd name="connsiteY7" fmla="*/ 306401 h 441242"/>
                <a:gd name="connsiteX8" fmla="*/ 93144 w 330188"/>
                <a:gd name="connsiteY8" fmla="*/ 296305 h 441242"/>
                <a:gd name="connsiteX9" fmla="*/ 67522 w 330188"/>
                <a:gd name="connsiteY9" fmla="*/ 420416 h 441242"/>
                <a:gd name="connsiteX10" fmla="*/ 53997 w 330188"/>
                <a:gd name="connsiteY10" fmla="*/ 438513 h 441242"/>
                <a:gd name="connsiteX11" fmla="*/ 28755 w 330188"/>
                <a:gd name="connsiteY11" fmla="*/ 440037 h 441242"/>
                <a:gd name="connsiteX12" fmla="*/ 5895 w 330188"/>
                <a:gd name="connsiteY12" fmla="*/ 428417 h 441242"/>
                <a:gd name="connsiteX13" fmla="*/ 752 w 330188"/>
                <a:gd name="connsiteY13" fmla="*/ 405842 h 441242"/>
                <a:gd name="connsiteX14" fmla="*/ 79905 w 330188"/>
                <a:gd name="connsiteY14" fmla="*/ 21890 h 441242"/>
                <a:gd name="connsiteX15" fmla="*/ 139722 w 330188"/>
                <a:gd name="connsiteY15" fmla="*/ 70182 h 441242"/>
                <a:gd name="connsiteX16" fmla="*/ 106384 w 330188"/>
                <a:gd name="connsiteY16" fmla="*/ 231726 h 441242"/>
                <a:gd name="connsiteX17" fmla="*/ 149151 w 330188"/>
                <a:gd name="connsiteY17" fmla="*/ 244965 h 441242"/>
                <a:gd name="connsiteX18" fmla="*/ 219922 w 330188"/>
                <a:gd name="connsiteY18" fmla="*/ 240298 h 441242"/>
                <a:gd name="connsiteX19" fmla="*/ 256308 w 330188"/>
                <a:gd name="connsiteY19" fmla="*/ 180195 h 441242"/>
                <a:gd name="connsiteX20" fmla="*/ 250116 w 330188"/>
                <a:gd name="connsiteY20" fmla="*/ 111901 h 441242"/>
                <a:gd name="connsiteX21" fmla="*/ 189347 w 330188"/>
                <a:gd name="connsiteY21" fmla="*/ 80373 h 441242"/>
                <a:gd name="connsiteX22" fmla="*/ 139626 w 330188"/>
                <a:gd name="connsiteY22" fmla="*/ 70086 h 441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0188" h="441242">
                  <a:moveTo>
                    <a:pt x="79905" y="21794"/>
                  </a:moveTo>
                  <a:cubicBezTo>
                    <a:pt x="81810" y="12651"/>
                    <a:pt x="86286" y="6459"/>
                    <a:pt x="93525" y="3126"/>
                  </a:cubicBezTo>
                  <a:cubicBezTo>
                    <a:pt x="100764" y="-208"/>
                    <a:pt x="109242" y="-875"/>
                    <a:pt x="119148" y="1125"/>
                  </a:cubicBezTo>
                  <a:lnTo>
                    <a:pt x="202015" y="18270"/>
                  </a:lnTo>
                  <a:cubicBezTo>
                    <a:pt x="256403" y="29510"/>
                    <a:pt x="293074" y="47798"/>
                    <a:pt x="312029" y="73134"/>
                  </a:cubicBezTo>
                  <a:cubicBezTo>
                    <a:pt x="330984" y="98470"/>
                    <a:pt x="335079" y="137237"/>
                    <a:pt x="324411" y="189149"/>
                  </a:cubicBezTo>
                  <a:cubicBezTo>
                    <a:pt x="313743" y="240869"/>
                    <a:pt x="292312" y="275731"/>
                    <a:pt x="260022" y="293733"/>
                  </a:cubicBezTo>
                  <a:cubicBezTo>
                    <a:pt x="227733" y="311735"/>
                    <a:pt x="188585" y="315926"/>
                    <a:pt x="142198" y="306401"/>
                  </a:cubicBezTo>
                  <a:cubicBezTo>
                    <a:pt x="122767" y="302401"/>
                    <a:pt x="106384" y="299068"/>
                    <a:pt x="93144" y="296305"/>
                  </a:cubicBezTo>
                  <a:lnTo>
                    <a:pt x="67522" y="420416"/>
                  </a:lnTo>
                  <a:cubicBezTo>
                    <a:pt x="65522" y="429179"/>
                    <a:pt x="61045" y="435275"/>
                    <a:pt x="53997" y="438513"/>
                  </a:cubicBezTo>
                  <a:cubicBezTo>
                    <a:pt x="47043" y="441561"/>
                    <a:pt x="38661" y="442037"/>
                    <a:pt x="28755" y="440037"/>
                  </a:cubicBezTo>
                  <a:cubicBezTo>
                    <a:pt x="18849" y="437942"/>
                    <a:pt x="11229" y="434132"/>
                    <a:pt x="5895" y="428417"/>
                  </a:cubicBezTo>
                  <a:cubicBezTo>
                    <a:pt x="561" y="422607"/>
                    <a:pt x="-1153" y="415177"/>
                    <a:pt x="752" y="405842"/>
                  </a:cubicBezTo>
                  <a:lnTo>
                    <a:pt x="79905" y="21890"/>
                  </a:lnTo>
                  <a:close/>
                  <a:moveTo>
                    <a:pt x="139722" y="70182"/>
                  </a:moveTo>
                  <a:lnTo>
                    <a:pt x="106384" y="231726"/>
                  </a:lnTo>
                  <a:cubicBezTo>
                    <a:pt x="120386" y="237536"/>
                    <a:pt x="134578" y="242012"/>
                    <a:pt x="149151" y="244965"/>
                  </a:cubicBezTo>
                  <a:cubicBezTo>
                    <a:pt x="178393" y="250966"/>
                    <a:pt x="202015" y="249442"/>
                    <a:pt x="219922" y="240298"/>
                  </a:cubicBezTo>
                  <a:cubicBezTo>
                    <a:pt x="237829" y="231154"/>
                    <a:pt x="249926" y="211151"/>
                    <a:pt x="256308" y="180195"/>
                  </a:cubicBezTo>
                  <a:cubicBezTo>
                    <a:pt x="262689" y="149239"/>
                    <a:pt x="260594" y="126474"/>
                    <a:pt x="250116" y="111901"/>
                  </a:cubicBezTo>
                  <a:cubicBezTo>
                    <a:pt x="239639" y="97328"/>
                    <a:pt x="219351" y="86850"/>
                    <a:pt x="189347" y="80373"/>
                  </a:cubicBezTo>
                  <a:lnTo>
                    <a:pt x="139626" y="700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1450E6E5-C1D9-5794-9BB5-644371E183CF}"/>
                </a:ext>
              </a:extLst>
            </p:cNvPr>
            <p:cNvSpPr/>
            <p:nvPr/>
          </p:nvSpPr>
          <p:spPr>
            <a:xfrm>
              <a:off x="5935503" y="6183328"/>
              <a:ext cx="274236" cy="448833"/>
            </a:xfrm>
            <a:custGeom>
              <a:avLst/>
              <a:gdLst>
                <a:gd name="connsiteX0" fmla="*/ 0 w 274236"/>
                <a:gd name="connsiteY0" fmla="*/ 29258 h 448833"/>
                <a:gd name="connsiteX1" fmla="*/ 9430 w 274236"/>
                <a:gd name="connsiteY1" fmla="*/ 8113 h 448833"/>
                <a:gd name="connsiteX2" fmla="*/ 34100 w 274236"/>
                <a:gd name="connsiteY2" fmla="*/ 778 h 448833"/>
                <a:gd name="connsiteX3" fmla="*/ 118681 w 274236"/>
                <a:gd name="connsiteY3" fmla="*/ 16 h 448833"/>
                <a:gd name="connsiteX4" fmla="*/ 237744 w 274236"/>
                <a:gd name="connsiteY4" fmla="*/ 30591 h 448833"/>
                <a:gd name="connsiteX5" fmla="*/ 274225 w 274236"/>
                <a:gd name="connsiteY5" fmla="*/ 141367 h 448833"/>
                <a:gd name="connsiteX6" fmla="*/ 233267 w 274236"/>
                <a:gd name="connsiteY6" fmla="*/ 257096 h 448833"/>
                <a:gd name="connsiteX7" fmla="*/ 120777 w 274236"/>
                <a:gd name="connsiteY7" fmla="*/ 294243 h 448833"/>
                <a:gd name="connsiteX8" fmla="*/ 70676 w 274236"/>
                <a:gd name="connsiteY8" fmla="*/ 294719 h 448833"/>
                <a:gd name="connsiteX9" fmla="*/ 71819 w 274236"/>
                <a:gd name="connsiteY9" fmla="*/ 421497 h 448833"/>
                <a:gd name="connsiteX10" fmla="*/ 62389 w 274236"/>
                <a:gd name="connsiteY10" fmla="*/ 441976 h 448833"/>
                <a:gd name="connsiteX11" fmla="*/ 38005 w 274236"/>
                <a:gd name="connsiteY11" fmla="*/ 448834 h 448833"/>
                <a:gd name="connsiteX12" fmla="*/ 13240 w 274236"/>
                <a:gd name="connsiteY12" fmla="*/ 442262 h 448833"/>
                <a:gd name="connsiteX13" fmla="*/ 3429 w 274236"/>
                <a:gd name="connsiteY13" fmla="*/ 421307 h 448833"/>
                <a:gd name="connsiteX14" fmla="*/ 95 w 274236"/>
                <a:gd name="connsiteY14" fmla="*/ 29258 h 448833"/>
                <a:gd name="connsiteX15" fmla="*/ 68675 w 274236"/>
                <a:gd name="connsiteY15" fmla="*/ 63929 h 448833"/>
                <a:gd name="connsiteX16" fmla="*/ 70104 w 274236"/>
                <a:gd name="connsiteY16" fmla="*/ 228902 h 448833"/>
                <a:gd name="connsiteX17" fmla="*/ 114681 w 274236"/>
                <a:gd name="connsiteY17" fmla="*/ 232902 h 448833"/>
                <a:gd name="connsiteX18" fmla="*/ 182880 w 274236"/>
                <a:gd name="connsiteY18" fmla="*/ 213472 h 448833"/>
                <a:gd name="connsiteX19" fmla="*/ 205835 w 274236"/>
                <a:gd name="connsiteY19" fmla="*/ 147082 h 448833"/>
                <a:gd name="connsiteX20" fmla="*/ 185452 w 274236"/>
                <a:gd name="connsiteY20" fmla="*/ 81645 h 448833"/>
                <a:gd name="connsiteX21" fmla="*/ 119444 w 274236"/>
                <a:gd name="connsiteY21" fmla="*/ 63643 h 448833"/>
                <a:gd name="connsiteX22" fmla="*/ 68675 w 274236"/>
                <a:gd name="connsiteY22" fmla="*/ 64024 h 448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74236" h="448833">
                  <a:moveTo>
                    <a:pt x="0" y="29258"/>
                  </a:moveTo>
                  <a:cubicBezTo>
                    <a:pt x="0" y="19923"/>
                    <a:pt x="3048" y="12970"/>
                    <a:pt x="9430" y="8113"/>
                  </a:cubicBezTo>
                  <a:cubicBezTo>
                    <a:pt x="15812" y="3255"/>
                    <a:pt x="24003" y="873"/>
                    <a:pt x="34100" y="778"/>
                  </a:cubicBezTo>
                  <a:lnTo>
                    <a:pt x="118681" y="16"/>
                  </a:lnTo>
                  <a:cubicBezTo>
                    <a:pt x="174212" y="-460"/>
                    <a:pt x="213931" y="9732"/>
                    <a:pt x="237744" y="30591"/>
                  </a:cubicBezTo>
                  <a:cubicBezTo>
                    <a:pt x="261556" y="51451"/>
                    <a:pt x="273749" y="88313"/>
                    <a:pt x="274225" y="141367"/>
                  </a:cubicBezTo>
                  <a:cubicBezTo>
                    <a:pt x="274701" y="194231"/>
                    <a:pt x="260985" y="232807"/>
                    <a:pt x="233267" y="257096"/>
                  </a:cubicBezTo>
                  <a:cubicBezTo>
                    <a:pt x="205550" y="281480"/>
                    <a:pt x="168021" y="293863"/>
                    <a:pt x="120777" y="294243"/>
                  </a:cubicBezTo>
                  <a:cubicBezTo>
                    <a:pt x="100965" y="294434"/>
                    <a:pt x="84296" y="294529"/>
                    <a:pt x="70676" y="294719"/>
                  </a:cubicBezTo>
                  <a:lnTo>
                    <a:pt x="71819" y="421497"/>
                  </a:lnTo>
                  <a:cubicBezTo>
                    <a:pt x="71628" y="430451"/>
                    <a:pt x="68580" y="437309"/>
                    <a:pt x="62389" y="441976"/>
                  </a:cubicBezTo>
                  <a:cubicBezTo>
                    <a:pt x="56197" y="446453"/>
                    <a:pt x="48101" y="448739"/>
                    <a:pt x="38005" y="448834"/>
                  </a:cubicBezTo>
                  <a:cubicBezTo>
                    <a:pt x="27908" y="448834"/>
                    <a:pt x="19621" y="446739"/>
                    <a:pt x="13240" y="442262"/>
                  </a:cubicBezTo>
                  <a:cubicBezTo>
                    <a:pt x="6858" y="437785"/>
                    <a:pt x="3524" y="430832"/>
                    <a:pt x="3429" y="421307"/>
                  </a:cubicBezTo>
                  <a:lnTo>
                    <a:pt x="95" y="29258"/>
                  </a:lnTo>
                  <a:close/>
                  <a:moveTo>
                    <a:pt x="68675" y="63929"/>
                  </a:moveTo>
                  <a:lnTo>
                    <a:pt x="70104" y="228902"/>
                  </a:lnTo>
                  <a:cubicBezTo>
                    <a:pt x="84963" y="231664"/>
                    <a:pt x="99822" y="232998"/>
                    <a:pt x="114681" y="232902"/>
                  </a:cubicBezTo>
                  <a:cubicBezTo>
                    <a:pt x="144589" y="232617"/>
                    <a:pt x="167354" y="226139"/>
                    <a:pt x="182880" y="213472"/>
                  </a:cubicBezTo>
                  <a:cubicBezTo>
                    <a:pt x="198406" y="200708"/>
                    <a:pt x="206121" y="178610"/>
                    <a:pt x="205835" y="147082"/>
                  </a:cubicBezTo>
                  <a:cubicBezTo>
                    <a:pt x="205550" y="115554"/>
                    <a:pt x="198787" y="93742"/>
                    <a:pt x="185452" y="81645"/>
                  </a:cubicBezTo>
                  <a:cubicBezTo>
                    <a:pt x="172117" y="69644"/>
                    <a:pt x="150114" y="63643"/>
                    <a:pt x="119444" y="63643"/>
                  </a:cubicBezTo>
                  <a:lnTo>
                    <a:pt x="68675" y="6402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7A2D4A3E-DD0A-E4F1-6FEA-371282F9F74A}"/>
                </a:ext>
              </a:extLst>
            </p:cNvPr>
            <p:cNvSpPr/>
            <p:nvPr/>
          </p:nvSpPr>
          <p:spPr>
            <a:xfrm>
              <a:off x="6296609" y="6156289"/>
              <a:ext cx="335474" cy="465516"/>
            </a:xfrm>
            <a:custGeom>
              <a:avLst/>
              <a:gdLst>
                <a:gd name="connsiteX0" fmla="*/ 653 w 335474"/>
                <a:gd name="connsiteY0" fmla="*/ 447488 h 465516"/>
                <a:gd name="connsiteX1" fmla="*/ 367 w 335474"/>
                <a:gd name="connsiteY1" fmla="*/ 435677 h 465516"/>
                <a:gd name="connsiteX2" fmla="*/ 66661 w 335474"/>
                <a:gd name="connsiteY2" fmla="*/ 34579 h 465516"/>
                <a:gd name="connsiteX3" fmla="*/ 97237 w 335474"/>
                <a:gd name="connsiteY3" fmla="*/ 4194 h 465516"/>
                <a:gd name="connsiteX4" fmla="*/ 125812 w 335474"/>
                <a:gd name="connsiteY4" fmla="*/ 384 h 465516"/>
                <a:gd name="connsiteX5" fmla="*/ 163150 w 335474"/>
                <a:gd name="connsiteY5" fmla="*/ 24292 h 465516"/>
                <a:gd name="connsiteX6" fmla="*/ 331837 w 335474"/>
                <a:gd name="connsiteY6" fmla="*/ 391767 h 465516"/>
                <a:gd name="connsiteX7" fmla="*/ 335362 w 335474"/>
                <a:gd name="connsiteY7" fmla="*/ 404149 h 465516"/>
                <a:gd name="connsiteX8" fmla="*/ 328599 w 335474"/>
                <a:gd name="connsiteY8" fmla="*/ 418627 h 465516"/>
                <a:gd name="connsiteX9" fmla="*/ 306120 w 335474"/>
                <a:gd name="connsiteY9" fmla="*/ 428247 h 465516"/>
                <a:gd name="connsiteX10" fmla="*/ 263353 w 335474"/>
                <a:gd name="connsiteY10" fmla="*/ 406054 h 465516"/>
                <a:gd name="connsiteX11" fmla="*/ 228872 w 335474"/>
                <a:gd name="connsiteY11" fmla="*/ 328711 h 465516"/>
                <a:gd name="connsiteX12" fmla="*/ 73996 w 335474"/>
                <a:gd name="connsiteY12" fmla="*/ 349571 h 465516"/>
                <a:gd name="connsiteX13" fmla="*/ 61899 w 335474"/>
                <a:gd name="connsiteY13" fmla="*/ 430057 h 465516"/>
                <a:gd name="connsiteX14" fmla="*/ 53612 w 335474"/>
                <a:gd name="connsiteY14" fmla="*/ 455298 h 465516"/>
                <a:gd name="connsiteX15" fmla="*/ 32657 w 335474"/>
                <a:gd name="connsiteY15" fmla="*/ 465014 h 465516"/>
                <a:gd name="connsiteX16" fmla="*/ 10083 w 335474"/>
                <a:gd name="connsiteY16" fmla="*/ 461204 h 465516"/>
                <a:gd name="connsiteX17" fmla="*/ 749 w 335474"/>
                <a:gd name="connsiteY17" fmla="*/ 447488 h 465516"/>
                <a:gd name="connsiteX18" fmla="*/ 115525 w 335474"/>
                <a:gd name="connsiteY18" fmla="*/ 74394 h 465516"/>
                <a:gd name="connsiteX19" fmla="*/ 83616 w 335474"/>
                <a:gd name="connsiteY19" fmla="*/ 286134 h 465516"/>
                <a:gd name="connsiteX20" fmla="*/ 202774 w 335474"/>
                <a:gd name="connsiteY20" fmla="*/ 270037 h 465516"/>
                <a:gd name="connsiteX21" fmla="*/ 115429 w 335474"/>
                <a:gd name="connsiteY21" fmla="*/ 74394 h 4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35474" h="465516">
                  <a:moveTo>
                    <a:pt x="653" y="447488"/>
                  </a:moveTo>
                  <a:cubicBezTo>
                    <a:pt x="-109" y="441963"/>
                    <a:pt x="-204" y="438058"/>
                    <a:pt x="367" y="435677"/>
                  </a:cubicBezTo>
                  <a:lnTo>
                    <a:pt x="66661" y="34579"/>
                  </a:lnTo>
                  <a:cubicBezTo>
                    <a:pt x="69233" y="16672"/>
                    <a:pt x="79425" y="6576"/>
                    <a:pt x="97237" y="4194"/>
                  </a:cubicBezTo>
                  <a:lnTo>
                    <a:pt x="125812" y="384"/>
                  </a:lnTo>
                  <a:cubicBezTo>
                    <a:pt x="142861" y="-1902"/>
                    <a:pt x="155339" y="6004"/>
                    <a:pt x="163150" y="24292"/>
                  </a:cubicBezTo>
                  <a:lnTo>
                    <a:pt x="331837" y="391767"/>
                  </a:lnTo>
                  <a:cubicBezTo>
                    <a:pt x="333552" y="395386"/>
                    <a:pt x="334790" y="399577"/>
                    <a:pt x="335362" y="404149"/>
                  </a:cubicBezTo>
                  <a:cubicBezTo>
                    <a:pt x="336028" y="408721"/>
                    <a:pt x="333742" y="413579"/>
                    <a:pt x="328599" y="418627"/>
                  </a:cubicBezTo>
                  <a:cubicBezTo>
                    <a:pt x="323455" y="423866"/>
                    <a:pt x="315931" y="427104"/>
                    <a:pt x="306120" y="428247"/>
                  </a:cubicBezTo>
                  <a:cubicBezTo>
                    <a:pt x="285641" y="431010"/>
                    <a:pt x="271449" y="423580"/>
                    <a:pt x="263353" y="406054"/>
                  </a:cubicBezTo>
                  <a:lnTo>
                    <a:pt x="228872" y="328711"/>
                  </a:lnTo>
                  <a:lnTo>
                    <a:pt x="73996" y="349571"/>
                  </a:lnTo>
                  <a:lnTo>
                    <a:pt x="61899" y="430057"/>
                  </a:lnTo>
                  <a:cubicBezTo>
                    <a:pt x="60756" y="441392"/>
                    <a:pt x="57994" y="449869"/>
                    <a:pt x="53612" y="455298"/>
                  </a:cubicBezTo>
                  <a:cubicBezTo>
                    <a:pt x="49135" y="460537"/>
                    <a:pt x="42182" y="463776"/>
                    <a:pt x="32657" y="465014"/>
                  </a:cubicBezTo>
                  <a:cubicBezTo>
                    <a:pt x="23132" y="466347"/>
                    <a:pt x="15607" y="465014"/>
                    <a:pt x="10083" y="461204"/>
                  </a:cubicBezTo>
                  <a:cubicBezTo>
                    <a:pt x="4558" y="457394"/>
                    <a:pt x="1510" y="452822"/>
                    <a:pt x="749" y="447488"/>
                  </a:cubicBezTo>
                  <a:moveTo>
                    <a:pt x="115525" y="74394"/>
                  </a:moveTo>
                  <a:lnTo>
                    <a:pt x="83616" y="286134"/>
                  </a:lnTo>
                  <a:lnTo>
                    <a:pt x="202774" y="270037"/>
                  </a:lnTo>
                  <a:lnTo>
                    <a:pt x="115429" y="74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1A997FA0-902E-2388-BC07-94130B5FDE27}"/>
                </a:ext>
              </a:extLst>
            </p:cNvPr>
            <p:cNvSpPr/>
            <p:nvPr/>
          </p:nvSpPr>
          <p:spPr>
            <a:xfrm>
              <a:off x="6670016" y="6070844"/>
              <a:ext cx="373970" cy="468437"/>
            </a:xfrm>
            <a:custGeom>
              <a:avLst/>
              <a:gdLst>
                <a:gd name="connsiteX0" fmla="*/ 172934 w 373970"/>
                <a:gd name="connsiteY0" fmla="*/ 430349 h 468437"/>
                <a:gd name="connsiteX1" fmla="*/ 169409 w 373970"/>
                <a:gd name="connsiteY1" fmla="*/ 453209 h 468437"/>
                <a:gd name="connsiteX2" fmla="*/ 147692 w 373970"/>
                <a:gd name="connsiteY2" fmla="*/ 466354 h 468437"/>
                <a:gd name="connsiteX3" fmla="*/ 122070 w 373970"/>
                <a:gd name="connsiteY3" fmla="*/ 466449 h 468437"/>
                <a:gd name="connsiteX4" fmla="*/ 107116 w 373970"/>
                <a:gd name="connsiteY4" fmla="*/ 448732 h 468437"/>
                <a:gd name="connsiteX5" fmla="*/ 1293 w 373970"/>
                <a:gd name="connsiteY5" fmla="*/ 71257 h 468437"/>
                <a:gd name="connsiteX6" fmla="*/ 4722 w 373970"/>
                <a:gd name="connsiteY6" fmla="*/ 48397 h 468437"/>
                <a:gd name="connsiteX7" fmla="*/ 26344 w 373970"/>
                <a:gd name="connsiteY7" fmla="*/ 34967 h 468437"/>
                <a:gd name="connsiteX8" fmla="*/ 112069 w 373970"/>
                <a:gd name="connsiteY8" fmla="*/ 10963 h 468437"/>
                <a:gd name="connsiteX9" fmla="*/ 230274 w 373970"/>
                <a:gd name="connsiteY9" fmla="*/ 8678 h 468437"/>
                <a:gd name="connsiteX10" fmla="*/ 295139 w 373970"/>
                <a:gd name="connsiteY10" fmla="*/ 100689 h 468437"/>
                <a:gd name="connsiteX11" fmla="*/ 261516 w 373970"/>
                <a:gd name="connsiteY11" fmla="*/ 236420 h 468437"/>
                <a:gd name="connsiteX12" fmla="*/ 364862 w 373970"/>
                <a:gd name="connsiteY12" fmla="*/ 362722 h 468437"/>
                <a:gd name="connsiteX13" fmla="*/ 373054 w 373970"/>
                <a:gd name="connsiteY13" fmla="*/ 378724 h 468437"/>
                <a:gd name="connsiteX14" fmla="*/ 370863 w 373970"/>
                <a:gd name="connsiteY14" fmla="*/ 396059 h 468437"/>
                <a:gd name="connsiteX15" fmla="*/ 352004 w 373970"/>
                <a:gd name="connsiteY15" fmla="*/ 409013 h 468437"/>
                <a:gd name="connsiteX16" fmla="*/ 303712 w 373970"/>
                <a:gd name="connsiteY16" fmla="*/ 393678 h 468437"/>
                <a:gd name="connsiteX17" fmla="*/ 204080 w 373970"/>
                <a:gd name="connsiteY17" fmla="*/ 270901 h 468437"/>
                <a:gd name="connsiteX18" fmla="*/ 174457 w 373970"/>
                <a:gd name="connsiteY18" fmla="*/ 281092 h 468437"/>
                <a:gd name="connsiteX19" fmla="*/ 133405 w 373970"/>
                <a:gd name="connsiteY19" fmla="*/ 289379 h 468437"/>
                <a:gd name="connsiteX20" fmla="*/ 172934 w 373970"/>
                <a:gd name="connsiteY20" fmla="*/ 430349 h 468437"/>
                <a:gd name="connsiteX21" fmla="*/ 76636 w 373970"/>
                <a:gd name="connsiteY21" fmla="*/ 86782 h 468437"/>
                <a:gd name="connsiteX22" fmla="*/ 116641 w 373970"/>
                <a:gd name="connsiteY22" fmla="*/ 229467 h 468437"/>
                <a:gd name="connsiteX23" fmla="*/ 175124 w 373970"/>
                <a:gd name="connsiteY23" fmla="*/ 216894 h 468437"/>
                <a:gd name="connsiteX24" fmla="*/ 230179 w 373970"/>
                <a:gd name="connsiteY24" fmla="*/ 122120 h 468437"/>
                <a:gd name="connsiteX25" fmla="*/ 195603 w 373970"/>
                <a:gd name="connsiteY25" fmla="*/ 69828 h 468437"/>
                <a:gd name="connsiteX26" fmla="*/ 129976 w 373970"/>
                <a:gd name="connsiteY26" fmla="*/ 71828 h 468437"/>
                <a:gd name="connsiteX27" fmla="*/ 76636 w 373970"/>
                <a:gd name="connsiteY27" fmla="*/ 86782 h 46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73970" h="468437">
                  <a:moveTo>
                    <a:pt x="172934" y="430349"/>
                  </a:moveTo>
                  <a:cubicBezTo>
                    <a:pt x="175220" y="439302"/>
                    <a:pt x="174077" y="446923"/>
                    <a:pt x="169409" y="453209"/>
                  </a:cubicBezTo>
                  <a:cubicBezTo>
                    <a:pt x="164647" y="459210"/>
                    <a:pt x="157408" y="463686"/>
                    <a:pt x="147692" y="466354"/>
                  </a:cubicBezTo>
                  <a:cubicBezTo>
                    <a:pt x="137977" y="469116"/>
                    <a:pt x="129404" y="469116"/>
                    <a:pt x="122070" y="466449"/>
                  </a:cubicBezTo>
                  <a:cubicBezTo>
                    <a:pt x="114640" y="463782"/>
                    <a:pt x="109687" y="457972"/>
                    <a:pt x="107116" y="448732"/>
                  </a:cubicBezTo>
                  <a:lnTo>
                    <a:pt x="1293" y="71257"/>
                  </a:lnTo>
                  <a:cubicBezTo>
                    <a:pt x="-1183" y="62303"/>
                    <a:pt x="-136" y="54683"/>
                    <a:pt x="4722" y="48397"/>
                  </a:cubicBezTo>
                  <a:cubicBezTo>
                    <a:pt x="9580" y="42110"/>
                    <a:pt x="16723" y="37633"/>
                    <a:pt x="26344" y="34967"/>
                  </a:cubicBezTo>
                  <a:lnTo>
                    <a:pt x="112069" y="10963"/>
                  </a:lnTo>
                  <a:cubicBezTo>
                    <a:pt x="161218" y="-2848"/>
                    <a:pt x="200556" y="-3610"/>
                    <a:pt x="230274" y="8678"/>
                  </a:cubicBezTo>
                  <a:cubicBezTo>
                    <a:pt x="259992" y="20869"/>
                    <a:pt x="281614" y="51540"/>
                    <a:pt x="295139" y="100689"/>
                  </a:cubicBezTo>
                  <a:cubicBezTo>
                    <a:pt x="311808" y="160125"/>
                    <a:pt x="300569" y="205368"/>
                    <a:pt x="261516" y="236420"/>
                  </a:cubicBezTo>
                  <a:lnTo>
                    <a:pt x="364862" y="362722"/>
                  </a:lnTo>
                  <a:cubicBezTo>
                    <a:pt x="368768" y="367865"/>
                    <a:pt x="371530" y="373199"/>
                    <a:pt x="373054" y="378724"/>
                  </a:cubicBezTo>
                  <a:cubicBezTo>
                    <a:pt x="374768" y="384248"/>
                    <a:pt x="374102" y="389963"/>
                    <a:pt x="370863" y="396059"/>
                  </a:cubicBezTo>
                  <a:cubicBezTo>
                    <a:pt x="367720" y="402345"/>
                    <a:pt x="361433" y="406632"/>
                    <a:pt x="352004" y="409013"/>
                  </a:cubicBezTo>
                  <a:cubicBezTo>
                    <a:pt x="332192" y="414538"/>
                    <a:pt x="316094" y="409394"/>
                    <a:pt x="303712" y="393678"/>
                  </a:cubicBezTo>
                  <a:lnTo>
                    <a:pt x="204080" y="270901"/>
                  </a:lnTo>
                  <a:cubicBezTo>
                    <a:pt x="196270" y="274425"/>
                    <a:pt x="186364" y="277759"/>
                    <a:pt x="174457" y="281092"/>
                  </a:cubicBezTo>
                  <a:cubicBezTo>
                    <a:pt x="162551" y="284426"/>
                    <a:pt x="148835" y="287188"/>
                    <a:pt x="133405" y="289379"/>
                  </a:cubicBezTo>
                  <a:lnTo>
                    <a:pt x="172934" y="430349"/>
                  </a:lnTo>
                  <a:close/>
                  <a:moveTo>
                    <a:pt x="76636" y="86782"/>
                  </a:moveTo>
                  <a:lnTo>
                    <a:pt x="116641" y="229467"/>
                  </a:lnTo>
                  <a:cubicBezTo>
                    <a:pt x="132167" y="227657"/>
                    <a:pt x="151693" y="223466"/>
                    <a:pt x="175124" y="216894"/>
                  </a:cubicBezTo>
                  <a:cubicBezTo>
                    <a:pt x="225607" y="202987"/>
                    <a:pt x="243990" y="171364"/>
                    <a:pt x="230179" y="122120"/>
                  </a:cubicBezTo>
                  <a:cubicBezTo>
                    <a:pt x="222178" y="93736"/>
                    <a:pt x="210653" y="76305"/>
                    <a:pt x="195603" y="69828"/>
                  </a:cubicBezTo>
                  <a:cubicBezTo>
                    <a:pt x="180458" y="63351"/>
                    <a:pt x="158646" y="64018"/>
                    <a:pt x="129976" y="71828"/>
                  </a:cubicBezTo>
                  <a:lnTo>
                    <a:pt x="76636" y="867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405A4241-052E-877B-AC38-4C040E501096}"/>
                </a:ext>
              </a:extLst>
            </p:cNvPr>
            <p:cNvSpPr/>
            <p:nvPr/>
          </p:nvSpPr>
          <p:spPr>
            <a:xfrm>
              <a:off x="7050454" y="5974176"/>
              <a:ext cx="216666" cy="426937"/>
            </a:xfrm>
            <a:custGeom>
              <a:avLst/>
              <a:gdLst>
                <a:gd name="connsiteX0" fmla="*/ 2426 w 216666"/>
                <a:gd name="connsiteY0" fmla="*/ 42480 h 426937"/>
                <a:gd name="connsiteX1" fmla="*/ 3474 w 216666"/>
                <a:gd name="connsiteY1" fmla="*/ 19334 h 426937"/>
                <a:gd name="connsiteX2" fmla="*/ 23858 w 216666"/>
                <a:gd name="connsiteY2" fmla="*/ 3713 h 426937"/>
                <a:gd name="connsiteX3" fmla="*/ 49480 w 216666"/>
                <a:gd name="connsiteY3" fmla="*/ 1046 h 426937"/>
                <a:gd name="connsiteX4" fmla="*/ 65863 w 216666"/>
                <a:gd name="connsiteY4" fmla="*/ 16762 h 426937"/>
                <a:gd name="connsiteX5" fmla="*/ 214453 w 216666"/>
                <a:gd name="connsiteY5" fmla="*/ 384523 h 426937"/>
                <a:gd name="connsiteX6" fmla="*/ 213405 w 216666"/>
                <a:gd name="connsiteY6" fmla="*/ 407668 h 426937"/>
                <a:gd name="connsiteX7" fmla="*/ 193307 w 216666"/>
                <a:gd name="connsiteY7" fmla="*/ 423099 h 426937"/>
                <a:gd name="connsiteX8" fmla="*/ 167781 w 216666"/>
                <a:gd name="connsiteY8" fmla="*/ 426052 h 426937"/>
                <a:gd name="connsiteX9" fmla="*/ 151016 w 216666"/>
                <a:gd name="connsiteY9" fmla="*/ 410145 h 426937"/>
                <a:gd name="connsiteX10" fmla="*/ 2426 w 216666"/>
                <a:gd name="connsiteY10" fmla="*/ 42384 h 4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66" h="426937">
                  <a:moveTo>
                    <a:pt x="2426" y="42480"/>
                  </a:moveTo>
                  <a:cubicBezTo>
                    <a:pt x="-1098" y="33622"/>
                    <a:pt x="-812" y="26002"/>
                    <a:pt x="3474" y="19334"/>
                  </a:cubicBezTo>
                  <a:cubicBezTo>
                    <a:pt x="7665" y="12762"/>
                    <a:pt x="14523" y="7523"/>
                    <a:pt x="23858" y="3713"/>
                  </a:cubicBezTo>
                  <a:cubicBezTo>
                    <a:pt x="33192" y="-97"/>
                    <a:pt x="41765" y="-954"/>
                    <a:pt x="49480" y="1046"/>
                  </a:cubicBezTo>
                  <a:cubicBezTo>
                    <a:pt x="57195" y="3047"/>
                    <a:pt x="62624" y="8285"/>
                    <a:pt x="65863" y="16762"/>
                  </a:cubicBezTo>
                  <a:lnTo>
                    <a:pt x="214453" y="384523"/>
                  </a:lnTo>
                  <a:cubicBezTo>
                    <a:pt x="217691" y="393190"/>
                    <a:pt x="217406" y="400906"/>
                    <a:pt x="213405" y="407668"/>
                  </a:cubicBezTo>
                  <a:cubicBezTo>
                    <a:pt x="209405" y="414145"/>
                    <a:pt x="202642" y="419384"/>
                    <a:pt x="193307" y="423099"/>
                  </a:cubicBezTo>
                  <a:cubicBezTo>
                    <a:pt x="183973" y="426909"/>
                    <a:pt x="175400" y="427861"/>
                    <a:pt x="167781" y="426052"/>
                  </a:cubicBezTo>
                  <a:cubicBezTo>
                    <a:pt x="160160" y="424242"/>
                    <a:pt x="154541" y="418908"/>
                    <a:pt x="151016" y="410145"/>
                  </a:cubicBezTo>
                  <a:lnTo>
                    <a:pt x="2426" y="4238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3D721787-9A30-4DFC-2EAD-B2E3F2CAC138}"/>
                </a:ext>
              </a:extLst>
            </p:cNvPr>
            <p:cNvSpPr/>
            <p:nvPr/>
          </p:nvSpPr>
          <p:spPr>
            <a:xfrm>
              <a:off x="7249146" y="5827322"/>
              <a:ext cx="402092" cy="465771"/>
            </a:xfrm>
            <a:custGeom>
              <a:avLst/>
              <a:gdLst>
                <a:gd name="connsiteX0" fmla="*/ 96247 w 402092"/>
                <a:gd name="connsiteY0" fmla="*/ 28552 h 465771"/>
                <a:gd name="connsiteX1" fmla="*/ 202451 w 402092"/>
                <a:gd name="connsiteY1" fmla="*/ 834 h 465771"/>
                <a:gd name="connsiteX2" fmla="*/ 275603 w 402092"/>
                <a:gd name="connsiteY2" fmla="*/ 62080 h 465771"/>
                <a:gd name="connsiteX3" fmla="*/ 266935 w 402092"/>
                <a:gd name="connsiteY3" fmla="*/ 181714 h 465771"/>
                <a:gd name="connsiteX4" fmla="*/ 383235 w 402092"/>
                <a:gd name="connsiteY4" fmla="*/ 238483 h 465771"/>
                <a:gd name="connsiteX5" fmla="*/ 394380 w 402092"/>
                <a:gd name="connsiteY5" fmla="*/ 339353 h 465771"/>
                <a:gd name="connsiteX6" fmla="*/ 308464 w 402092"/>
                <a:gd name="connsiteY6" fmla="*/ 418315 h 465771"/>
                <a:gd name="connsiteX7" fmla="*/ 230073 w 402092"/>
                <a:gd name="connsiteY7" fmla="*/ 460511 h 465771"/>
                <a:gd name="connsiteX8" fmla="*/ 205404 w 402092"/>
                <a:gd name="connsiteY8" fmla="*/ 465369 h 465771"/>
                <a:gd name="connsiteX9" fmla="*/ 187116 w 402092"/>
                <a:gd name="connsiteY9" fmla="*/ 452034 h 465771"/>
                <a:gd name="connsiteX10" fmla="*/ 3474 w 402092"/>
                <a:gd name="connsiteY10" fmla="*/ 110563 h 465771"/>
                <a:gd name="connsiteX11" fmla="*/ 2235 w 402092"/>
                <a:gd name="connsiteY11" fmla="*/ 87702 h 465771"/>
                <a:gd name="connsiteX12" fmla="*/ 19952 w 402092"/>
                <a:gd name="connsiteY12" fmla="*/ 69700 h 465771"/>
                <a:gd name="connsiteX13" fmla="*/ 96342 w 402092"/>
                <a:gd name="connsiteY13" fmla="*/ 28647 h 465771"/>
                <a:gd name="connsiteX14" fmla="*/ 80245 w 402092"/>
                <a:gd name="connsiteY14" fmla="*/ 109134 h 465771"/>
                <a:gd name="connsiteX15" fmla="*/ 139300 w 402092"/>
                <a:gd name="connsiteY15" fmla="*/ 218957 h 465771"/>
                <a:gd name="connsiteX16" fmla="*/ 188068 w 402092"/>
                <a:gd name="connsiteY16" fmla="*/ 192763 h 465771"/>
                <a:gd name="connsiteX17" fmla="*/ 225882 w 402092"/>
                <a:gd name="connsiteY17" fmla="*/ 153234 h 465771"/>
                <a:gd name="connsiteX18" fmla="*/ 218929 w 402092"/>
                <a:gd name="connsiteY18" fmla="*/ 101132 h 465771"/>
                <a:gd name="connsiteX19" fmla="*/ 182448 w 402092"/>
                <a:gd name="connsiteY19" fmla="*/ 69128 h 465771"/>
                <a:gd name="connsiteX20" fmla="*/ 127108 w 402092"/>
                <a:gd name="connsiteY20" fmla="*/ 83892 h 465771"/>
                <a:gd name="connsiteX21" fmla="*/ 80245 w 402092"/>
                <a:gd name="connsiteY21" fmla="*/ 109134 h 465771"/>
                <a:gd name="connsiteX22" fmla="*/ 169399 w 402092"/>
                <a:gd name="connsiteY22" fmla="*/ 274773 h 465771"/>
                <a:gd name="connsiteX23" fmla="*/ 230359 w 402092"/>
                <a:gd name="connsiteY23" fmla="*/ 388121 h 465771"/>
                <a:gd name="connsiteX24" fmla="*/ 280175 w 402092"/>
                <a:gd name="connsiteY24" fmla="*/ 361260 h 465771"/>
                <a:gd name="connsiteX25" fmla="*/ 326657 w 402092"/>
                <a:gd name="connsiteY25" fmla="*/ 319731 h 465771"/>
                <a:gd name="connsiteX26" fmla="*/ 320656 w 402092"/>
                <a:gd name="connsiteY26" fmla="*/ 266772 h 465771"/>
                <a:gd name="connsiteX27" fmla="*/ 280841 w 402092"/>
                <a:gd name="connsiteY27" fmla="*/ 231911 h 465771"/>
                <a:gd name="connsiteX28" fmla="*/ 218643 w 402092"/>
                <a:gd name="connsiteY28" fmla="*/ 248198 h 465771"/>
                <a:gd name="connsiteX29" fmla="*/ 169304 w 402092"/>
                <a:gd name="connsiteY29" fmla="*/ 274773 h 46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2092" h="465771">
                  <a:moveTo>
                    <a:pt x="96247" y="28552"/>
                  </a:moveTo>
                  <a:cubicBezTo>
                    <a:pt x="137681" y="6264"/>
                    <a:pt x="173019" y="-2976"/>
                    <a:pt x="202451" y="834"/>
                  </a:cubicBezTo>
                  <a:cubicBezTo>
                    <a:pt x="231788" y="4645"/>
                    <a:pt x="256172" y="25123"/>
                    <a:pt x="275603" y="62080"/>
                  </a:cubicBezTo>
                  <a:cubicBezTo>
                    <a:pt x="298082" y="103895"/>
                    <a:pt x="295224" y="143805"/>
                    <a:pt x="266935" y="181714"/>
                  </a:cubicBezTo>
                  <a:cubicBezTo>
                    <a:pt x="316465" y="167522"/>
                    <a:pt x="355232" y="186477"/>
                    <a:pt x="383235" y="238483"/>
                  </a:cubicBezTo>
                  <a:cubicBezTo>
                    <a:pt x="403905" y="276773"/>
                    <a:pt x="407524" y="310397"/>
                    <a:pt x="394380" y="339353"/>
                  </a:cubicBezTo>
                  <a:cubicBezTo>
                    <a:pt x="381140" y="368214"/>
                    <a:pt x="352470" y="394503"/>
                    <a:pt x="308464" y="418315"/>
                  </a:cubicBezTo>
                  <a:lnTo>
                    <a:pt x="230073" y="460511"/>
                  </a:lnTo>
                  <a:cubicBezTo>
                    <a:pt x="221691" y="464987"/>
                    <a:pt x="213500" y="466607"/>
                    <a:pt x="205404" y="465369"/>
                  </a:cubicBezTo>
                  <a:cubicBezTo>
                    <a:pt x="197307" y="464035"/>
                    <a:pt x="191307" y="459653"/>
                    <a:pt x="187116" y="452034"/>
                  </a:cubicBezTo>
                  <a:lnTo>
                    <a:pt x="3474" y="110563"/>
                  </a:lnTo>
                  <a:cubicBezTo>
                    <a:pt x="-717" y="102752"/>
                    <a:pt x="-1098" y="95132"/>
                    <a:pt x="2235" y="87702"/>
                  </a:cubicBezTo>
                  <a:cubicBezTo>
                    <a:pt x="5664" y="80273"/>
                    <a:pt x="11570" y="74272"/>
                    <a:pt x="19952" y="69700"/>
                  </a:cubicBezTo>
                  <a:lnTo>
                    <a:pt x="96342" y="28647"/>
                  </a:lnTo>
                  <a:close/>
                  <a:moveTo>
                    <a:pt x="80245" y="109134"/>
                  </a:moveTo>
                  <a:lnTo>
                    <a:pt x="139300" y="218957"/>
                  </a:lnTo>
                  <a:lnTo>
                    <a:pt x="188068" y="192763"/>
                  </a:lnTo>
                  <a:cubicBezTo>
                    <a:pt x="207785" y="182381"/>
                    <a:pt x="220358" y="169236"/>
                    <a:pt x="225882" y="153234"/>
                  </a:cubicBezTo>
                  <a:cubicBezTo>
                    <a:pt x="231312" y="137232"/>
                    <a:pt x="229025" y="119897"/>
                    <a:pt x="218929" y="101132"/>
                  </a:cubicBezTo>
                  <a:cubicBezTo>
                    <a:pt x="208833" y="82368"/>
                    <a:pt x="196641" y="71700"/>
                    <a:pt x="182448" y="69128"/>
                  </a:cubicBezTo>
                  <a:cubicBezTo>
                    <a:pt x="168066" y="66843"/>
                    <a:pt x="149682" y="71796"/>
                    <a:pt x="127108" y="83892"/>
                  </a:cubicBezTo>
                  <a:lnTo>
                    <a:pt x="80245" y="109134"/>
                  </a:lnTo>
                  <a:close/>
                  <a:moveTo>
                    <a:pt x="169399" y="274773"/>
                  </a:moveTo>
                  <a:lnTo>
                    <a:pt x="230359" y="388121"/>
                  </a:lnTo>
                  <a:lnTo>
                    <a:pt x="280175" y="361260"/>
                  </a:lnTo>
                  <a:cubicBezTo>
                    <a:pt x="304368" y="348211"/>
                    <a:pt x="319894" y="334400"/>
                    <a:pt x="326657" y="319731"/>
                  </a:cubicBezTo>
                  <a:cubicBezTo>
                    <a:pt x="333705" y="304968"/>
                    <a:pt x="331705" y="287251"/>
                    <a:pt x="320656" y="266772"/>
                  </a:cubicBezTo>
                  <a:cubicBezTo>
                    <a:pt x="309702" y="246389"/>
                    <a:pt x="296463" y="234768"/>
                    <a:pt x="280841" y="231911"/>
                  </a:cubicBezTo>
                  <a:cubicBezTo>
                    <a:pt x="265221" y="229054"/>
                    <a:pt x="244551" y="234482"/>
                    <a:pt x="218643" y="248198"/>
                  </a:cubicBezTo>
                  <a:lnTo>
                    <a:pt x="169304" y="27477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" name="Forme libre : forme 21">
              <a:extLst>
                <a:ext uri="{FF2B5EF4-FFF2-40B4-BE49-F238E27FC236}">
                  <a16:creationId xmlns:a16="http://schemas.microsoft.com/office/drawing/2014/main" id="{BE8241CF-A562-01C8-BBA5-0D61353AF655}"/>
                </a:ext>
              </a:extLst>
            </p:cNvPr>
            <p:cNvSpPr/>
            <p:nvPr/>
          </p:nvSpPr>
          <p:spPr>
            <a:xfrm>
              <a:off x="7642409" y="5637243"/>
              <a:ext cx="417193" cy="467371"/>
            </a:xfrm>
            <a:custGeom>
              <a:avLst/>
              <a:gdLst>
                <a:gd name="connsiteX0" fmla="*/ 141039 w 417193"/>
                <a:gd name="connsiteY0" fmla="*/ 459804 h 467371"/>
                <a:gd name="connsiteX1" fmla="*/ 135134 w 417193"/>
                <a:gd name="connsiteY1" fmla="*/ 449518 h 467371"/>
                <a:gd name="connsiteX2" fmla="*/ 2832 w 417193"/>
                <a:gd name="connsiteY2" fmla="*/ 65183 h 467371"/>
                <a:gd name="connsiteX3" fmla="*/ 15309 w 417193"/>
                <a:gd name="connsiteY3" fmla="*/ 23845 h 467371"/>
                <a:gd name="connsiteX4" fmla="*/ 38646 w 417193"/>
                <a:gd name="connsiteY4" fmla="*/ 6890 h 467371"/>
                <a:gd name="connsiteX5" fmla="*/ 82841 w 417193"/>
                <a:gd name="connsiteY5" fmla="*/ 10129 h 467371"/>
                <a:gd name="connsiteX6" fmla="*/ 405930 w 417193"/>
                <a:gd name="connsiteY6" fmla="*/ 253207 h 467371"/>
                <a:gd name="connsiteX7" fmla="*/ 414883 w 417193"/>
                <a:gd name="connsiteY7" fmla="*/ 262351 h 467371"/>
                <a:gd name="connsiteX8" fmla="*/ 415740 w 417193"/>
                <a:gd name="connsiteY8" fmla="*/ 278353 h 467371"/>
                <a:gd name="connsiteX9" fmla="*/ 400500 w 417193"/>
                <a:gd name="connsiteY9" fmla="*/ 297498 h 467371"/>
                <a:gd name="connsiteX10" fmla="*/ 352399 w 417193"/>
                <a:gd name="connsiteY10" fmla="*/ 298260 h 467371"/>
                <a:gd name="connsiteX11" fmla="*/ 285248 w 417193"/>
                <a:gd name="connsiteY11" fmla="*/ 246635 h 467371"/>
                <a:gd name="connsiteX12" fmla="*/ 158851 w 417193"/>
                <a:gd name="connsiteY12" fmla="*/ 338646 h 467371"/>
                <a:gd name="connsiteX13" fmla="*/ 186474 w 417193"/>
                <a:gd name="connsiteY13" fmla="*/ 415227 h 467371"/>
                <a:gd name="connsiteX14" fmla="*/ 191141 w 417193"/>
                <a:gd name="connsiteY14" fmla="*/ 441326 h 467371"/>
                <a:gd name="connsiteX15" fmla="*/ 177330 w 417193"/>
                <a:gd name="connsiteY15" fmla="*/ 459899 h 467371"/>
                <a:gd name="connsiteX16" fmla="*/ 155613 w 417193"/>
                <a:gd name="connsiteY16" fmla="*/ 467234 h 467371"/>
                <a:gd name="connsiteX17" fmla="*/ 140849 w 417193"/>
                <a:gd name="connsiteY17" fmla="*/ 459614 h 467371"/>
                <a:gd name="connsiteX18" fmla="*/ 64458 w 417193"/>
                <a:gd name="connsiteY18" fmla="*/ 76804 h 467371"/>
                <a:gd name="connsiteX19" fmla="*/ 137039 w 417193"/>
                <a:gd name="connsiteY19" fmla="*/ 278258 h 467371"/>
                <a:gd name="connsiteX20" fmla="*/ 234289 w 417193"/>
                <a:gd name="connsiteY20" fmla="*/ 207487 h 467371"/>
                <a:gd name="connsiteX21" fmla="*/ 64458 w 417193"/>
                <a:gd name="connsiteY21" fmla="*/ 76804 h 467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7193" h="467371">
                  <a:moveTo>
                    <a:pt x="141039" y="459804"/>
                  </a:moveTo>
                  <a:cubicBezTo>
                    <a:pt x="137801" y="455328"/>
                    <a:pt x="135800" y="451899"/>
                    <a:pt x="135134" y="449518"/>
                  </a:cubicBezTo>
                  <a:lnTo>
                    <a:pt x="2832" y="65183"/>
                  </a:lnTo>
                  <a:cubicBezTo>
                    <a:pt x="-3455" y="48229"/>
                    <a:pt x="736" y="34513"/>
                    <a:pt x="15309" y="23845"/>
                  </a:cubicBezTo>
                  <a:lnTo>
                    <a:pt x="38646" y="6890"/>
                  </a:lnTo>
                  <a:cubicBezTo>
                    <a:pt x="52552" y="-3301"/>
                    <a:pt x="67316" y="-2158"/>
                    <a:pt x="82841" y="10129"/>
                  </a:cubicBezTo>
                  <a:lnTo>
                    <a:pt x="405930" y="253207"/>
                  </a:lnTo>
                  <a:cubicBezTo>
                    <a:pt x="409168" y="255588"/>
                    <a:pt x="412216" y="258636"/>
                    <a:pt x="414883" y="262351"/>
                  </a:cubicBezTo>
                  <a:cubicBezTo>
                    <a:pt x="417645" y="266066"/>
                    <a:pt x="417931" y="271400"/>
                    <a:pt x="415740" y="278353"/>
                  </a:cubicBezTo>
                  <a:cubicBezTo>
                    <a:pt x="413740" y="285401"/>
                    <a:pt x="408597" y="291783"/>
                    <a:pt x="400500" y="297498"/>
                  </a:cubicBezTo>
                  <a:cubicBezTo>
                    <a:pt x="383832" y="309690"/>
                    <a:pt x="367734" y="309976"/>
                    <a:pt x="352399" y="298260"/>
                  </a:cubicBezTo>
                  <a:lnTo>
                    <a:pt x="285248" y="246635"/>
                  </a:lnTo>
                  <a:lnTo>
                    <a:pt x="158851" y="338646"/>
                  </a:lnTo>
                  <a:lnTo>
                    <a:pt x="186474" y="415227"/>
                  </a:lnTo>
                  <a:cubicBezTo>
                    <a:pt x="190855" y="425800"/>
                    <a:pt x="192474" y="434468"/>
                    <a:pt x="191141" y="441326"/>
                  </a:cubicBezTo>
                  <a:cubicBezTo>
                    <a:pt x="189712" y="447993"/>
                    <a:pt x="185140" y="454185"/>
                    <a:pt x="177330" y="459899"/>
                  </a:cubicBezTo>
                  <a:cubicBezTo>
                    <a:pt x="169519" y="465614"/>
                    <a:pt x="162280" y="467995"/>
                    <a:pt x="155613" y="467234"/>
                  </a:cubicBezTo>
                  <a:cubicBezTo>
                    <a:pt x="148945" y="466472"/>
                    <a:pt x="144087" y="463900"/>
                    <a:pt x="140849" y="459614"/>
                  </a:cubicBezTo>
                  <a:moveTo>
                    <a:pt x="64458" y="76804"/>
                  </a:moveTo>
                  <a:lnTo>
                    <a:pt x="137039" y="278258"/>
                  </a:lnTo>
                  <a:lnTo>
                    <a:pt x="234289" y="207487"/>
                  </a:lnTo>
                  <a:lnTo>
                    <a:pt x="64458" y="7680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5D1B1B1E-6FD7-454C-5103-EF853B14F96D}"/>
                </a:ext>
              </a:extLst>
            </p:cNvPr>
            <p:cNvSpPr/>
            <p:nvPr/>
          </p:nvSpPr>
          <p:spPr>
            <a:xfrm>
              <a:off x="7901339" y="5362910"/>
              <a:ext cx="414994" cy="434933"/>
            </a:xfrm>
            <a:custGeom>
              <a:avLst/>
              <a:gdLst>
                <a:gd name="connsiteX0" fmla="*/ 48130 w 414994"/>
                <a:gd name="connsiteY0" fmla="*/ 45670 h 434933"/>
                <a:gd name="connsiteX1" fmla="*/ 138617 w 414994"/>
                <a:gd name="connsiteY1" fmla="*/ 712 h 434933"/>
                <a:gd name="connsiteX2" fmla="*/ 217579 w 414994"/>
                <a:gd name="connsiteY2" fmla="*/ 27573 h 434933"/>
                <a:gd name="connsiteX3" fmla="*/ 227295 w 414994"/>
                <a:gd name="connsiteY3" fmla="*/ 52528 h 434933"/>
                <a:gd name="connsiteX4" fmla="*/ 213484 w 414994"/>
                <a:gd name="connsiteY4" fmla="*/ 77770 h 434933"/>
                <a:gd name="connsiteX5" fmla="*/ 174336 w 414994"/>
                <a:gd name="connsiteY5" fmla="*/ 84342 h 434933"/>
                <a:gd name="connsiteX6" fmla="*/ 134045 w 414994"/>
                <a:gd name="connsiteY6" fmla="*/ 71483 h 434933"/>
                <a:gd name="connsiteX7" fmla="*/ 91469 w 414994"/>
                <a:gd name="connsiteY7" fmla="*/ 92057 h 434933"/>
                <a:gd name="connsiteX8" fmla="*/ 67465 w 414994"/>
                <a:gd name="connsiteY8" fmla="*/ 133872 h 434933"/>
                <a:gd name="connsiteX9" fmla="*/ 81848 w 414994"/>
                <a:gd name="connsiteY9" fmla="*/ 174925 h 434933"/>
                <a:gd name="connsiteX10" fmla="*/ 128521 w 414994"/>
                <a:gd name="connsiteY10" fmla="*/ 193213 h 434933"/>
                <a:gd name="connsiteX11" fmla="*/ 188814 w 414994"/>
                <a:gd name="connsiteY11" fmla="*/ 183592 h 434933"/>
                <a:gd name="connsiteX12" fmla="*/ 253203 w 414994"/>
                <a:gd name="connsiteY12" fmla="*/ 166543 h 434933"/>
                <a:gd name="connsiteX13" fmla="*/ 319878 w 414994"/>
                <a:gd name="connsiteY13" fmla="*/ 164066 h 434933"/>
                <a:gd name="connsiteX14" fmla="*/ 378171 w 414994"/>
                <a:gd name="connsiteY14" fmla="*/ 195594 h 434933"/>
                <a:gd name="connsiteX15" fmla="*/ 414366 w 414994"/>
                <a:gd name="connsiteY15" fmla="*/ 288082 h 434933"/>
                <a:gd name="connsiteX16" fmla="*/ 363503 w 414994"/>
                <a:gd name="connsiteY16" fmla="*/ 380760 h 434933"/>
                <a:gd name="connsiteX17" fmla="*/ 286826 w 414994"/>
                <a:gd name="connsiteY17" fmla="*/ 426194 h 434933"/>
                <a:gd name="connsiteX18" fmla="*/ 220151 w 414994"/>
                <a:gd name="connsiteY18" fmla="*/ 424861 h 434933"/>
                <a:gd name="connsiteX19" fmla="*/ 210340 w 414994"/>
                <a:gd name="connsiteY19" fmla="*/ 401620 h 434933"/>
                <a:gd name="connsiteX20" fmla="*/ 217008 w 414994"/>
                <a:gd name="connsiteY20" fmla="*/ 379331 h 434933"/>
                <a:gd name="connsiteX21" fmla="*/ 233867 w 414994"/>
                <a:gd name="connsiteY21" fmla="*/ 370949 h 434933"/>
                <a:gd name="connsiteX22" fmla="*/ 322068 w 414994"/>
                <a:gd name="connsiteY22" fmla="*/ 332468 h 434933"/>
                <a:gd name="connsiteX23" fmla="*/ 333880 w 414994"/>
                <a:gd name="connsiteY23" fmla="*/ 248362 h 434933"/>
                <a:gd name="connsiteX24" fmla="*/ 291303 w 414994"/>
                <a:gd name="connsiteY24" fmla="*/ 233885 h 434933"/>
                <a:gd name="connsiteX25" fmla="*/ 231391 w 414994"/>
                <a:gd name="connsiteY25" fmla="*/ 244362 h 434933"/>
                <a:gd name="connsiteX26" fmla="*/ 166049 w 414994"/>
                <a:gd name="connsiteY26" fmla="*/ 261126 h 434933"/>
                <a:gd name="connsiteX27" fmla="*/ 97564 w 414994"/>
                <a:gd name="connsiteY27" fmla="*/ 261126 h 434933"/>
                <a:gd name="connsiteX28" fmla="*/ 36604 w 414994"/>
                <a:gd name="connsiteY28" fmla="*/ 226455 h 434933"/>
                <a:gd name="connsiteX29" fmla="*/ 600 w 414994"/>
                <a:gd name="connsiteY29" fmla="*/ 134634 h 434933"/>
                <a:gd name="connsiteX30" fmla="*/ 48034 w 414994"/>
                <a:gd name="connsiteY30" fmla="*/ 45670 h 434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14994" h="434933">
                  <a:moveTo>
                    <a:pt x="48130" y="45670"/>
                  </a:moveTo>
                  <a:cubicBezTo>
                    <a:pt x="75943" y="19095"/>
                    <a:pt x="106137" y="4141"/>
                    <a:pt x="138617" y="712"/>
                  </a:cubicBezTo>
                  <a:cubicBezTo>
                    <a:pt x="171193" y="-2717"/>
                    <a:pt x="197482" y="6237"/>
                    <a:pt x="217579" y="27573"/>
                  </a:cubicBezTo>
                  <a:cubicBezTo>
                    <a:pt x="224819" y="35193"/>
                    <a:pt x="228057" y="43575"/>
                    <a:pt x="227295" y="52528"/>
                  </a:cubicBezTo>
                  <a:cubicBezTo>
                    <a:pt x="226438" y="61577"/>
                    <a:pt x="221866" y="69959"/>
                    <a:pt x="213484" y="77770"/>
                  </a:cubicBezTo>
                  <a:cubicBezTo>
                    <a:pt x="199577" y="91010"/>
                    <a:pt x="186528" y="93200"/>
                    <a:pt x="174336" y="84342"/>
                  </a:cubicBezTo>
                  <a:cubicBezTo>
                    <a:pt x="162049" y="75484"/>
                    <a:pt x="148714" y="71197"/>
                    <a:pt x="134045" y="71483"/>
                  </a:cubicBezTo>
                  <a:cubicBezTo>
                    <a:pt x="119472" y="71769"/>
                    <a:pt x="105280" y="78627"/>
                    <a:pt x="91469" y="92057"/>
                  </a:cubicBezTo>
                  <a:cubicBezTo>
                    <a:pt x="77848" y="105106"/>
                    <a:pt x="69847" y="119013"/>
                    <a:pt x="67465" y="133872"/>
                  </a:cubicBezTo>
                  <a:cubicBezTo>
                    <a:pt x="65084" y="148731"/>
                    <a:pt x="69847" y="162352"/>
                    <a:pt x="81848" y="174925"/>
                  </a:cubicBezTo>
                  <a:cubicBezTo>
                    <a:pt x="93850" y="187497"/>
                    <a:pt x="109375" y="193593"/>
                    <a:pt x="128521" y="193213"/>
                  </a:cubicBezTo>
                  <a:cubicBezTo>
                    <a:pt x="147571" y="192736"/>
                    <a:pt x="167669" y="189498"/>
                    <a:pt x="188814" y="183592"/>
                  </a:cubicBezTo>
                  <a:cubicBezTo>
                    <a:pt x="209959" y="177591"/>
                    <a:pt x="231486" y="171972"/>
                    <a:pt x="253203" y="166543"/>
                  </a:cubicBezTo>
                  <a:cubicBezTo>
                    <a:pt x="275015" y="161113"/>
                    <a:pt x="297208" y="160351"/>
                    <a:pt x="319878" y="164066"/>
                  </a:cubicBezTo>
                  <a:cubicBezTo>
                    <a:pt x="342547" y="167781"/>
                    <a:pt x="361978" y="178354"/>
                    <a:pt x="378171" y="195594"/>
                  </a:cubicBezTo>
                  <a:cubicBezTo>
                    <a:pt x="405984" y="224645"/>
                    <a:pt x="417985" y="255506"/>
                    <a:pt x="414366" y="288082"/>
                  </a:cubicBezTo>
                  <a:cubicBezTo>
                    <a:pt x="410746" y="320657"/>
                    <a:pt x="393792" y="351518"/>
                    <a:pt x="363503" y="380760"/>
                  </a:cubicBezTo>
                  <a:cubicBezTo>
                    <a:pt x="344453" y="398952"/>
                    <a:pt x="318926" y="414097"/>
                    <a:pt x="286826" y="426194"/>
                  </a:cubicBezTo>
                  <a:cubicBezTo>
                    <a:pt x="254727" y="438291"/>
                    <a:pt x="232534" y="437815"/>
                    <a:pt x="220151" y="424861"/>
                  </a:cubicBezTo>
                  <a:cubicBezTo>
                    <a:pt x="214531" y="419051"/>
                    <a:pt x="211293" y="411335"/>
                    <a:pt x="210340" y="401620"/>
                  </a:cubicBezTo>
                  <a:cubicBezTo>
                    <a:pt x="209388" y="391904"/>
                    <a:pt x="211674" y="384570"/>
                    <a:pt x="217008" y="379331"/>
                  </a:cubicBezTo>
                  <a:cubicBezTo>
                    <a:pt x="222437" y="374188"/>
                    <a:pt x="228057" y="371426"/>
                    <a:pt x="233867" y="370949"/>
                  </a:cubicBezTo>
                  <a:cubicBezTo>
                    <a:pt x="268348" y="368282"/>
                    <a:pt x="297684" y="355423"/>
                    <a:pt x="322068" y="332468"/>
                  </a:cubicBezTo>
                  <a:cubicBezTo>
                    <a:pt x="354168" y="301702"/>
                    <a:pt x="358169" y="273699"/>
                    <a:pt x="333880" y="248362"/>
                  </a:cubicBezTo>
                  <a:cubicBezTo>
                    <a:pt x="323878" y="237885"/>
                    <a:pt x="309686" y="233122"/>
                    <a:pt x="291303" y="233885"/>
                  </a:cubicBezTo>
                  <a:cubicBezTo>
                    <a:pt x="272920" y="234646"/>
                    <a:pt x="252917" y="238170"/>
                    <a:pt x="231391" y="244362"/>
                  </a:cubicBezTo>
                  <a:cubicBezTo>
                    <a:pt x="209959" y="250648"/>
                    <a:pt x="188147" y="256173"/>
                    <a:pt x="166049" y="261126"/>
                  </a:cubicBezTo>
                  <a:cubicBezTo>
                    <a:pt x="143665" y="265698"/>
                    <a:pt x="120805" y="265698"/>
                    <a:pt x="97564" y="261126"/>
                  </a:cubicBezTo>
                  <a:cubicBezTo>
                    <a:pt x="74323" y="256553"/>
                    <a:pt x="53940" y="244933"/>
                    <a:pt x="36604" y="226455"/>
                  </a:cubicBezTo>
                  <a:cubicBezTo>
                    <a:pt x="9077" y="197689"/>
                    <a:pt x="-2924" y="167114"/>
                    <a:pt x="600" y="134634"/>
                  </a:cubicBezTo>
                  <a:cubicBezTo>
                    <a:pt x="4410" y="101868"/>
                    <a:pt x="20221" y="72245"/>
                    <a:pt x="48034" y="456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pic>
        <p:nvPicPr>
          <p:cNvPr id="24" name="Image 23" descr="Une image contenant graphisme, Graphique, drapeau&#10;&#10;Description générée automatiquement">
            <a:extLst>
              <a:ext uri="{FF2B5EF4-FFF2-40B4-BE49-F238E27FC236}">
                <a16:creationId xmlns:a16="http://schemas.microsoft.com/office/drawing/2014/main" id="{DEA77BA6-EEF9-884B-E4FB-90AEDE6831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4998" y="6254748"/>
            <a:ext cx="1707867" cy="353841"/>
          </a:xfrm>
          <a:prstGeom prst="rect">
            <a:avLst/>
          </a:prstGeom>
        </p:spPr>
      </p:pic>
      <p:grpSp>
        <p:nvGrpSpPr>
          <p:cNvPr id="25" name="Groupe 24">
            <a:extLst>
              <a:ext uri="{FF2B5EF4-FFF2-40B4-BE49-F238E27FC236}">
                <a16:creationId xmlns:a16="http://schemas.microsoft.com/office/drawing/2014/main" id="{AB53AAF8-153C-0DC9-C28A-E97679CA0462}"/>
              </a:ext>
            </a:extLst>
          </p:cNvPr>
          <p:cNvGrpSpPr/>
          <p:nvPr userDrawn="1"/>
        </p:nvGrpSpPr>
        <p:grpSpPr>
          <a:xfrm rot="10800000" flipH="1" flipV="1">
            <a:off x="0" y="2545079"/>
            <a:ext cx="6463735" cy="3489960"/>
            <a:chOff x="0" y="2682296"/>
            <a:chExt cx="6209598" cy="3352744"/>
          </a:xfrm>
        </p:grpSpPr>
        <p:sp>
          <p:nvSpPr>
            <p:cNvPr id="26" name="Forme libre : forme 25">
              <a:extLst>
                <a:ext uri="{FF2B5EF4-FFF2-40B4-BE49-F238E27FC236}">
                  <a16:creationId xmlns:a16="http://schemas.microsoft.com/office/drawing/2014/main" id="{DDFC4E34-7536-42EB-CA24-8707AFB2B89D}"/>
                </a:ext>
              </a:extLst>
            </p:cNvPr>
            <p:cNvSpPr/>
            <p:nvPr/>
          </p:nvSpPr>
          <p:spPr>
            <a:xfrm>
              <a:off x="0" y="2682296"/>
              <a:ext cx="6209598" cy="3352744"/>
            </a:xfrm>
            <a:custGeom>
              <a:avLst/>
              <a:gdLst>
                <a:gd name="connsiteX0" fmla="*/ 0 w 6209598"/>
                <a:gd name="connsiteY0" fmla="*/ 0 h 3352744"/>
                <a:gd name="connsiteX1" fmla="*/ 26845 w 6209598"/>
                <a:gd name="connsiteY1" fmla="*/ 3411 h 3352744"/>
                <a:gd name="connsiteX2" fmla="*/ 6168793 w 6209598"/>
                <a:gd name="connsiteY2" fmla="*/ 3305638 h 3352744"/>
                <a:gd name="connsiteX3" fmla="*/ 6209598 w 6209598"/>
                <a:gd name="connsiteY3" fmla="*/ 3352744 h 3352744"/>
                <a:gd name="connsiteX4" fmla="*/ 4551185 w 6209598"/>
                <a:gd name="connsiteY4" fmla="*/ 3352744 h 3352744"/>
                <a:gd name="connsiteX5" fmla="*/ 4338894 w 6209598"/>
                <a:gd name="connsiteY5" fmla="*/ 3168853 h 3352744"/>
                <a:gd name="connsiteX6" fmla="*/ 306164 w 6209598"/>
                <a:gd name="connsiteY6" fmla="*/ 1238274 h 3352744"/>
                <a:gd name="connsiteX7" fmla="*/ 0 w 6209598"/>
                <a:gd name="connsiteY7" fmla="*/ 1183598 h 335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209598" h="3352744">
                  <a:moveTo>
                    <a:pt x="0" y="0"/>
                  </a:moveTo>
                  <a:lnTo>
                    <a:pt x="26845" y="3411"/>
                  </a:lnTo>
                  <a:cubicBezTo>
                    <a:pt x="2447645" y="373301"/>
                    <a:pt x="4595024" y="1574107"/>
                    <a:pt x="6168793" y="3305638"/>
                  </a:cubicBezTo>
                  <a:lnTo>
                    <a:pt x="6209598" y="3352744"/>
                  </a:lnTo>
                  <a:lnTo>
                    <a:pt x="4551185" y="3352744"/>
                  </a:lnTo>
                  <a:lnTo>
                    <a:pt x="4338894" y="3168853"/>
                  </a:lnTo>
                  <a:cubicBezTo>
                    <a:pt x="3193077" y="2223241"/>
                    <a:pt x="1816440" y="1547321"/>
                    <a:pt x="306164" y="1238274"/>
                  </a:cubicBezTo>
                  <a:lnTo>
                    <a:pt x="0" y="118359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27" name="Forme libre : forme 26">
              <a:extLst>
                <a:ext uri="{FF2B5EF4-FFF2-40B4-BE49-F238E27FC236}">
                  <a16:creationId xmlns:a16="http://schemas.microsoft.com/office/drawing/2014/main" id="{2E0F2A7F-858F-924D-89AA-884523D5D5FD}"/>
                </a:ext>
              </a:extLst>
            </p:cNvPr>
            <p:cNvSpPr/>
            <p:nvPr/>
          </p:nvSpPr>
          <p:spPr>
            <a:xfrm>
              <a:off x="1" y="3865894"/>
              <a:ext cx="4551185" cy="2169146"/>
            </a:xfrm>
            <a:custGeom>
              <a:avLst/>
              <a:gdLst>
                <a:gd name="connsiteX0" fmla="*/ 0 w 4551185"/>
                <a:gd name="connsiteY0" fmla="*/ 0 h 2169146"/>
                <a:gd name="connsiteX1" fmla="*/ 306164 w 4551185"/>
                <a:gd name="connsiteY1" fmla="*/ 54676 h 2169146"/>
                <a:gd name="connsiteX2" fmla="*/ 4338894 w 4551185"/>
                <a:gd name="connsiteY2" fmla="*/ 1985255 h 2169146"/>
                <a:gd name="connsiteX3" fmla="*/ 4551185 w 4551185"/>
                <a:gd name="connsiteY3" fmla="*/ 2169146 h 2169146"/>
                <a:gd name="connsiteX4" fmla="*/ 0 w 4551185"/>
                <a:gd name="connsiteY4" fmla="*/ 2169146 h 2169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185" h="2169146">
                  <a:moveTo>
                    <a:pt x="0" y="0"/>
                  </a:moveTo>
                  <a:lnTo>
                    <a:pt x="306164" y="54676"/>
                  </a:lnTo>
                  <a:cubicBezTo>
                    <a:pt x="1816440" y="363723"/>
                    <a:pt x="3193077" y="1039643"/>
                    <a:pt x="4338894" y="1985255"/>
                  </a:cubicBezTo>
                  <a:lnTo>
                    <a:pt x="4551185" y="2169146"/>
                  </a:lnTo>
                  <a:lnTo>
                    <a:pt x="0" y="216914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</p:grpSp>
      <p:sp>
        <p:nvSpPr>
          <p:cNvPr id="31" name="Espace réservé du texte 29">
            <a:extLst>
              <a:ext uri="{FF2B5EF4-FFF2-40B4-BE49-F238E27FC236}">
                <a16:creationId xmlns:a16="http://schemas.microsoft.com/office/drawing/2014/main" id="{EBF4CE87-588A-FE22-2C53-49C387335F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59328" y="635000"/>
            <a:ext cx="4308872" cy="1477328"/>
          </a:xfrm>
        </p:spPr>
        <p:txBody>
          <a:bodyPr wrap="none"/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96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Merci.</a:t>
            </a:r>
          </a:p>
        </p:txBody>
      </p: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20FD2275-71AC-723D-9D13-080A91739D51}"/>
              </a:ext>
            </a:extLst>
          </p:cNvPr>
          <p:cNvCxnSpPr>
            <a:cxnSpLocks/>
          </p:cNvCxnSpPr>
          <p:nvPr/>
        </p:nvCxnSpPr>
        <p:spPr>
          <a:xfrm>
            <a:off x="9091858" y="1274328"/>
            <a:ext cx="2438400" cy="0"/>
          </a:xfrm>
          <a:prstGeom prst="line">
            <a:avLst/>
          </a:prstGeom>
          <a:noFill/>
          <a:ln w="635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5" name="Espace réservé pour une image  54">
            <a:extLst>
              <a:ext uri="{FF2B5EF4-FFF2-40B4-BE49-F238E27FC236}">
                <a16:creationId xmlns:a16="http://schemas.microsoft.com/office/drawing/2014/main" id="{E244FA78-F134-8E19-2227-0866E1AE6E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white">
          <a:xfrm>
            <a:off x="7832018" y="801266"/>
            <a:ext cx="915998" cy="915998"/>
          </a:xfrm>
          <a:custGeom>
            <a:avLst/>
            <a:gdLst>
              <a:gd name="connsiteX0" fmla="*/ 457999 w 915998"/>
              <a:gd name="connsiteY0" fmla="*/ 0 h 915998"/>
              <a:gd name="connsiteX1" fmla="*/ 915998 w 915998"/>
              <a:gd name="connsiteY1" fmla="*/ 457999 h 915998"/>
              <a:gd name="connsiteX2" fmla="*/ 457999 w 915998"/>
              <a:gd name="connsiteY2" fmla="*/ 915998 h 915998"/>
              <a:gd name="connsiteX3" fmla="*/ 0 w 915998"/>
              <a:gd name="connsiteY3" fmla="*/ 457999 h 915998"/>
              <a:gd name="connsiteX4" fmla="*/ 457999 w 915998"/>
              <a:gd name="connsiteY4" fmla="*/ 0 h 915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998" h="915998">
                <a:moveTo>
                  <a:pt x="457999" y="0"/>
                </a:moveTo>
                <a:cubicBezTo>
                  <a:pt x="710945" y="0"/>
                  <a:pt x="915998" y="205053"/>
                  <a:pt x="915998" y="457999"/>
                </a:cubicBezTo>
                <a:cubicBezTo>
                  <a:pt x="915998" y="710945"/>
                  <a:pt x="710945" y="915998"/>
                  <a:pt x="457999" y="915998"/>
                </a:cubicBezTo>
                <a:cubicBezTo>
                  <a:pt x="205053" y="915998"/>
                  <a:pt x="0" y="710945"/>
                  <a:pt x="0" y="457999"/>
                </a:cubicBezTo>
                <a:cubicBezTo>
                  <a:pt x="0" y="205053"/>
                  <a:pt x="205053" y="0"/>
                  <a:pt x="45799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57" name="Espace réservé du texte 56">
            <a:extLst>
              <a:ext uri="{FF2B5EF4-FFF2-40B4-BE49-F238E27FC236}">
                <a16:creationId xmlns:a16="http://schemas.microsoft.com/office/drawing/2014/main" id="{1EA3CFB6-D8E1-3A9E-6935-E5047C293F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64096" y="814800"/>
            <a:ext cx="2466161" cy="166199"/>
          </a:xfrm>
        </p:spPr>
        <p:txBody>
          <a:bodyPr wrap="none" lIns="0" tIns="0" rIns="0" bIns="0">
            <a:noAutofit/>
          </a:bodyPr>
          <a:lstStyle>
            <a:lvl1pPr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Nom Prénom</a:t>
            </a:r>
          </a:p>
        </p:txBody>
      </p:sp>
      <p:sp>
        <p:nvSpPr>
          <p:cNvPr id="58" name="Espace réservé du texte 56">
            <a:extLst>
              <a:ext uri="{FF2B5EF4-FFF2-40B4-BE49-F238E27FC236}">
                <a16:creationId xmlns:a16="http://schemas.microsoft.com/office/drawing/2014/main" id="{899A3E2A-6EC6-FC9A-E9B0-0AD3E90CA7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64096" y="992600"/>
            <a:ext cx="2466161" cy="166199"/>
          </a:xfrm>
        </p:spPr>
        <p:txBody>
          <a:bodyPr wrap="none" lIns="0" tIns="0" rIns="0" bIns="0">
            <a:noAutofit/>
          </a:bodyPr>
          <a:lstStyle>
            <a:lvl1pPr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Fonction, Business Unit</a:t>
            </a:r>
          </a:p>
        </p:txBody>
      </p:sp>
      <p:sp>
        <p:nvSpPr>
          <p:cNvPr id="61" name="Espace réservé du texte 56">
            <a:extLst>
              <a:ext uri="{FF2B5EF4-FFF2-40B4-BE49-F238E27FC236}">
                <a16:creationId xmlns:a16="http://schemas.microsoft.com/office/drawing/2014/main" id="{BA9CE33F-FD6D-8610-B44A-CAF8F2E33F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64096" y="1401117"/>
            <a:ext cx="2466161" cy="166199"/>
          </a:xfrm>
        </p:spPr>
        <p:txBody>
          <a:bodyPr wrap="none" lIns="0" tIns="0" rIns="0" bIns="0">
            <a:noAutofit/>
          </a:bodyPr>
          <a:lstStyle>
            <a:lvl1pPr>
              <a:buNone/>
              <a:defRPr sz="12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+33 00 00 00 00</a:t>
            </a:r>
          </a:p>
        </p:txBody>
      </p:sp>
      <p:sp>
        <p:nvSpPr>
          <p:cNvPr id="62" name="Espace réservé du texte 56">
            <a:extLst>
              <a:ext uri="{FF2B5EF4-FFF2-40B4-BE49-F238E27FC236}">
                <a16:creationId xmlns:a16="http://schemas.microsoft.com/office/drawing/2014/main" id="{46A6FFCA-3C91-7631-9AE1-DD66D21D328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64096" y="1578917"/>
            <a:ext cx="2466161" cy="166199"/>
          </a:xfrm>
        </p:spPr>
        <p:txBody>
          <a:bodyPr wrap="none" lIns="0" tIns="0" rIns="0" bIns="0">
            <a:noAutofit/>
          </a:bodyPr>
          <a:lstStyle>
            <a:lvl1pPr>
              <a:buNone/>
              <a:defRPr sz="105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mail@bnpparibas.com</a:t>
            </a:r>
          </a:p>
        </p:txBody>
      </p:sp>
      <p:cxnSp>
        <p:nvCxnSpPr>
          <p:cNvPr id="63" name="Connecteur droit 62">
            <a:extLst>
              <a:ext uri="{FF2B5EF4-FFF2-40B4-BE49-F238E27FC236}">
                <a16:creationId xmlns:a16="http://schemas.microsoft.com/office/drawing/2014/main" id="{84DF01DC-F2F6-03E7-4FBD-B384F37DCBB9}"/>
              </a:ext>
            </a:extLst>
          </p:cNvPr>
          <p:cNvCxnSpPr>
            <a:cxnSpLocks/>
          </p:cNvCxnSpPr>
          <p:nvPr userDrawn="1"/>
        </p:nvCxnSpPr>
        <p:spPr>
          <a:xfrm>
            <a:off x="9091858" y="3010618"/>
            <a:ext cx="2438400" cy="0"/>
          </a:xfrm>
          <a:prstGeom prst="line">
            <a:avLst/>
          </a:prstGeom>
          <a:noFill/>
          <a:ln w="635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4" name="Espace réservé pour une image  63">
            <a:extLst>
              <a:ext uri="{FF2B5EF4-FFF2-40B4-BE49-F238E27FC236}">
                <a16:creationId xmlns:a16="http://schemas.microsoft.com/office/drawing/2014/main" id="{386EDD09-ACE7-8105-022A-A3BDCB5A93F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white">
          <a:xfrm>
            <a:off x="7832018" y="2537556"/>
            <a:ext cx="915998" cy="915998"/>
          </a:xfrm>
          <a:custGeom>
            <a:avLst/>
            <a:gdLst>
              <a:gd name="connsiteX0" fmla="*/ 457999 w 915998"/>
              <a:gd name="connsiteY0" fmla="*/ 0 h 915998"/>
              <a:gd name="connsiteX1" fmla="*/ 915998 w 915998"/>
              <a:gd name="connsiteY1" fmla="*/ 457999 h 915998"/>
              <a:gd name="connsiteX2" fmla="*/ 457999 w 915998"/>
              <a:gd name="connsiteY2" fmla="*/ 915998 h 915998"/>
              <a:gd name="connsiteX3" fmla="*/ 0 w 915998"/>
              <a:gd name="connsiteY3" fmla="*/ 457999 h 915998"/>
              <a:gd name="connsiteX4" fmla="*/ 457999 w 915998"/>
              <a:gd name="connsiteY4" fmla="*/ 0 h 915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998" h="915998">
                <a:moveTo>
                  <a:pt x="457999" y="0"/>
                </a:moveTo>
                <a:cubicBezTo>
                  <a:pt x="710945" y="0"/>
                  <a:pt x="915998" y="205053"/>
                  <a:pt x="915998" y="457999"/>
                </a:cubicBezTo>
                <a:cubicBezTo>
                  <a:pt x="915998" y="710945"/>
                  <a:pt x="710945" y="915998"/>
                  <a:pt x="457999" y="915998"/>
                </a:cubicBezTo>
                <a:cubicBezTo>
                  <a:pt x="205053" y="915998"/>
                  <a:pt x="0" y="710945"/>
                  <a:pt x="0" y="457999"/>
                </a:cubicBezTo>
                <a:cubicBezTo>
                  <a:pt x="0" y="205053"/>
                  <a:pt x="205053" y="0"/>
                  <a:pt x="45799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65" name="Espace réservé du texte 56">
            <a:extLst>
              <a:ext uri="{FF2B5EF4-FFF2-40B4-BE49-F238E27FC236}">
                <a16:creationId xmlns:a16="http://schemas.microsoft.com/office/drawing/2014/main" id="{0894D9AE-32AE-F6BB-9C4F-C76D77ADF4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64096" y="2551090"/>
            <a:ext cx="2466161" cy="166199"/>
          </a:xfrm>
        </p:spPr>
        <p:txBody>
          <a:bodyPr wrap="none" lIns="0" tIns="0" rIns="0" bIns="0">
            <a:noAutofit/>
          </a:bodyPr>
          <a:lstStyle>
            <a:lvl1pPr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Nom Prénom</a:t>
            </a:r>
          </a:p>
        </p:txBody>
      </p:sp>
      <p:sp>
        <p:nvSpPr>
          <p:cNvPr id="66" name="Espace réservé du texte 56">
            <a:extLst>
              <a:ext uri="{FF2B5EF4-FFF2-40B4-BE49-F238E27FC236}">
                <a16:creationId xmlns:a16="http://schemas.microsoft.com/office/drawing/2014/main" id="{E26BBA5B-7560-DE72-DB34-D5BBE9387BF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4096" y="2728890"/>
            <a:ext cx="2466161" cy="166199"/>
          </a:xfrm>
        </p:spPr>
        <p:txBody>
          <a:bodyPr wrap="none" lIns="0" tIns="0" rIns="0" bIns="0">
            <a:noAutofit/>
          </a:bodyPr>
          <a:lstStyle>
            <a:lvl1pPr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Fonction, Business Unit</a:t>
            </a:r>
          </a:p>
        </p:txBody>
      </p:sp>
      <p:sp>
        <p:nvSpPr>
          <p:cNvPr id="67" name="Espace réservé du texte 56">
            <a:extLst>
              <a:ext uri="{FF2B5EF4-FFF2-40B4-BE49-F238E27FC236}">
                <a16:creationId xmlns:a16="http://schemas.microsoft.com/office/drawing/2014/main" id="{BADF4D70-F992-AFE4-AD83-EB1303769A2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4096" y="3137407"/>
            <a:ext cx="2466161" cy="166199"/>
          </a:xfrm>
        </p:spPr>
        <p:txBody>
          <a:bodyPr wrap="none" lIns="0" tIns="0" rIns="0" bIns="0">
            <a:noAutofit/>
          </a:bodyPr>
          <a:lstStyle>
            <a:lvl1pPr>
              <a:buNone/>
              <a:defRPr sz="12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+33 00 00 00 00</a:t>
            </a:r>
          </a:p>
        </p:txBody>
      </p:sp>
      <p:sp>
        <p:nvSpPr>
          <p:cNvPr id="68" name="Espace réservé du texte 56">
            <a:extLst>
              <a:ext uri="{FF2B5EF4-FFF2-40B4-BE49-F238E27FC236}">
                <a16:creationId xmlns:a16="http://schemas.microsoft.com/office/drawing/2014/main" id="{638E0772-A84B-0746-940E-0FA6EAE20D6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64096" y="3315207"/>
            <a:ext cx="2466161" cy="166199"/>
          </a:xfrm>
        </p:spPr>
        <p:txBody>
          <a:bodyPr wrap="none" lIns="0" tIns="0" rIns="0" bIns="0">
            <a:noAutofit/>
          </a:bodyPr>
          <a:lstStyle>
            <a:lvl1pPr>
              <a:buNone/>
              <a:defRPr sz="105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mail@bnpparibas.com</a:t>
            </a:r>
          </a:p>
        </p:txBody>
      </p:sp>
      <p:cxnSp>
        <p:nvCxnSpPr>
          <p:cNvPr id="69" name="Connecteur droit 68">
            <a:extLst>
              <a:ext uri="{FF2B5EF4-FFF2-40B4-BE49-F238E27FC236}">
                <a16:creationId xmlns:a16="http://schemas.microsoft.com/office/drawing/2014/main" id="{A6DCB296-F7EE-C8F5-7992-7312052F615E}"/>
              </a:ext>
            </a:extLst>
          </p:cNvPr>
          <p:cNvCxnSpPr>
            <a:cxnSpLocks/>
          </p:cNvCxnSpPr>
          <p:nvPr userDrawn="1"/>
        </p:nvCxnSpPr>
        <p:spPr>
          <a:xfrm>
            <a:off x="9091858" y="4746908"/>
            <a:ext cx="2438400" cy="0"/>
          </a:xfrm>
          <a:prstGeom prst="line">
            <a:avLst/>
          </a:prstGeom>
          <a:noFill/>
          <a:ln w="635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0" name="Espace réservé pour une image  69">
            <a:extLst>
              <a:ext uri="{FF2B5EF4-FFF2-40B4-BE49-F238E27FC236}">
                <a16:creationId xmlns:a16="http://schemas.microsoft.com/office/drawing/2014/main" id="{6B1A7600-FB88-F31E-0CD6-E293B2A638AA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white">
          <a:xfrm>
            <a:off x="7832018" y="4273846"/>
            <a:ext cx="915998" cy="915998"/>
          </a:xfrm>
          <a:custGeom>
            <a:avLst/>
            <a:gdLst>
              <a:gd name="connsiteX0" fmla="*/ 457999 w 915998"/>
              <a:gd name="connsiteY0" fmla="*/ 0 h 915998"/>
              <a:gd name="connsiteX1" fmla="*/ 915998 w 915998"/>
              <a:gd name="connsiteY1" fmla="*/ 457999 h 915998"/>
              <a:gd name="connsiteX2" fmla="*/ 457999 w 915998"/>
              <a:gd name="connsiteY2" fmla="*/ 915998 h 915998"/>
              <a:gd name="connsiteX3" fmla="*/ 0 w 915998"/>
              <a:gd name="connsiteY3" fmla="*/ 457999 h 915998"/>
              <a:gd name="connsiteX4" fmla="*/ 457999 w 915998"/>
              <a:gd name="connsiteY4" fmla="*/ 0 h 915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998" h="915998">
                <a:moveTo>
                  <a:pt x="457999" y="0"/>
                </a:moveTo>
                <a:cubicBezTo>
                  <a:pt x="710945" y="0"/>
                  <a:pt x="915998" y="205053"/>
                  <a:pt x="915998" y="457999"/>
                </a:cubicBezTo>
                <a:cubicBezTo>
                  <a:pt x="915998" y="710945"/>
                  <a:pt x="710945" y="915998"/>
                  <a:pt x="457999" y="915998"/>
                </a:cubicBezTo>
                <a:cubicBezTo>
                  <a:pt x="205053" y="915998"/>
                  <a:pt x="0" y="710945"/>
                  <a:pt x="0" y="457999"/>
                </a:cubicBezTo>
                <a:cubicBezTo>
                  <a:pt x="0" y="205053"/>
                  <a:pt x="205053" y="0"/>
                  <a:pt x="45799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71" name="Espace réservé du texte 56">
            <a:extLst>
              <a:ext uri="{FF2B5EF4-FFF2-40B4-BE49-F238E27FC236}">
                <a16:creationId xmlns:a16="http://schemas.microsoft.com/office/drawing/2014/main" id="{1785D2FF-EB25-0049-9335-88251C5E4A3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64096" y="4287380"/>
            <a:ext cx="2466161" cy="166199"/>
          </a:xfrm>
        </p:spPr>
        <p:txBody>
          <a:bodyPr wrap="none" lIns="0" tIns="0" rIns="0" bIns="0">
            <a:noAutofit/>
          </a:bodyPr>
          <a:lstStyle>
            <a:lvl1pPr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Nom Prénom</a:t>
            </a:r>
          </a:p>
        </p:txBody>
      </p:sp>
      <p:sp>
        <p:nvSpPr>
          <p:cNvPr id="72" name="Espace réservé du texte 56">
            <a:extLst>
              <a:ext uri="{FF2B5EF4-FFF2-40B4-BE49-F238E27FC236}">
                <a16:creationId xmlns:a16="http://schemas.microsoft.com/office/drawing/2014/main" id="{EEAE11B6-C823-E793-BE4E-DFE221CCCD2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064096" y="4465180"/>
            <a:ext cx="2466161" cy="166199"/>
          </a:xfrm>
        </p:spPr>
        <p:txBody>
          <a:bodyPr wrap="none" lIns="0" tIns="0" rIns="0" bIns="0">
            <a:noAutofit/>
          </a:bodyPr>
          <a:lstStyle>
            <a:lvl1pPr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Fonction, Business Unit</a:t>
            </a:r>
          </a:p>
        </p:txBody>
      </p:sp>
      <p:sp>
        <p:nvSpPr>
          <p:cNvPr id="73" name="Espace réservé du texte 56">
            <a:extLst>
              <a:ext uri="{FF2B5EF4-FFF2-40B4-BE49-F238E27FC236}">
                <a16:creationId xmlns:a16="http://schemas.microsoft.com/office/drawing/2014/main" id="{77F682F7-DDD1-410C-8C6D-EEAB277C3F6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64096" y="4873697"/>
            <a:ext cx="2466161" cy="166199"/>
          </a:xfrm>
        </p:spPr>
        <p:txBody>
          <a:bodyPr wrap="none" lIns="0" tIns="0" rIns="0" bIns="0">
            <a:noAutofit/>
          </a:bodyPr>
          <a:lstStyle>
            <a:lvl1pPr>
              <a:buNone/>
              <a:defRPr sz="12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+33 00 00 00 00</a:t>
            </a:r>
          </a:p>
        </p:txBody>
      </p:sp>
      <p:sp>
        <p:nvSpPr>
          <p:cNvPr id="74" name="Espace réservé du texte 56">
            <a:extLst>
              <a:ext uri="{FF2B5EF4-FFF2-40B4-BE49-F238E27FC236}">
                <a16:creationId xmlns:a16="http://schemas.microsoft.com/office/drawing/2014/main" id="{2C3D3BBE-7327-D43B-4F09-89B5DF6032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064096" y="5051497"/>
            <a:ext cx="2466161" cy="166199"/>
          </a:xfrm>
        </p:spPr>
        <p:txBody>
          <a:bodyPr wrap="none" lIns="0" tIns="0" rIns="0" bIns="0">
            <a:noAutofit/>
          </a:bodyPr>
          <a:lstStyle>
            <a:lvl1pPr>
              <a:buNone/>
              <a:defRPr sz="105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mail@bnpparibas.com</a:t>
            </a:r>
          </a:p>
        </p:txBody>
      </p:sp>
    </p:spTree>
    <p:extLst>
      <p:ext uri="{BB962C8B-B14F-4D97-AF65-F5344CB8AC3E}">
        <p14:creationId xmlns:p14="http://schemas.microsoft.com/office/powerpoint/2010/main" val="416848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Decor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e 24">
            <a:extLst>
              <a:ext uri="{FF2B5EF4-FFF2-40B4-BE49-F238E27FC236}">
                <a16:creationId xmlns:a16="http://schemas.microsoft.com/office/drawing/2014/main" id="{AB53AAF8-153C-0DC9-C28A-E97679CA0462}"/>
              </a:ext>
            </a:extLst>
          </p:cNvPr>
          <p:cNvGrpSpPr/>
          <p:nvPr userDrawn="1"/>
        </p:nvGrpSpPr>
        <p:grpSpPr>
          <a:xfrm rot="10800000" flipH="1" flipV="1">
            <a:off x="0" y="3368039"/>
            <a:ext cx="6463735" cy="3489960"/>
            <a:chOff x="0" y="2682296"/>
            <a:chExt cx="6209598" cy="3352744"/>
          </a:xfrm>
        </p:grpSpPr>
        <p:sp>
          <p:nvSpPr>
            <p:cNvPr id="26" name="Forme libre : forme 25">
              <a:extLst>
                <a:ext uri="{FF2B5EF4-FFF2-40B4-BE49-F238E27FC236}">
                  <a16:creationId xmlns:a16="http://schemas.microsoft.com/office/drawing/2014/main" id="{DDFC4E34-7536-42EB-CA24-8707AFB2B89D}"/>
                </a:ext>
              </a:extLst>
            </p:cNvPr>
            <p:cNvSpPr/>
            <p:nvPr/>
          </p:nvSpPr>
          <p:spPr>
            <a:xfrm>
              <a:off x="0" y="2682296"/>
              <a:ext cx="6209598" cy="3352744"/>
            </a:xfrm>
            <a:custGeom>
              <a:avLst/>
              <a:gdLst>
                <a:gd name="connsiteX0" fmla="*/ 0 w 6209598"/>
                <a:gd name="connsiteY0" fmla="*/ 0 h 3352744"/>
                <a:gd name="connsiteX1" fmla="*/ 26845 w 6209598"/>
                <a:gd name="connsiteY1" fmla="*/ 3411 h 3352744"/>
                <a:gd name="connsiteX2" fmla="*/ 6168793 w 6209598"/>
                <a:gd name="connsiteY2" fmla="*/ 3305638 h 3352744"/>
                <a:gd name="connsiteX3" fmla="*/ 6209598 w 6209598"/>
                <a:gd name="connsiteY3" fmla="*/ 3352744 h 3352744"/>
                <a:gd name="connsiteX4" fmla="*/ 4551185 w 6209598"/>
                <a:gd name="connsiteY4" fmla="*/ 3352744 h 3352744"/>
                <a:gd name="connsiteX5" fmla="*/ 4338894 w 6209598"/>
                <a:gd name="connsiteY5" fmla="*/ 3168853 h 3352744"/>
                <a:gd name="connsiteX6" fmla="*/ 306164 w 6209598"/>
                <a:gd name="connsiteY6" fmla="*/ 1238274 h 3352744"/>
                <a:gd name="connsiteX7" fmla="*/ 0 w 6209598"/>
                <a:gd name="connsiteY7" fmla="*/ 1183598 h 335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209598" h="3352744">
                  <a:moveTo>
                    <a:pt x="0" y="0"/>
                  </a:moveTo>
                  <a:lnTo>
                    <a:pt x="26845" y="3411"/>
                  </a:lnTo>
                  <a:cubicBezTo>
                    <a:pt x="2447645" y="373301"/>
                    <a:pt x="4595024" y="1574107"/>
                    <a:pt x="6168793" y="3305638"/>
                  </a:cubicBezTo>
                  <a:lnTo>
                    <a:pt x="6209598" y="3352744"/>
                  </a:lnTo>
                  <a:lnTo>
                    <a:pt x="4551185" y="3352744"/>
                  </a:lnTo>
                  <a:lnTo>
                    <a:pt x="4338894" y="3168853"/>
                  </a:lnTo>
                  <a:cubicBezTo>
                    <a:pt x="3193077" y="2223241"/>
                    <a:pt x="1816440" y="1547321"/>
                    <a:pt x="306164" y="1238274"/>
                  </a:cubicBezTo>
                  <a:lnTo>
                    <a:pt x="0" y="118359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27" name="Forme libre : forme 26">
              <a:extLst>
                <a:ext uri="{FF2B5EF4-FFF2-40B4-BE49-F238E27FC236}">
                  <a16:creationId xmlns:a16="http://schemas.microsoft.com/office/drawing/2014/main" id="{2E0F2A7F-858F-924D-89AA-884523D5D5FD}"/>
                </a:ext>
              </a:extLst>
            </p:cNvPr>
            <p:cNvSpPr/>
            <p:nvPr/>
          </p:nvSpPr>
          <p:spPr>
            <a:xfrm>
              <a:off x="1" y="3865894"/>
              <a:ext cx="4551185" cy="2169146"/>
            </a:xfrm>
            <a:custGeom>
              <a:avLst/>
              <a:gdLst>
                <a:gd name="connsiteX0" fmla="*/ 0 w 4551185"/>
                <a:gd name="connsiteY0" fmla="*/ 0 h 2169146"/>
                <a:gd name="connsiteX1" fmla="*/ 306164 w 4551185"/>
                <a:gd name="connsiteY1" fmla="*/ 54676 h 2169146"/>
                <a:gd name="connsiteX2" fmla="*/ 4338894 w 4551185"/>
                <a:gd name="connsiteY2" fmla="*/ 1985255 h 2169146"/>
                <a:gd name="connsiteX3" fmla="*/ 4551185 w 4551185"/>
                <a:gd name="connsiteY3" fmla="*/ 2169146 h 2169146"/>
                <a:gd name="connsiteX4" fmla="*/ 0 w 4551185"/>
                <a:gd name="connsiteY4" fmla="*/ 2169146 h 2169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185" h="2169146">
                  <a:moveTo>
                    <a:pt x="0" y="0"/>
                  </a:moveTo>
                  <a:lnTo>
                    <a:pt x="306164" y="54676"/>
                  </a:lnTo>
                  <a:cubicBezTo>
                    <a:pt x="1816440" y="363723"/>
                    <a:pt x="3193077" y="1039643"/>
                    <a:pt x="4338894" y="1985255"/>
                  </a:cubicBezTo>
                  <a:lnTo>
                    <a:pt x="4551185" y="2169146"/>
                  </a:lnTo>
                  <a:lnTo>
                    <a:pt x="0" y="216914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</p:grpSp>
      <p:grpSp>
        <p:nvGrpSpPr>
          <p:cNvPr id="28" name="Graphique 44">
            <a:extLst>
              <a:ext uri="{FF2B5EF4-FFF2-40B4-BE49-F238E27FC236}">
                <a16:creationId xmlns:a16="http://schemas.microsoft.com/office/drawing/2014/main" id="{ACFB7893-3774-FBA7-A7ED-2244A360C958}"/>
              </a:ext>
            </a:extLst>
          </p:cNvPr>
          <p:cNvGrpSpPr/>
          <p:nvPr userDrawn="1"/>
        </p:nvGrpSpPr>
        <p:grpSpPr bwMode="black">
          <a:xfrm>
            <a:off x="8186080" y="1745207"/>
            <a:ext cx="2919728" cy="3367586"/>
            <a:chOff x="3319466" y="228601"/>
            <a:chExt cx="5551927" cy="6403564"/>
          </a:xfrm>
          <a:solidFill>
            <a:schemeClr val="bg2"/>
          </a:solidFill>
        </p:grpSpPr>
        <p:sp>
          <p:nvSpPr>
            <p:cNvPr id="29" name="Forme libre : forme 28">
              <a:extLst>
                <a:ext uri="{FF2B5EF4-FFF2-40B4-BE49-F238E27FC236}">
                  <a16:creationId xmlns:a16="http://schemas.microsoft.com/office/drawing/2014/main" id="{8BFABC43-E2A1-32FC-33D4-25A68717B082}"/>
                </a:ext>
              </a:extLst>
            </p:cNvPr>
            <p:cNvSpPr/>
            <p:nvPr/>
          </p:nvSpPr>
          <p:spPr bwMode="black">
            <a:xfrm>
              <a:off x="3319466" y="1781951"/>
              <a:ext cx="1254828" cy="3190491"/>
            </a:xfrm>
            <a:custGeom>
              <a:avLst/>
              <a:gdLst>
                <a:gd name="connsiteX0" fmla="*/ 185 w 1254828"/>
                <a:gd name="connsiteY0" fmla="*/ 186391 h 3190491"/>
                <a:gd name="connsiteX1" fmla="*/ 174017 w 1254828"/>
                <a:gd name="connsiteY1" fmla="*/ 178 h 3190491"/>
                <a:gd name="connsiteX2" fmla="*/ 360040 w 1254828"/>
                <a:gd name="connsiteY2" fmla="*/ 169913 h 3190491"/>
                <a:gd name="connsiteX3" fmla="*/ 481198 w 1254828"/>
                <a:gd name="connsiteY3" fmla="*/ 2822340 h 3190491"/>
                <a:gd name="connsiteX4" fmla="*/ 1064509 w 1254828"/>
                <a:gd name="connsiteY4" fmla="*/ 2795670 h 3190491"/>
                <a:gd name="connsiteX5" fmla="*/ 1254628 w 1254828"/>
                <a:gd name="connsiteY5" fmla="*/ 2965310 h 3190491"/>
                <a:gd name="connsiteX6" fmla="*/ 1080987 w 1254828"/>
                <a:gd name="connsiteY6" fmla="*/ 3155525 h 3190491"/>
                <a:gd name="connsiteX7" fmla="*/ 319749 w 1254828"/>
                <a:gd name="connsiteY7" fmla="*/ 3190291 h 3190491"/>
                <a:gd name="connsiteX8" fmla="*/ 129535 w 1254828"/>
                <a:gd name="connsiteY8" fmla="*/ 3016650 h 3190491"/>
                <a:gd name="connsiteX9" fmla="*/ 185 w 1254828"/>
                <a:gd name="connsiteY9" fmla="*/ 186391 h 319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54828" h="3190491">
                  <a:moveTo>
                    <a:pt x="185" y="186391"/>
                  </a:moveTo>
                  <a:cubicBezTo>
                    <a:pt x="-4291" y="89332"/>
                    <a:pt x="72861" y="4845"/>
                    <a:pt x="174017" y="178"/>
                  </a:cubicBezTo>
                  <a:cubicBezTo>
                    <a:pt x="271076" y="-4204"/>
                    <a:pt x="355563" y="72949"/>
                    <a:pt x="360040" y="169913"/>
                  </a:cubicBezTo>
                  <a:lnTo>
                    <a:pt x="481198" y="2822340"/>
                  </a:lnTo>
                  <a:lnTo>
                    <a:pt x="1064509" y="2795670"/>
                  </a:lnTo>
                  <a:cubicBezTo>
                    <a:pt x="1165569" y="2791003"/>
                    <a:pt x="1250151" y="2868251"/>
                    <a:pt x="1254628" y="2965310"/>
                  </a:cubicBezTo>
                  <a:cubicBezTo>
                    <a:pt x="1259295" y="3066371"/>
                    <a:pt x="1182047" y="3150953"/>
                    <a:pt x="1080987" y="3155525"/>
                  </a:cubicBezTo>
                  <a:lnTo>
                    <a:pt x="319749" y="3190291"/>
                  </a:lnTo>
                  <a:cubicBezTo>
                    <a:pt x="218689" y="3194958"/>
                    <a:pt x="134107" y="3117710"/>
                    <a:pt x="129535" y="3016650"/>
                  </a:cubicBezTo>
                  <a:lnTo>
                    <a:pt x="185" y="18639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0" name="Forme libre : forme 29">
              <a:extLst>
                <a:ext uri="{FF2B5EF4-FFF2-40B4-BE49-F238E27FC236}">
                  <a16:creationId xmlns:a16="http://schemas.microsoft.com/office/drawing/2014/main" id="{DBC177E7-AF9A-7AA5-0540-FB335398FD06}"/>
                </a:ext>
              </a:extLst>
            </p:cNvPr>
            <p:cNvSpPr/>
            <p:nvPr/>
          </p:nvSpPr>
          <p:spPr bwMode="black">
            <a:xfrm>
              <a:off x="5104447" y="1808323"/>
              <a:ext cx="330708" cy="559213"/>
            </a:xfrm>
            <a:custGeom>
              <a:avLst/>
              <a:gdLst>
                <a:gd name="connsiteX0" fmla="*/ 330708 w 330708"/>
                <a:gd name="connsiteY0" fmla="*/ 391954 h 559212"/>
                <a:gd name="connsiteX1" fmla="*/ 167164 w 330708"/>
                <a:gd name="connsiteY1" fmla="*/ 559213 h 559212"/>
                <a:gd name="connsiteX2" fmla="*/ 0 w 330708"/>
                <a:gd name="connsiteY2" fmla="*/ 391954 h 559212"/>
                <a:gd name="connsiteX3" fmla="*/ 0 w 330708"/>
                <a:gd name="connsiteY3" fmla="*/ 163449 h 559212"/>
                <a:gd name="connsiteX4" fmla="*/ 167164 w 330708"/>
                <a:gd name="connsiteY4" fmla="*/ 0 h 559212"/>
                <a:gd name="connsiteX5" fmla="*/ 330708 w 330708"/>
                <a:gd name="connsiteY5" fmla="*/ 163449 h 559212"/>
                <a:gd name="connsiteX6" fmla="*/ 330708 w 330708"/>
                <a:gd name="connsiteY6" fmla="*/ 391954 h 559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559212">
                  <a:moveTo>
                    <a:pt x="330708" y="391954"/>
                  </a:moveTo>
                  <a:cubicBezTo>
                    <a:pt x="330708" y="484822"/>
                    <a:pt x="256413" y="559213"/>
                    <a:pt x="167164" y="559213"/>
                  </a:cubicBezTo>
                  <a:cubicBezTo>
                    <a:pt x="77915" y="559213"/>
                    <a:pt x="0" y="484918"/>
                    <a:pt x="0" y="391954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3919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1" name="Forme libre : forme 30">
              <a:extLst>
                <a:ext uri="{FF2B5EF4-FFF2-40B4-BE49-F238E27FC236}">
                  <a16:creationId xmlns:a16="http://schemas.microsoft.com/office/drawing/2014/main" id="{10BA07AB-9BF4-D24C-CB67-396A11B9B6DF}"/>
                </a:ext>
              </a:extLst>
            </p:cNvPr>
            <p:cNvSpPr/>
            <p:nvPr/>
          </p:nvSpPr>
          <p:spPr bwMode="black">
            <a:xfrm>
              <a:off x="5104447" y="2882648"/>
              <a:ext cx="330708" cy="2068735"/>
            </a:xfrm>
            <a:custGeom>
              <a:avLst/>
              <a:gdLst>
                <a:gd name="connsiteX0" fmla="*/ 330708 w 330708"/>
                <a:gd name="connsiteY0" fmla="*/ 1901476 h 2068734"/>
                <a:gd name="connsiteX1" fmla="*/ 167164 w 330708"/>
                <a:gd name="connsiteY1" fmla="*/ 2068735 h 2068734"/>
                <a:gd name="connsiteX2" fmla="*/ 0 w 330708"/>
                <a:gd name="connsiteY2" fmla="*/ 1901476 h 2068734"/>
                <a:gd name="connsiteX3" fmla="*/ 0 w 330708"/>
                <a:gd name="connsiteY3" fmla="*/ 163449 h 2068734"/>
                <a:gd name="connsiteX4" fmla="*/ 167164 w 330708"/>
                <a:gd name="connsiteY4" fmla="*/ 0 h 2068734"/>
                <a:gd name="connsiteX5" fmla="*/ 330708 w 330708"/>
                <a:gd name="connsiteY5" fmla="*/ 163449 h 2068734"/>
                <a:gd name="connsiteX6" fmla="*/ 330708 w 330708"/>
                <a:gd name="connsiteY6" fmla="*/ 1901476 h 206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2068734">
                  <a:moveTo>
                    <a:pt x="330708" y="1901476"/>
                  </a:moveTo>
                  <a:cubicBezTo>
                    <a:pt x="330708" y="1994344"/>
                    <a:pt x="256413" y="2068735"/>
                    <a:pt x="167164" y="2068735"/>
                  </a:cubicBezTo>
                  <a:cubicBezTo>
                    <a:pt x="77915" y="2068735"/>
                    <a:pt x="0" y="1994440"/>
                    <a:pt x="0" y="1901476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190147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2" name="Forme libre : forme 31">
              <a:extLst>
                <a:ext uri="{FF2B5EF4-FFF2-40B4-BE49-F238E27FC236}">
                  <a16:creationId xmlns:a16="http://schemas.microsoft.com/office/drawing/2014/main" id="{5A89727A-E6B8-F71D-D01A-06562F595E12}"/>
                </a:ext>
              </a:extLst>
            </p:cNvPr>
            <p:cNvSpPr/>
            <p:nvPr/>
          </p:nvSpPr>
          <p:spPr bwMode="black">
            <a:xfrm>
              <a:off x="6236683" y="2168270"/>
              <a:ext cx="1065560" cy="2788348"/>
            </a:xfrm>
            <a:custGeom>
              <a:avLst/>
              <a:gdLst>
                <a:gd name="connsiteX0" fmla="*/ 321374 w 1065561"/>
                <a:gd name="connsiteY0" fmla="*/ 2625852 h 2788348"/>
                <a:gd name="connsiteX1" fmla="*/ 162496 w 1065561"/>
                <a:gd name="connsiteY1" fmla="*/ 2788349 h 2788348"/>
                <a:gd name="connsiteX2" fmla="*/ 0 w 1065561"/>
                <a:gd name="connsiteY2" fmla="*/ 2625852 h 2788348"/>
                <a:gd name="connsiteX3" fmla="*/ 0 w 1065561"/>
                <a:gd name="connsiteY3" fmla="*/ 158877 h 2788348"/>
                <a:gd name="connsiteX4" fmla="*/ 162496 w 1065561"/>
                <a:gd name="connsiteY4" fmla="*/ 0 h 2788348"/>
                <a:gd name="connsiteX5" fmla="*/ 903065 w 1065561"/>
                <a:gd name="connsiteY5" fmla="*/ 0 h 2788348"/>
                <a:gd name="connsiteX6" fmla="*/ 1065562 w 1065561"/>
                <a:gd name="connsiteY6" fmla="*/ 158877 h 2788348"/>
                <a:gd name="connsiteX7" fmla="*/ 903065 w 1065561"/>
                <a:gd name="connsiteY7" fmla="*/ 321374 h 2788348"/>
                <a:gd name="connsiteX8" fmla="*/ 321374 w 1065561"/>
                <a:gd name="connsiteY8" fmla="*/ 321374 h 2788348"/>
                <a:gd name="connsiteX9" fmla="*/ 321374 w 1065561"/>
                <a:gd name="connsiteY9" fmla="*/ 1216914 h 2788348"/>
                <a:gd name="connsiteX10" fmla="*/ 740569 w 1065561"/>
                <a:gd name="connsiteY10" fmla="*/ 1216914 h 2788348"/>
                <a:gd name="connsiteX11" fmla="*/ 903065 w 1065561"/>
                <a:gd name="connsiteY11" fmla="*/ 1375791 h 2788348"/>
                <a:gd name="connsiteX12" fmla="*/ 740569 w 1065561"/>
                <a:gd name="connsiteY12" fmla="*/ 1538288 h 2788348"/>
                <a:gd name="connsiteX13" fmla="*/ 321374 w 1065561"/>
                <a:gd name="connsiteY13" fmla="*/ 1538288 h 2788348"/>
                <a:gd name="connsiteX14" fmla="*/ 321374 w 1065561"/>
                <a:gd name="connsiteY14" fmla="*/ 2625757 h 278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65561" h="2788348">
                  <a:moveTo>
                    <a:pt x="321374" y="2625852"/>
                  </a:moveTo>
                  <a:cubicBezTo>
                    <a:pt x="321374" y="2716149"/>
                    <a:pt x="249174" y="2788349"/>
                    <a:pt x="162496" y="2788349"/>
                  </a:cubicBezTo>
                  <a:cubicBezTo>
                    <a:pt x="75819" y="2788349"/>
                    <a:pt x="0" y="2716149"/>
                    <a:pt x="0" y="2625852"/>
                  </a:cubicBezTo>
                  <a:lnTo>
                    <a:pt x="0" y="158877"/>
                  </a:lnTo>
                  <a:cubicBezTo>
                    <a:pt x="0" y="72200"/>
                    <a:pt x="72200" y="0"/>
                    <a:pt x="162496" y="0"/>
                  </a:cubicBezTo>
                  <a:lnTo>
                    <a:pt x="903065" y="0"/>
                  </a:lnTo>
                  <a:cubicBezTo>
                    <a:pt x="993362" y="0"/>
                    <a:pt x="1065562" y="72200"/>
                    <a:pt x="1065562" y="158877"/>
                  </a:cubicBezTo>
                  <a:cubicBezTo>
                    <a:pt x="1065562" y="245554"/>
                    <a:pt x="993362" y="321374"/>
                    <a:pt x="903065" y="321374"/>
                  </a:cubicBezTo>
                  <a:lnTo>
                    <a:pt x="321374" y="321374"/>
                  </a:lnTo>
                  <a:lnTo>
                    <a:pt x="321374" y="1216914"/>
                  </a:lnTo>
                  <a:lnTo>
                    <a:pt x="740569" y="1216914"/>
                  </a:lnTo>
                  <a:cubicBezTo>
                    <a:pt x="830866" y="1216914"/>
                    <a:pt x="903065" y="1289114"/>
                    <a:pt x="903065" y="1375791"/>
                  </a:cubicBezTo>
                  <a:cubicBezTo>
                    <a:pt x="903065" y="1462468"/>
                    <a:pt x="830866" y="1538288"/>
                    <a:pt x="740569" y="1538288"/>
                  </a:cubicBezTo>
                  <a:lnTo>
                    <a:pt x="321374" y="1538288"/>
                  </a:lnTo>
                  <a:lnTo>
                    <a:pt x="321374" y="262575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3" name="Forme libre : forme 32">
              <a:extLst>
                <a:ext uri="{FF2B5EF4-FFF2-40B4-BE49-F238E27FC236}">
                  <a16:creationId xmlns:a16="http://schemas.microsoft.com/office/drawing/2014/main" id="{F5FE19B9-0164-FEE5-DCB0-E0882896316B}"/>
                </a:ext>
              </a:extLst>
            </p:cNvPr>
            <p:cNvSpPr/>
            <p:nvPr/>
          </p:nvSpPr>
          <p:spPr bwMode="black">
            <a:xfrm>
              <a:off x="7800593" y="2168367"/>
              <a:ext cx="1070800" cy="2751389"/>
            </a:xfrm>
            <a:custGeom>
              <a:avLst/>
              <a:gdLst>
                <a:gd name="connsiteX0" fmla="*/ 908400 w 1070800"/>
                <a:gd name="connsiteY0" fmla="*/ 2429923 h 2751391"/>
                <a:gd name="connsiteX1" fmla="*/ 321469 w 1070800"/>
                <a:gd name="connsiteY1" fmla="*/ 2429923 h 2751391"/>
                <a:gd name="connsiteX2" fmla="*/ 321469 w 1070800"/>
                <a:gd name="connsiteY2" fmla="*/ 1522476 h 2751391"/>
                <a:gd name="connsiteX3" fmla="*/ 740664 w 1070800"/>
                <a:gd name="connsiteY3" fmla="*/ 1522476 h 2751391"/>
                <a:gd name="connsiteX4" fmla="*/ 903161 w 1070800"/>
                <a:gd name="connsiteY4" fmla="*/ 1359980 h 2751391"/>
                <a:gd name="connsiteX5" fmla="*/ 740664 w 1070800"/>
                <a:gd name="connsiteY5" fmla="*/ 1201103 h 2751391"/>
                <a:gd name="connsiteX6" fmla="*/ 321469 w 1070800"/>
                <a:gd name="connsiteY6" fmla="*/ 1201103 h 2751391"/>
                <a:gd name="connsiteX7" fmla="*/ 321469 w 1070800"/>
                <a:gd name="connsiteY7" fmla="*/ 321374 h 2751391"/>
                <a:gd name="connsiteX8" fmla="*/ 903161 w 1070800"/>
                <a:gd name="connsiteY8" fmla="*/ 321374 h 2751391"/>
                <a:gd name="connsiteX9" fmla="*/ 1065657 w 1070800"/>
                <a:gd name="connsiteY9" fmla="*/ 158877 h 2751391"/>
                <a:gd name="connsiteX10" fmla="*/ 903161 w 1070800"/>
                <a:gd name="connsiteY10" fmla="*/ 0 h 2751391"/>
                <a:gd name="connsiteX11" fmla="*/ 162496 w 1070800"/>
                <a:gd name="connsiteY11" fmla="*/ 0 h 2751391"/>
                <a:gd name="connsiteX12" fmla="*/ 0 w 1070800"/>
                <a:gd name="connsiteY12" fmla="*/ 158877 h 2751391"/>
                <a:gd name="connsiteX13" fmla="*/ 0 w 1070800"/>
                <a:gd name="connsiteY13" fmla="*/ 2588895 h 2751391"/>
                <a:gd name="connsiteX14" fmla="*/ 162496 w 1070800"/>
                <a:gd name="connsiteY14" fmla="*/ 2751392 h 2751391"/>
                <a:gd name="connsiteX15" fmla="*/ 165068 w 1070800"/>
                <a:gd name="connsiteY15" fmla="*/ 2751296 h 2751391"/>
                <a:gd name="connsiteX16" fmla="*/ 167735 w 1070800"/>
                <a:gd name="connsiteY16" fmla="*/ 2751392 h 2751391"/>
                <a:gd name="connsiteX17" fmla="*/ 908304 w 1070800"/>
                <a:gd name="connsiteY17" fmla="*/ 2751392 h 2751391"/>
                <a:gd name="connsiteX18" fmla="*/ 1070801 w 1070800"/>
                <a:gd name="connsiteY18" fmla="*/ 2592515 h 2751391"/>
                <a:gd name="connsiteX19" fmla="*/ 908304 w 1070800"/>
                <a:gd name="connsiteY19" fmla="*/ 2430018 h 275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70800" h="2751391">
                  <a:moveTo>
                    <a:pt x="908400" y="2429923"/>
                  </a:moveTo>
                  <a:lnTo>
                    <a:pt x="321469" y="2429923"/>
                  </a:lnTo>
                  <a:lnTo>
                    <a:pt x="321469" y="1522476"/>
                  </a:lnTo>
                  <a:lnTo>
                    <a:pt x="740664" y="1522476"/>
                  </a:lnTo>
                  <a:cubicBezTo>
                    <a:pt x="830961" y="1522476"/>
                    <a:pt x="903161" y="1450277"/>
                    <a:pt x="903161" y="1359980"/>
                  </a:cubicBezTo>
                  <a:cubicBezTo>
                    <a:pt x="903161" y="1269683"/>
                    <a:pt x="830961" y="1201103"/>
                    <a:pt x="740664" y="1201103"/>
                  </a:cubicBezTo>
                  <a:lnTo>
                    <a:pt x="321469" y="1201103"/>
                  </a:lnTo>
                  <a:lnTo>
                    <a:pt x="321469" y="321374"/>
                  </a:lnTo>
                  <a:lnTo>
                    <a:pt x="903161" y="321374"/>
                  </a:lnTo>
                  <a:cubicBezTo>
                    <a:pt x="993458" y="321374"/>
                    <a:pt x="1065657" y="249174"/>
                    <a:pt x="1065657" y="158877"/>
                  </a:cubicBezTo>
                  <a:cubicBezTo>
                    <a:pt x="1065657" y="68580"/>
                    <a:pt x="993458" y="0"/>
                    <a:pt x="903161" y="0"/>
                  </a:cubicBezTo>
                  <a:lnTo>
                    <a:pt x="162496" y="0"/>
                  </a:lnTo>
                  <a:cubicBezTo>
                    <a:pt x="72200" y="0"/>
                    <a:pt x="0" y="72200"/>
                    <a:pt x="0" y="158877"/>
                  </a:cubicBezTo>
                  <a:lnTo>
                    <a:pt x="0" y="2588895"/>
                  </a:lnTo>
                  <a:cubicBezTo>
                    <a:pt x="0" y="2679192"/>
                    <a:pt x="72200" y="2751392"/>
                    <a:pt x="162496" y="2751392"/>
                  </a:cubicBezTo>
                  <a:cubicBezTo>
                    <a:pt x="163354" y="2751392"/>
                    <a:pt x="164211" y="2751296"/>
                    <a:pt x="165068" y="2751296"/>
                  </a:cubicBezTo>
                  <a:cubicBezTo>
                    <a:pt x="166021" y="2751296"/>
                    <a:pt x="166878" y="2751392"/>
                    <a:pt x="167735" y="2751392"/>
                  </a:cubicBezTo>
                  <a:lnTo>
                    <a:pt x="908304" y="2751392"/>
                  </a:lnTo>
                  <a:cubicBezTo>
                    <a:pt x="998601" y="2751392"/>
                    <a:pt x="1070801" y="2679192"/>
                    <a:pt x="1070801" y="2592515"/>
                  </a:cubicBezTo>
                  <a:cubicBezTo>
                    <a:pt x="1070801" y="2505837"/>
                    <a:pt x="998601" y="2430018"/>
                    <a:pt x="908304" y="24300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4" name="Forme libre : forme 33">
              <a:extLst>
                <a:ext uri="{FF2B5EF4-FFF2-40B4-BE49-F238E27FC236}">
                  <a16:creationId xmlns:a16="http://schemas.microsoft.com/office/drawing/2014/main" id="{471ADB06-7D27-77D1-E018-0792AD6351FB}"/>
                </a:ext>
              </a:extLst>
            </p:cNvPr>
            <p:cNvSpPr/>
            <p:nvPr/>
          </p:nvSpPr>
          <p:spPr bwMode="black">
            <a:xfrm>
              <a:off x="3605500" y="228601"/>
              <a:ext cx="4960413" cy="1495996"/>
            </a:xfrm>
            <a:custGeom>
              <a:avLst/>
              <a:gdLst>
                <a:gd name="connsiteX0" fmla="*/ 4782117 w 4960413"/>
                <a:gd name="connsiteY0" fmla="*/ 1495997 h 1495996"/>
                <a:gd name="connsiteX1" fmla="*/ 4642195 w 4960413"/>
                <a:gd name="connsiteY1" fmla="*/ 1428464 h 1495996"/>
                <a:gd name="connsiteX2" fmla="*/ 2426965 w 4960413"/>
                <a:gd name="connsiteY2" fmla="*/ 356807 h 1495996"/>
                <a:gd name="connsiteX3" fmla="*/ 311844 w 4960413"/>
                <a:gd name="connsiteY3" fmla="*/ 1309211 h 1495996"/>
                <a:gd name="connsiteX4" fmla="*/ 60098 w 4960413"/>
                <a:gd name="connsiteY4" fmla="*/ 1324451 h 1495996"/>
                <a:gd name="connsiteX5" fmla="*/ 44858 w 4960413"/>
                <a:gd name="connsiteY5" fmla="*/ 1072706 h 1495996"/>
                <a:gd name="connsiteX6" fmla="*/ 2427061 w 4960413"/>
                <a:gd name="connsiteY6" fmla="*/ 0 h 1495996"/>
                <a:gd name="connsiteX7" fmla="*/ 4921849 w 4960413"/>
                <a:gd name="connsiteY7" fmla="*/ 1206818 h 1495996"/>
                <a:gd name="connsiteX8" fmla="*/ 4892798 w 4960413"/>
                <a:gd name="connsiteY8" fmla="*/ 1457420 h 1495996"/>
                <a:gd name="connsiteX9" fmla="*/ 4782117 w 4960413"/>
                <a:gd name="connsiteY9" fmla="*/ 1495997 h 1495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60413" h="1495996">
                  <a:moveTo>
                    <a:pt x="4782117" y="1495997"/>
                  </a:moveTo>
                  <a:cubicBezTo>
                    <a:pt x="4729539" y="1495997"/>
                    <a:pt x="4677437" y="1472851"/>
                    <a:pt x="4642195" y="1428464"/>
                  </a:cubicBezTo>
                  <a:cubicBezTo>
                    <a:pt x="4102413" y="747427"/>
                    <a:pt x="3294979" y="356807"/>
                    <a:pt x="2426965" y="356807"/>
                  </a:cubicBezTo>
                  <a:cubicBezTo>
                    <a:pt x="1618960" y="356807"/>
                    <a:pt x="848006" y="703898"/>
                    <a:pt x="311844" y="1309211"/>
                  </a:cubicBezTo>
                  <a:cubicBezTo>
                    <a:pt x="246502" y="1382935"/>
                    <a:pt x="133822" y="1389698"/>
                    <a:pt x="60098" y="1324451"/>
                  </a:cubicBezTo>
                  <a:cubicBezTo>
                    <a:pt x="-13625" y="1259110"/>
                    <a:pt x="-20483" y="1146429"/>
                    <a:pt x="44858" y="1072706"/>
                  </a:cubicBezTo>
                  <a:cubicBezTo>
                    <a:pt x="648743" y="390906"/>
                    <a:pt x="1517042" y="0"/>
                    <a:pt x="2427061" y="0"/>
                  </a:cubicBezTo>
                  <a:cubicBezTo>
                    <a:pt x="3404612" y="0"/>
                    <a:pt x="4313868" y="439865"/>
                    <a:pt x="4921849" y="1206818"/>
                  </a:cubicBezTo>
                  <a:cubicBezTo>
                    <a:pt x="4982999" y="1283970"/>
                    <a:pt x="4970046" y="1396175"/>
                    <a:pt x="4892798" y="1457420"/>
                  </a:cubicBezTo>
                  <a:cubicBezTo>
                    <a:pt x="4860032" y="1483424"/>
                    <a:pt x="4820979" y="1495997"/>
                    <a:pt x="4782117" y="14959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5" name="Forme libre : forme 34">
              <a:extLst>
                <a:ext uri="{FF2B5EF4-FFF2-40B4-BE49-F238E27FC236}">
                  <a16:creationId xmlns:a16="http://schemas.microsoft.com/office/drawing/2014/main" id="{75380A2B-4335-704D-62FE-96D1AECFB085}"/>
                </a:ext>
              </a:extLst>
            </p:cNvPr>
            <p:cNvSpPr/>
            <p:nvPr/>
          </p:nvSpPr>
          <p:spPr bwMode="black">
            <a:xfrm>
              <a:off x="3749206" y="5390945"/>
              <a:ext cx="546290" cy="567406"/>
            </a:xfrm>
            <a:custGeom>
              <a:avLst/>
              <a:gdLst>
                <a:gd name="connsiteX0" fmla="*/ 100703 w 546290"/>
                <a:gd name="connsiteY0" fmla="*/ 485502 h 567405"/>
                <a:gd name="connsiteX1" fmla="*/ 881 w 546290"/>
                <a:gd name="connsiteY1" fmla="*/ 299193 h 567405"/>
                <a:gd name="connsiteX2" fmla="*/ 74890 w 546290"/>
                <a:gd name="connsiteY2" fmla="*/ 100501 h 567405"/>
                <a:gd name="connsiteX3" fmla="*/ 260342 w 546290"/>
                <a:gd name="connsiteY3" fmla="*/ 489 h 567405"/>
                <a:gd name="connsiteX4" fmla="*/ 450651 w 546290"/>
                <a:gd name="connsiteY4" fmla="*/ 72402 h 567405"/>
                <a:gd name="connsiteX5" fmla="*/ 545711 w 546290"/>
                <a:gd name="connsiteY5" fmla="*/ 252520 h 567405"/>
                <a:gd name="connsiteX6" fmla="*/ 478083 w 546290"/>
                <a:gd name="connsiteY6" fmla="*/ 437972 h 567405"/>
                <a:gd name="connsiteX7" fmla="*/ 373784 w 546290"/>
                <a:gd name="connsiteY7" fmla="*/ 505408 h 567405"/>
                <a:gd name="connsiteX8" fmla="*/ 278725 w 546290"/>
                <a:gd name="connsiteY8" fmla="*/ 476929 h 567405"/>
                <a:gd name="connsiteX9" fmla="*/ 250721 w 546290"/>
                <a:gd name="connsiteY9" fmla="*/ 393966 h 567405"/>
                <a:gd name="connsiteX10" fmla="*/ 159091 w 546290"/>
                <a:gd name="connsiteY10" fmla="*/ 370439 h 567405"/>
                <a:gd name="connsiteX11" fmla="*/ 122229 w 546290"/>
                <a:gd name="connsiteY11" fmla="*/ 290810 h 567405"/>
                <a:gd name="connsiteX12" fmla="*/ 175188 w 546290"/>
                <a:gd name="connsiteY12" fmla="*/ 181464 h 567405"/>
                <a:gd name="connsiteX13" fmla="*/ 338542 w 546290"/>
                <a:gd name="connsiteY13" fmla="*/ 128219 h 567405"/>
                <a:gd name="connsiteX14" fmla="*/ 375308 w 546290"/>
                <a:gd name="connsiteY14" fmla="*/ 150888 h 567405"/>
                <a:gd name="connsiteX15" fmla="*/ 432268 w 546290"/>
                <a:gd name="connsiteY15" fmla="*/ 236994 h 567405"/>
                <a:gd name="connsiteX16" fmla="*/ 436078 w 546290"/>
                <a:gd name="connsiteY16" fmla="*/ 250805 h 567405"/>
                <a:gd name="connsiteX17" fmla="*/ 423981 w 546290"/>
                <a:gd name="connsiteY17" fmla="*/ 278618 h 567405"/>
                <a:gd name="connsiteX18" fmla="*/ 327683 w 546290"/>
                <a:gd name="connsiteY18" fmla="*/ 386823 h 567405"/>
                <a:gd name="connsiteX19" fmla="*/ 331970 w 546290"/>
                <a:gd name="connsiteY19" fmla="*/ 438448 h 567405"/>
                <a:gd name="connsiteX20" fmla="*/ 378737 w 546290"/>
                <a:gd name="connsiteY20" fmla="*/ 444544 h 567405"/>
                <a:gd name="connsiteX21" fmla="*/ 436268 w 546290"/>
                <a:gd name="connsiteY21" fmla="*/ 400729 h 567405"/>
                <a:gd name="connsiteX22" fmla="*/ 491609 w 546290"/>
                <a:gd name="connsiteY22" fmla="*/ 253091 h 567405"/>
                <a:gd name="connsiteX23" fmla="*/ 416266 w 546290"/>
                <a:gd name="connsiteY23" fmla="*/ 110502 h 567405"/>
                <a:gd name="connsiteX24" fmla="*/ 264914 w 546290"/>
                <a:gd name="connsiteY24" fmla="*/ 53352 h 567405"/>
                <a:gd name="connsiteX25" fmla="*/ 117848 w 546290"/>
                <a:gd name="connsiteY25" fmla="*/ 132695 h 567405"/>
                <a:gd name="connsiteX26" fmla="*/ 56888 w 546290"/>
                <a:gd name="connsiteY26" fmla="*/ 293287 h 567405"/>
                <a:gd name="connsiteX27" fmla="*/ 136612 w 546290"/>
                <a:gd name="connsiteY27" fmla="*/ 446259 h 567405"/>
                <a:gd name="connsiteX28" fmla="*/ 256341 w 546290"/>
                <a:gd name="connsiteY28" fmla="*/ 518172 h 567405"/>
                <a:gd name="connsiteX29" fmla="*/ 269962 w 546290"/>
                <a:gd name="connsiteY29" fmla="*/ 526364 h 567405"/>
                <a:gd name="connsiteX30" fmla="*/ 274153 w 546290"/>
                <a:gd name="connsiteY30" fmla="*/ 540270 h 567405"/>
                <a:gd name="connsiteX31" fmla="*/ 264247 w 546290"/>
                <a:gd name="connsiteY31" fmla="*/ 560177 h 567405"/>
                <a:gd name="connsiteX32" fmla="*/ 238529 w 546290"/>
                <a:gd name="connsiteY32" fmla="*/ 566083 h 567405"/>
                <a:gd name="connsiteX33" fmla="*/ 100798 w 546290"/>
                <a:gd name="connsiteY33" fmla="*/ 485406 h 567405"/>
                <a:gd name="connsiteX34" fmla="*/ 332922 w 546290"/>
                <a:gd name="connsiteY34" fmla="*/ 203752 h 567405"/>
                <a:gd name="connsiteX35" fmla="*/ 287107 w 546290"/>
                <a:gd name="connsiteY35" fmla="*/ 188512 h 567405"/>
                <a:gd name="connsiteX36" fmla="*/ 230433 w 546290"/>
                <a:gd name="connsiteY36" fmla="*/ 225374 h 567405"/>
                <a:gd name="connsiteX37" fmla="*/ 196715 w 546290"/>
                <a:gd name="connsiteY37" fmla="*/ 285095 h 567405"/>
                <a:gd name="connsiteX38" fmla="*/ 209859 w 546290"/>
                <a:gd name="connsiteY38" fmla="*/ 324624 h 567405"/>
                <a:gd name="connsiteX39" fmla="*/ 278249 w 546290"/>
                <a:gd name="connsiteY39" fmla="*/ 339674 h 567405"/>
                <a:gd name="connsiteX40" fmla="*/ 362259 w 546290"/>
                <a:gd name="connsiteY40" fmla="*/ 245281 h 567405"/>
                <a:gd name="connsiteX41" fmla="*/ 333017 w 546290"/>
                <a:gd name="connsiteY41" fmla="*/ 203656 h 567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46290" h="567405">
                  <a:moveTo>
                    <a:pt x="100703" y="485502"/>
                  </a:moveTo>
                  <a:cubicBezTo>
                    <a:pt x="40124" y="431590"/>
                    <a:pt x="6881" y="369582"/>
                    <a:pt x="881" y="299193"/>
                  </a:cubicBezTo>
                  <a:cubicBezTo>
                    <a:pt x="-5120" y="228898"/>
                    <a:pt x="19550" y="162699"/>
                    <a:pt x="74890" y="100501"/>
                  </a:cubicBezTo>
                  <a:cubicBezTo>
                    <a:pt x="130421" y="38112"/>
                    <a:pt x="192238" y="4774"/>
                    <a:pt x="260342" y="489"/>
                  </a:cubicBezTo>
                  <a:cubicBezTo>
                    <a:pt x="328541" y="-3798"/>
                    <a:pt x="391977" y="20110"/>
                    <a:pt x="450651" y="72402"/>
                  </a:cubicBezTo>
                  <a:cubicBezTo>
                    <a:pt x="509420" y="124694"/>
                    <a:pt x="541043" y="184702"/>
                    <a:pt x="545711" y="252520"/>
                  </a:cubicBezTo>
                  <a:cubicBezTo>
                    <a:pt x="550283" y="320338"/>
                    <a:pt x="527804" y="382155"/>
                    <a:pt x="478083" y="437972"/>
                  </a:cubicBezTo>
                  <a:cubicBezTo>
                    <a:pt x="443603" y="476739"/>
                    <a:pt x="408836" y="499218"/>
                    <a:pt x="373784" y="505408"/>
                  </a:cubicBezTo>
                  <a:cubicBezTo>
                    <a:pt x="338732" y="511600"/>
                    <a:pt x="307014" y="502075"/>
                    <a:pt x="278725" y="476929"/>
                  </a:cubicBezTo>
                  <a:cubicBezTo>
                    <a:pt x="250436" y="451783"/>
                    <a:pt x="241101" y="424160"/>
                    <a:pt x="250721" y="393966"/>
                  </a:cubicBezTo>
                  <a:cubicBezTo>
                    <a:pt x="213193" y="399205"/>
                    <a:pt x="182618" y="391394"/>
                    <a:pt x="159091" y="370439"/>
                  </a:cubicBezTo>
                  <a:cubicBezTo>
                    <a:pt x="135564" y="349484"/>
                    <a:pt x="123182" y="322910"/>
                    <a:pt x="122229" y="290810"/>
                  </a:cubicBezTo>
                  <a:cubicBezTo>
                    <a:pt x="121562" y="258330"/>
                    <a:pt x="139184" y="221945"/>
                    <a:pt x="175188" y="181464"/>
                  </a:cubicBezTo>
                  <a:cubicBezTo>
                    <a:pt x="227957" y="122123"/>
                    <a:pt x="282344" y="104406"/>
                    <a:pt x="338542" y="128219"/>
                  </a:cubicBezTo>
                  <a:cubicBezTo>
                    <a:pt x="351972" y="133839"/>
                    <a:pt x="364259" y="141459"/>
                    <a:pt x="375308" y="150888"/>
                  </a:cubicBezTo>
                  <a:cubicBezTo>
                    <a:pt x="401597" y="174225"/>
                    <a:pt x="420552" y="202990"/>
                    <a:pt x="432268" y="236994"/>
                  </a:cubicBezTo>
                  <a:cubicBezTo>
                    <a:pt x="434363" y="242995"/>
                    <a:pt x="435602" y="247662"/>
                    <a:pt x="436078" y="250805"/>
                  </a:cubicBezTo>
                  <a:cubicBezTo>
                    <a:pt x="437126" y="259092"/>
                    <a:pt x="433125" y="268332"/>
                    <a:pt x="423981" y="278618"/>
                  </a:cubicBezTo>
                  <a:lnTo>
                    <a:pt x="327683" y="386823"/>
                  </a:lnTo>
                  <a:cubicBezTo>
                    <a:pt x="311872" y="404634"/>
                    <a:pt x="313301" y="421779"/>
                    <a:pt x="331970" y="438448"/>
                  </a:cubicBezTo>
                  <a:cubicBezTo>
                    <a:pt x="344447" y="449592"/>
                    <a:pt x="360068" y="451593"/>
                    <a:pt x="378737" y="444544"/>
                  </a:cubicBezTo>
                  <a:cubicBezTo>
                    <a:pt x="397406" y="437495"/>
                    <a:pt x="416552" y="422827"/>
                    <a:pt x="436268" y="400729"/>
                  </a:cubicBezTo>
                  <a:cubicBezTo>
                    <a:pt x="476559" y="355390"/>
                    <a:pt x="495038" y="306146"/>
                    <a:pt x="491609" y="253091"/>
                  </a:cubicBezTo>
                  <a:cubicBezTo>
                    <a:pt x="488180" y="200037"/>
                    <a:pt x="463034" y="152507"/>
                    <a:pt x="416266" y="110502"/>
                  </a:cubicBezTo>
                  <a:cubicBezTo>
                    <a:pt x="369498" y="68878"/>
                    <a:pt x="319016" y="49828"/>
                    <a:pt x="264914" y="53352"/>
                  </a:cubicBezTo>
                  <a:cubicBezTo>
                    <a:pt x="210907" y="56686"/>
                    <a:pt x="161948" y="83166"/>
                    <a:pt x="117848" y="132695"/>
                  </a:cubicBezTo>
                  <a:cubicBezTo>
                    <a:pt x="73747" y="182225"/>
                    <a:pt x="53363" y="235756"/>
                    <a:pt x="56888" y="293287"/>
                  </a:cubicBezTo>
                  <a:cubicBezTo>
                    <a:pt x="60317" y="350723"/>
                    <a:pt x="86891" y="401776"/>
                    <a:pt x="136612" y="446259"/>
                  </a:cubicBezTo>
                  <a:cubicBezTo>
                    <a:pt x="174331" y="480168"/>
                    <a:pt x="214241" y="504170"/>
                    <a:pt x="256341" y="518172"/>
                  </a:cubicBezTo>
                  <a:cubicBezTo>
                    <a:pt x="262151" y="520744"/>
                    <a:pt x="266723" y="523506"/>
                    <a:pt x="269962" y="526364"/>
                  </a:cubicBezTo>
                  <a:cubicBezTo>
                    <a:pt x="273200" y="529221"/>
                    <a:pt x="274629" y="533889"/>
                    <a:pt x="274153" y="540270"/>
                  </a:cubicBezTo>
                  <a:cubicBezTo>
                    <a:pt x="273677" y="546652"/>
                    <a:pt x="270343" y="553319"/>
                    <a:pt x="264247" y="560177"/>
                  </a:cubicBezTo>
                  <a:cubicBezTo>
                    <a:pt x="258151" y="567036"/>
                    <a:pt x="249578" y="569035"/>
                    <a:pt x="238529" y="566083"/>
                  </a:cubicBezTo>
                  <a:cubicBezTo>
                    <a:pt x="190523" y="551319"/>
                    <a:pt x="144613" y="524458"/>
                    <a:pt x="100798" y="485406"/>
                  </a:cubicBezTo>
                  <a:moveTo>
                    <a:pt x="332922" y="203752"/>
                  </a:moveTo>
                  <a:cubicBezTo>
                    <a:pt x="319682" y="191941"/>
                    <a:pt x="304442" y="186892"/>
                    <a:pt x="287107" y="188512"/>
                  </a:cubicBezTo>
                  <a:cubicBezTo>
                    <a:pt x="269962" y="189940"/>
                    <a:pt x="251007" y="202228"/>
                    <a:pt x="230433" y="225374"/>
                  </a:cubicBezTo>
                  <a:cubicBezTo>
                    <a:pt x="209764" y="248615"/>
                    <a:pt x="198524" y="268522"/>
                    <a:pt x="196715" y="285095"/>
                  </a:cubicBezTo>
                  <a:cubicBezTo>
                    <a:pt x="194905" y="301764"/>
                    <a:pt x="199286" y="314908"/>
                    <a:pt x="209859" y="324624"/>
                  </a:cubicBezTo>
                  <a:cubicBezTo>
                    <a:pt x="227766" y="340245"/>
                    <a:pt x="250626" y="345293"/>
                    <a:pt x="278249" y="339674"/>
                  </a:cubicBezTo>
                  <a:lnTo>
                    <a:pt x="362259" y="245281"/>
                  </a:lnTo>
                  <a:cubicBezTo>
                    <a:pt x="355973" y="229374"/>
                    <a:pt x="346257" y="215467"/>
                    <a:pt x="333017" y="20365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6" name="Forme libre : forme 35">
              <a:extLst>
                <a:ext uri="{FF2B5EF4-FFF2-40B4-BE49-F238E27FC236}">
                  <a16:creationId xmlns:a16="http://schemas.microsoft.com/office/drawing/2014/main" id="{5034F281-B049-83F8-5403-EB1EA8F1B335}"/>
                </a:ext>
              </a:extLst>
            </p:cNvPr>
            <p:cNvSpPr/>
            <p:nvPr/>
          </p:nvSpPr>
          <p:spPr bwMode="black">
            <a:xfrm>
              <a:off x="4362046" y="5781044"/>
              <a:ext cx="399279" cy="467402"/>
            </a:xfrm>
            <a:custGeom>
              <a:avLst/>
              <a:gdLst>
                <a:gd name="connsiteX0" fmla="*/ 311680 w 399278"/>
                <a:gd name="connsiteY0" fmla="*/ 47967 h 467401"/>
                <a:gd name="connsiteX1" fmla="*/ 392166 w 399278"/>
                <a:gd name="connsiteY1" fmla="*/ 122548 h 467401"/>
                <a:gd name="connsiteX2" fmla="*/ 379879 w 399278"/>
                <a:gd name="connsiteY2" fmla="*/ 217227 h 467401"/>
                <a:gd name="connsiteX3" fmla="*/ 274342 w 399278"/>
                <a:gd name="connsiteY3" fmla="*/ 274186 h 467401"/>
                <a:gd name="connsiteX4" fmla="*/ 289011 w 399278"/>
                <a:gd name="connsiteY4" fmla="*/ 402773 h 467401"/>
                <a:gd name="connsiteX5" fmla="*/ 209953 w 399278"/>
                <a:gd name="connsiteY5" fmla="*/ 466401 h 467401"/>
                <a:gd name="connsiteX6" fmla="*/ 97177 w 399278"/>
                <a:gd name="connsiteY6" fmla="*/ 436397 h 467401"/>
                <a:gd name="connsiteX7" fmla="*/ 19453 w 399278"/>
                <a:gd name="connsiteY7" fmla="*/ 392963 h 467401"/>
                <a:gd name="connsiteX8" fmla="*/ 2117 w 399278"/>
                <a:gd name="connsiteY8" fmla="*/ 374770 h 467401"/>
                <a:gd name="connsiteX9" fmla="*/ 3546 w 399278"/>
                <a:gd name="connsiteY9" fmla="*/ 352196 h 467401"/>
                <a:gd name="connsiteX10" fmla="*/ 192617 w 399278"/>
                <a:gd name="connsiteY10" fmla="*/ 13677 h 467401"/>
                <a:gd name="connsiteX11" fmla="*/ 211286 w 399278"/>
                <a:gd name="connsiteY11" fmla="*/ 342 h 467401"/>
                <a:gd name="connsiteX12" fmla="*/ 235956 w 399278"/>
                <a:gd name="connsiteY12" fmla="*/ 5581 h 467401"/>
                <a:gd name="connsiteX13" fmla="*/ 311680 w 399278"/>
                <a:gd name="connsiteY13" fmla="*/ 47872 h 467401"/>
                <a:gd name="connsiteX14" fmla="*/ 143373 w 399278"/>
                <a:gd name="connsiteY14" fmla="*/ 242087 h 467401"/>
                <a:gd name="connsiteX15" fmla="*/ 80603 w 399278"/>
                <a:gd name="connsiteY15" fmla="*/ 354482 h 467401"/>
                <a:gd name="connsiteX16" fmla="*/ 130038 w 399278"/>
                <a:gd name="connsiteY16" fmla="*/ 382104 h 467401"/>
                <a:gd name="connsiteX17" fmla="*/ 190046 w 399278"/>
                <a:gd name="connsiteY17" fmla="*/ 398964 h 467401"/>
                <a:gd name="connsiteX18" fmla="*/ 231479 w 399278"/>
                <a:gd name="connsiteY18" fmla="*/ 365435 h 467401"/>
                <a:gd name="connsiteX19" fmla="*/ 239385 w 399278"/>
                <a:gd name="connsiteY19" fmla="*/ 313143 h 467401"/>
                <a:gd name="connsiteX20" fmla="*/ 192236 w 399278"/>
                <a:gd name="connsiteY20" fmla="*/ 269423 h 467401"/>
                <a:gd name="connsiteX21" fmla="*/ 143373 w 399278"/>
                <a:gd name="connsiteY21" fmla="*/ 242087 h 467401"/>
                <a:gd name="connsiteX22" fmla="*/ 235099 w 399278"/>
                <a:gd name="connsiteY22" fmla="*/ 77780 h 467401"/>
                <a:gd name="connsiteX23" fmla="*/ 174330 w 399278"/>
                <a:gd name="connsiteY23" fmla="*/ 186652 h 467401"/>
                <a:gd name="connsiteX24" fmla="*/ 222716 w 399278"/>
                <a:gd name="connsiteY24" fmla="*/ 213702 h 467401"/>
                <a:gd name="connsiteX25" fmla="*/ 276342 w 399278"/>
                <a:gd name="connsiteY25" fmla="*/ 224275 h 467401"/>
                <a:gd name="connsiteX26" fmla="*/ 316538 w 399278"/>
                <a:gd name="connsiteY26" fmla="*/ 190461 h 467401"/>
                <a:gd name="connsiteX27" fmla="*/ 323872 w 399278"/>
                <a:gd name="connsiteY27" fmla="*/ 142455 h 467401"/>
                <a:gd name="connsiteX28" fmla="*/ 281676 w 399278"/>
                <a:gd name="connsiteY28" fmla="*/ 103784 h 467401"/>
                <a:gd name="connsiteX29" fmla="*/ 235194 w 399278"/>
                <a:gd name="connsiteY29" fmla="*/ 77780 h 467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9278" h="467401">
                  <a:moveTo>
                    <a:pt x="311680" y="47967"/>
                  </a:moveTo>
                  <a:cubicBezTo>
                    <a:pt x="352733" y="70923"/>
                    <a:pt x="379593" y="95783"/>
                    <a:pt x="392166" y="122548"/>
                  </a:cubicBezTo>
                  <a:cubicBezTo>
                    <a:pt x="404739" y="149409"/>
                    <a:pt x="400644" y="180936"/>
                    <a:pt x="379879" y="217227"/>
                  </a:cubicBezTo>
                  <a:cubicBezTo>
                    <a:pt x="356733" y="258755"/>
                    <a:pt x="321491" y="277711"/>
                    <a:pt x="274342" y="274186"/>
                  </a:cubicBezTo>
                  <a:cubicBezTo>
                    <a:pt x="312918" y="308285"/>
                    <a:pt x="317871" y="351243"/>
                    <a:pt x="289011" y="402773"/>
                  </a:cubicBezTo>
                  <a:cubicBezTo>
                    <a:pt x="267770" y="440779"/>
                    <a:pt x="241481" y="461924"/>
                    <a:pt x="209953" y="466401"/>
                  </a:cubicBezTo>
                  <a:cubicBezTo>
                    <a:pt x="178520" y="470782"/>
                    <a:pt x="140897" y="460781"/>
                    <a:pt x="97177" y="436397"/>
                  </a:cubicBezTo>
                  <a:lnTo>
                    <a:pt x="19453" y="392963"/>
                  </a:lnTo>
                  <a:cubicBezTo>
                    <a:pt x="11166" y="388296"/>
                    <a:pt x="5356" y="382295"/>
                    <a:pt x="2117" y="374770"/>
                  </a:cubicBezTo>
                  <a:cubicBezTo>
                    <a:pt x="-1121" y="367245"/>
                    <a:pt x="-645" y="359816"/>
                    <a:pt x="3546" y="352196"/>
                  </a:cubicBezTo>
                  <a:lnTo>
                    <a:pt x="192617" y="13677"/>
                  </a:lnTo>
                  <a:cubicBezTo>
                    <a:pt x="196904" y="5962"/>
                    <a:pt x="203190" y="1486"/>
                    <a:pt x="211286" y="342"/>
                  </a:cubicBezTo>
                  <a:cubicBezTo>
                    <a:pt x="219383" y="-801"/>
                    <a:pt x="227574" y="914"/>
                    <a:pt x="235956" y="5581"/>
                  </a:cubicBezTo>
                  <a:lnTo>
                    <a:pt x="311680" y="47872"/>
                  </a:lnTo>
                  <a:close/>
                  <a:moveTo>
                    <a:pt x="143373" y="242087"/>
                  </a:moveTo>
                  <a:lnTo>
                    <a:pt x="80603" y="354482"/>
                  </a:lnTo>
                  <a:lnTo>
                    <a:pt x="130038" y="382104"/>
                  </a:lnTo>
                  <a:cubicBezTo>
                    <a:pt x="153946" y="395439"/>
                    <a:pt x="174044" y="401154"/>
                    <a:pt x="190046" y="398964"/>
                  </a:cubicBezTo>
                  <a:cubicBezTo>
                    <a:pt x="206333" y="396963"/>
                    <a:pt x="220145" y="385724"/>
                    <a:pt x="231479" y="365435"/>
                  </a:cubicBezTo>
                  <a:cubicBezTo>
                    <a:pt x="242719" y="345243"/>
                    <a:pt x="245386" y="327812"/>
                    <a:pt x="239385" y="313143"/>
                  </a:cubicBezTo>
                  <a:cubicBezTo>
                    <a:pt x="233385" y="298475"/>
                    <a:pt x="217668" y="283902"/>
                    <a:pt x="192236" y="269423"/>
                  </a:cubicBezTo>
                  <a:lnTo>
                    <a:pt x="143373" y="242087"/>
                  </a:lnTo>
                  <a:close/>
                  <a:moveTo>
                    <a:pt x="235099" y="77780"/>
                  </a:moveTo>
                  <a:lnTo>
                    <a:pt x="174330" y="186652"/>
                  </a:lnTo>
                  <a:lnTo>
                    <a:pt x="222716" y="213702"/>
                  </a:lnTo>
                  <a:cubicBezTo>
                    <a:pt x="242052" y="224752"/>
                    <a:pt x="259959" y="228276"/>
                    <a:pt x="276342" y="224275"/>
                  </a:cubicBezTo>
                  <a:cubicBezTo>
                    <a:pt x="292725" y="220275"/>
                    <a:pt x="306156" y="209035"/>
                    <a:pt x="316538" y="190461"/>
                  </a:cubicBezTo>
                  <a:cubicBezTo>
                    <a:pt x="326920" y="171887"/>
                    <a:pt x="329301" y="155885"/>
                    <a:pt x="323872" y="142455"/>
                  </a:cubicBezTo>
                  <a:cubicBezTo>
                    <a:pt x="318062" y="129120"/>
                    <a:pt x="303965" y="116262"/>
                    <a:pt x="281676" y="103784"/>
                  </a:cubicBezTo>
                  <a:lnTo>
                    <a:pt x="235194" y="777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7" name="Forme libre : forme 36">
              <a:extLst>
                <a:ext uri="{FF2B5EF4-FFF2-40B4-BE49-F238E27FC236}">
                  <a16:creationId xmlns:a16="http://schemas.microsoft.com/office/drawing/2014/main" id="{156A3235-90CF-2927-2908-7613DD9FCB2E}"/>
                </a:ext>
              </a:extLst>
            </p:cNvPr>
            <p:cNvSpPr/>
            <p:nvPr/>
          </p:nvSpPr>
          <p:spPr bwMode="black">
            <a:xfrm>
              <a:off x="4761393" y="5957067"/>
              <a:ext cx="452210" cy="522721"/>
            </a:xfrm>
            <a:custGeom>
              <a:avLst/>
              <a:gdLst>
                <a:gd name="connsiteX0" fmla="*/ 2344 w 452211"/>
                <a:gd name="connsiteY0" fmla="*/ 389440 h 522723"/>
                <a:gd name="connsiteX1" fmla="*/ 140551 w 452211"/>
                <a:gd name="connsiteY1" fmla="*/ 17679 h 522723"/>
                <a:gd name="connsiteX2" fmla="*/ 183604 w 452211"/>
                <a:gd name="connsiteY2" fmla="*/ 3963 h 522723"/>
                <a:gd name="connsiteX3" fmla="*/ 212846 w 452211"/>
                <a:gd name="connsiteY3" fmla="*/ 28347 h 522723"/>
                <a:gd name="connsiteX4" fmla="*/ 216561 w 452211"/>
                <a:gd name="connsiteY4" fmla="*/ 45873 h 522723"/>
                <a:gd name="connsiteX5" fmla="*/ 283712 w 452211"/>
                <a:gd name="connsiteY5" fmla="*/ 384487 h 522723"/>
                <a:gd name="connsiteX6" fmla="*/ 386106 w 452211"/>
                <a:gd name="connsiteY6" fmla="*/ 109024 h 522723"/>
                <a:gd name="connsiteX7" fmla="*/ 402298 w 452211"/>
                <a:gd name="connsiteY7" fmla="*/ 92546 h 522723"/>
                <a:gd name="connsiteX8" fmla="*/ 427730 w 452211"/>
                <a:gd name="connsiteY8" fmla="*/ 94736 h 522723"/>
                <a:gd name="connsiteX9" fmla="*/ 448590 w 452211"/>
                <a:gd name="connsiteY9" fmla="*/ 110071 h 522723"/>
                <a:gd name="connsiteX10" fmla="*/ 450209 w 452211"/>
                <a:gd name="connsiteY10" fmla="*/ 132836 h 522723"/>
                <a:gd name="connsiteX11" fmla="*/ 312001 w 452211"/>
                <a:gd name="connsiteY11" fmla="*/ 504693 h 522723"/>
                <a:gd name="connsiteX12" fmla="*/ 271044 w 452211"/>
                <a:gd name="connsiteY12" fmla="*/ 519170 h 522723"/>
                <a:gd name="connsiteX13" fmla="*/ 249517 w 452211"/>
                <a:gd name="connsiteY13" fmla="*/ 505835 h 522723"/>
                <a:gd name="connsiteX14" fmla="*/ 239611 w 452211"/>
                <a:gd name="connsiteY14" fmla="*/ 491548 h 522723"/>
                <a:gd name="connsiteX15" fmla="*/ 235135 w 452211"/>
                <a:gd name="connsiteY15" fmla="*/ 473355 h 522723"/>
                <a:gd name="connsiteX16" fmla="*/ 168555 w 452211"/>
                <a:gd name="connsiteY16" fmla="*/ 138361 h 522723"/>
                <a:gd name="connsiteX17" fmla="*/ 66352 w 452211"/>
                <a:gd name="connsiteY17" fmla="*/ 413348 h 522723"/>
                <a:gd name="connsiteX18" fmla="*/ 50445 w 452211"/>
                <a:gd name="connsiteY18" fmla="*/ 429921 h 522723"/>
                <a:gd name="connsiteX19" fmla="*/ 24727 w 452211"/>
                <a:gd name="connsiteY19" fmla="*/ 427635 h 522723"/>
                <a:gd name="connsiteX20" fmla="*/ 2248 w 452211"/>
                <a:gd name="connsiteY20" fmla="*/ 389535 h 52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52211" h="522723">
                  <a:moveTo>
                    <a:pt x="2344" y="389440"/>
                  </a:moveTo>
                  <a:lnTo>
                    <a:pt x="140551" y="17679"/>
                  </a:lnTo>
                  <a:cubicBezTo>
                    <a:pt x="147028" y="248"/>
                    <a:pt x="161411" y="-4229"/>
                    <a:pt x="183604" y="3963"/>
                  </a:cubicBezTo>
                  <a:cubicBezTo>
                    <a:pt x="200273" y="10154"/>
                    <a:pt x="209989" y="18346"/>
                    <a:pt x="212846" y="28347"/>
                  </a:cubicBezTo>
                  <a:cubicBezTo>
                    <a:pt x="213989" y="31871"/>
                    <a:pt x="215227" y="37681"/>
                    <a:pt x="216561" y="45873"/>
                  </a:cubicBezTo>
                  <a:lnTo>
                    <a:pt x="283712" y="384487"/>
                  </a:lnTo>
                  <a:lnTo>
                    <a:pt x="386106" y="109024"/>
                  </a:lnTo>
                  <a:cubicBezTo>
                    <a:pt x="389440" y="100165"/>
                    <a:pt x="394774" y="94641"/>
                    <a:pt x="402298" y="92546"/>
                  </a:cubicBezTo>
                  <a:cubicBezTo>
                    <a:pt x="409823" y="90545"/>
                    <a:pt x="418205" y="91212"/>
                    <a:pt x="427730" y="94736"/>
                  </a:cubicBezTo>
                  <a:cubicBezTo>
                    <a:pt x="437160" y="98260"/>
                    <a:pt x="444113" y="103404"/>
                    <a:pt x="448590" y="110071"/>
                  </a:cubicBezTo>
                  <a:cubicBezTo>
                    <a:pt x="452781" y="116739"/>
                    <a:pt x="453352" y="124264"/>
                    <a:pt x="450209" y="132836"/>
                  </a:cubicBezTo>
                  <a:lnTo>
                    <a:pt x="312001" y="504693"/>
                  </a:lnTo>
                  <a:cubicBezTo>
                    <a:pt x="305524" y="522028"/>
                    <a:pt x="291904" y="526885"/>
                    <a:pt x="271044" y="519170"/>
                  </a:cubicBezTo>
                  <a:cubicBezTo>
                    <a:pt x="261900" y="515741"/>
                    <a:pt x="254756" y="511360"/>
                    <a:pt x="249517" y="505835"/>
                  </a:cubicBezTo>
                  <a:cubicBezTo>
                    <a:pt x="244279" y="500406"/>
                    <a:pt x="240945" y="495644"/>
                    <a:pt x="239611" y="491548"/>
                  </a:cubicBezTo>
                  <a:cubicBezTo>
                    <a:pt x="238278" y="487547"/>
                    <a:pt x="236754" y="481452"/>
                    <a:pt x="235135" y="473355"/>
                  </a:cubicBezTo>
                  <a:lnTo>
                    <a:pt x="168555" y="138361"/>
                  </a:lnTo>
                  <a:lnTo>
                    <a:pt x="66352" y="413348"/>
                  </a:lnTo>
                  <a:cubicBezTo>
                    <a:pt x="63304" y="422110"/>
                    <a:pt x="58065" y="427635"/>
                    <a:pt x="50445" y="429921"/>
                  </a:cubicBezTo>
                  <a:cubicBezTo>
                    <a:pt x="42920" y="432207"/>
                    <a:pt x="34348" y="431445"/>
                    <a:pt x="24727" y="427635"/>
                  </a:cubicBezTo>
                  <a:cubicBezTo>
                    <a:pt x="3296" y="419634"/>
                    <a:pt x="-4229" y="406966"/>
                    <a:pt x="2248" y="3895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8" name="Forme libre : forme 37">
              <a:extLst>
                <a:ext uri="{FF2B5EF4-FFF2-40B4-BE49-F238E27FC236}">
                  <a16:creationId xmlns:a16="http://schemas.microsoft.com/office/drawing/2014/main" id="{BE2B5C7B-B634-0F0D-B7AE-F3374E19E841}"/>
                </a:ext>
              </a:extLst>
            </p:cNvPr>
            <p:cNvSpPr/>
            <p:nvPr/>
          </p:nvSpPr>
          <p:spPr bwMode="black">
            <a:xfrm>
              <a:off x="5261998" y="6106779"/>
              <a:ext cx="330190" cy="441242"/>
            </a:xfrm>
            <a:custGeom>
              <a:avLst/>
              <a:gdLst>
                <a:gd name="connsiteX0" fmla="*/ 79905 w 330188"/>
                <a:gd name="connsiteY0" fmla="*/ 21794 h 441242"/>
                <a:gd name="connsiteX1" fmla="*/ 93525 w 330188"/>
                <a:gd name="connsiteY1" fmla="*/ 3126 h 441242"/>
                <a:gd name="connsiteX2" fmla="*/ 119148 w 330188"/>
                <a:gd name="connsiteY2" fmla="*/ 1125 h 441242"/>
                <a:gd name="connsiteX3" fmla="*/ 202015 w 330188"/>
                <a:gd name="connsiteY3" fmla="*/ 18270 h 441242"/>
                <a:gd name="connsiteX4" fmla="*/ 312029 w 330188"/>
                <a:gd name="connsiteY4" fmla="*/ 73134 h 441242"/>
                <a:gd name="connsiteX5" fmla="*/ 324411 w 330188"/>
                <a:gd name="connsiteY5" fmla="*/ 189149 h 441242"/>
                <a:gd name="connsiteX6" fmla="*/ 260022 w 330188"/>
                <a:gd name="connsiteY6" fmla="*/ 293733 h 441242"/>
                <a:gd name="connsiteX7" fmla="*/ 142198 w 330188"/>
                <a:gd name="connsiteY7" fmla="*/ 306401 h 441242"/>
                <a:gd name="connsiteX8" fmla="*/ 93144 w 330188"/>
                <a:gd name="connsiteY8" fmla="*/ 296305 h 441242"/>
                <a:gd name="connsiteX9" fmla="*/ 67522 w 330188"/>
                <a:gd name="connsiteY9" fmla="*/ 420416 h 441242"/>
                <a:gd name="connsiteX10" fmla="*/ 53997 w 330188"/>
                <a:gd name="connsiteY10" fmla="*/ 438513 h 441242"/>
                <a:gd name="connsiteX11" fmla="*/ 28755 w 330188"/>
                <a:gd name="connsiteY11" fmla="*/ 440037 h 441242"/>
                <a:gd name="connsiteX12" fmla="*/ 5895 w 330188"/>
                <a:gd name="connsiteY12" fmla="*/ 428417 h 441242"/>
                <a:gd name="connsiteX13" fmla="*/ 752 w 330188"/>
                <a:gd name="connsiteY13" fmla="*/ 405842 h 441242"/>
                <a:gd name="connsiteX14" fmla="*/ 79905 w 330188"/>
                <a:gd name="connsiteY14" fmla="*/ 21890 h 441242"/>
                <a:gd name="connsiteX15" fmla="*/ 139722 w 330188"/>
                <a:gd name="connsiteY15" fmla="*/ 70182 h 441242"/>
                <a:gd name="connsiteX16" fmla="*/ 106384 w 330188"/>
                <a:gd name="connsiteY16" fmla="*/ 231726 h 441242"/>
                <a:gd name="connsiteX17" fmla="*/ 149151 w 330188"/>
                <a:gd name="connsiteY17" fmla="*/ 244965 h 441242"/>
                <a:gd name="connsiteX18" fmla="*/ 219922 w 330188"/>
                <a:gd name="connsiteY18" fmla="*/ 240298 h 441242"/>
                <a:gd name="connsiteX19" fmla="*/ 256308 w 330188"/>
                <a:gd name="connsiteY19" fmla="*/ 180195 h 441242"/>
                <a:gd name="connsiteX20" fmla="*/ 250116 w 330188"/>
                <a:gd name="connsiteY20" fmla="*/ 111901 h 441242"/>
                <a:gd name="connsiteX21" fmla="*/ 189347 w 330188"/>
                <a:gd name="connsiteY21" fmla="*/ 80373 h 441242"/>
                <a:gd name="connsiteX22" fmla="*/ 139626 w 330188"/>
                <a:gd name="connsiteY22" fmla="*/ 70086 h 441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0188" h="441242">
                  <a:moveTo>
                    <a:pt x="79905" y="21794"/>
                  </a:moveTo>
                  <a:cubicBezTo>
                    <a:pt x="81810" y="12651"/>
                    <a:pt x="86286" y="6459"/>
                    <a:pt x="93525" y="3126"/>
                  </a:cubicBezTo>
                  <a:cubicBezTo>
                    <a:pt x="100764" y="-208"/>
                    <a:pt x="109242" y="-875"/>
                    <a:pt x="119148" y="1125"/>
                  </a:cubicBezTo>
                  <a:lnTo>
                    <a:pt x="202015" y="18270"/>
                  </a:lnTo>
                  <a:cubicBezTo>
                    <a:pt x="256403" y="29510"/>
                    <a:pt x="293074" y="47798"/>
                    <a:pt x="312029" y="73134"/>
                  </a:cubicBezTo>
                  <a:cubicBezTo>
                    <a:pt x="330984" y="98470"/>
                    <a:pt x="335079" y="137237"/>
                    <a:pt x="324411" y="189149"/>
                  </a:cubicBezTo>
                  <a:cubicBezTo>
                    <a:pt x="313743" y="240869"/>
                    <a:pt x="292312" y="275731"/>
                    <a:pt x="260022" y="293733"/>
                  </a:cubicBezTo>
                  <a:cubicBezTo>
                    <a:pt x="227733" y="311735"/>
                    <a:pt x="188585" y="315926"/>
                    <a:pt x="142198" y="306401"/>
                  </a:cubicBezTo>
                  <a:cubicBezTo>
                    <a:pt x="122767" y="302401"/>
                    <a:pt x="106384" y="299068"/>
                    <a:pt x="93144" y="296305"/>
                  </a:cubicBezTo>
                  <a:lnTo>
                    <a:pt x="67522" y="420416"/>
                  </a:lnTo>
                  <a:cubicBezTo>
                    <a:pt x="65522" y="429179"/>
                    <a:pt x="61045" y="435275"/>
                    <a:pt x="53997" y="438513"/>
                  </a:cubicBezTo>
                  <a:cubicBezTo>
                    <a:pt x="47043" y="441561"/>
                    <a:pt x="38661" y="442037"/>
                    <a:pt x="28755" y="440037"/>
                  </a:cubicBezTo>
                  <a:cubicBezTo>
                    <a:pt x="18849" y="437942"/>
                    <a:pt x="11229" y="434132"/>
                    <a:pt x="5895" y="428417"/>
                  </a:cubicBezTo>
                  <a:cubicBezTo>
                    <a:pt x="561" y="422607"/>
                    <a:pt x="-1153" y="415177"/>
                    <a:pt x="752" y="405842"/>
                  </a:cubicBezTo>
                  <a:lnTo>
                    <a:pt x="79905" y="21890"/>
                  </a:lnTo>
                  <a:close/>
                  <a:moveTo>
                    <a:pt x="139722" y="70182"/>
                  </a:moveTo>
                  <a:lnTo>
                    <a:pt x="106384" y="231726"/>
                  </a:lnTo>
                  <a:cubicBezTo>
                    <a:pt x="120386" y="237536"/>
                    <a:pt x="134578" y="242012"/>
                    <a:pt x="149151" y="244965"/>
                  </a:cubicBezTo>
                  <a:cubicBezTo>
                    <a:pt x="178393" y="250966"/>
                    <a:pt x="202015" y="249442"/>
                    <a:pt x="219922" y="240298"/>
                  </a:cubicBezTo>
                  <a:cubicBezTo>
                    <a:pt x="237829" y="231154"/>
                    <a:pt x="249926" y="211151"/>
                    <a:pt x="256308" y="180195"/>
                  </a:cubicBezTo>
                  <a:cubicBezTo>
                    <a:pt x="262689" y="149239"/>
                    <a:pt x="260594" y="126474"/>
                    <a:pt x="250116" y="111901"/>
                  </a:cubicBezTo>
                  <a:cubicBezTo>
                    <a:pt x="239639" y="97328"/>
                    <a:pt x="219351" y="86850"/>
                    <a:pt x="189347" y="80373"/>
                  </a:cubicBezTo>
                  <a:lnTo>
                    <a:pt x="139626" y="700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9" name="Forme libre : forme 38">
              <a:extLst>
                <a:ext uri="{FF2B5EF4-FFF2-40B4-BE49-F238E27FC236}">
                  <a16:creationId xmlns:a16="http://schemas.microsoft.com/office/drawing/2014/main" id="{96AF20DB-CCA4-3FCC-C0DA-BA41CC57E93E}"/>
                </a:ext>
              </a:extLst>
            </p:cNvPr>
            <p:cNvSpPr/>
            <p:nvPr/>
          </p:nvSpPr>
          <p:spPr bwMode="black">
            <a:xfrm>
              <a:off x="5935501" y="6183331"/>
              <a:ext cx="274235" cy="448834"/>
            </a:xfrm>
            <a:custGeom>
              <a:avLst/>
              <a:gdLst>
                <a:gd name="connsiteX0" fmla="*/ 0 w 274236"/>
                <a:gd name="connsiteY0" fmla="*/ 29258 h 448833"/>
                <a:gd name="connsiteX1" fmla="*/ 9430 w 274236"/>
                <a:gd name="connsiteY1" fmla="*/ 8113 h 448833"/>
                <a:gd name="connsiteX2" fmla="*/ 34100 w 274236"/>
                <a:gd name="connsiteY2" fmla="*/ 778 h 448833"/>
                <a:gd name="connsiteX3" fmla="*/ 118681 w 274236"/>
                <a:gd name="connsiteY3" fmla="*/ 16 h 448833"/>
                <a:gd name="connsiteX4" fmla="*/ 237744 w 274236"/>
                <a:gd name="connsiteY4" fmla="*/ 30591 h 448833"/>
                <a:gd name="connsiteX5" fmla="*/ 274225 w 274236"/>
                <a:gd name="connsiteY5" fmla="*/ 141367 h 448833"/>
                <a:gd name="connsiteX6" fmla="*/ 233267 w 274236"/>
                <a:gd name="connsiteY6" fmla="*/ 257096 h 448833"/>
                <a:gd name="connsiteX7" fmla="*/ 120777 w 274236"/>
                <a:gd name="connsiteY7" fmla="*/ 294243 h 448833"/>
                <a:gd name="connsiteX8" fmla="*/ 70676 w 274236"/>
                <a:gd name="connsiteY8" fmla="*/ 294719 h 448833"/>
                <a:gd name="connsiteX9" fmla="*/ 71819 w 274236"/>
                <a:gd name="connsiteY9" fmla="*/ 421497 h 448833"/>
                <a:gd name="connsiteX10" fmla="*/ 62389 w 274236"/>
                <a:gd name="connsiteY10" fmla="*/ 441976 h 448833"/>
                <a:gd name="connsiteX11" fmla="*/ 38005 w 274236"/>
                <a:gd name="connsiteY11" fmla="*/ 448834 h 448833"/>
                <a:gd name="connsiteX12" fmla="*/ 13240 w 274236"/>
                <a:gd name="connsiteY12" fmla="*/ 442262 h 448833"/>
                <a:gd name="connsiteX13" fmla="*/ 3429 w 274236"/>
                <a:gd name="connsiteY13" fmla="*/ 421307 h 448833"/>
                <a:gd name="connsiteX14" fmla="*/ 95 w 274236"/>
                <a:gd name="connsiteY14" fmla="*/ 29258 h 448833"/>
                <a:gd name="connsiteX15" fmla="*/ 68675 w 274236"/>
                <a:gd name="connsiteY15" fmla="*/ 63929 h 448833"/>
                <a:gd name="connsiteX16" fmla="*/ 70104 w 274236"/>
                <a:gd name="connsiteY16" fmla="*/ 228902 h 448833"/>
                <a:gd name="connsiteX17" fmla="*/ 114681 w 274236"/>
                <a:gd name="connsiteY17" fmla="*/ 232902 h 448833"/>
                <a:gd name="connsiteX18" fmla="*/ 182880 w 274236"/>
                <a:gd name="connsiteY18" fmla="*/ 213472 h 448833"/>
                <a:gd name="connsiteX19" fmla="*/ 205835 w 274236"/>
                <a:gd name="connsiteY19" fmla="*/ 147082 h 448833"/>
                <a:gd name="connsiteX20" fmla="*/ 185452 w 274236"/>
                <a:gd name="connsiteY20" fmla="*/ 81645 h 448833"/>
                <a:gd name="connsiteX21" fmla="*/ 119444 w 274236"/>
                <a:gd name="connsiteY21" fmla="*/ 63643 h 448833"/>
                <a:gd name="connsiteX22" fmla="*/ 68675 w 274236"/>
                <a:gd name="connsiteY22" fmla="*/ 64024 h 448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74236" h="448833">
                  <a:moveTo>
                    <a:pt x="0" y="29258"/>
                  </a:moveTo>
                  <a:cubicBezTo>
                    <a:pt x="0" y="19923"/>
                    <a:pt x="3048" y="12970"/>
                    <a:pt x="9430" y="8113"/>
                  </a:cubicBezTo>
                  <a:cubicBezTo>
                    <a:pt x="15812" y="3255"/>
                    <a:pt x="24003" y="873"/>
                    <a:pt x="34100" y="778"/>
                  </a:cubicBezTo>
                  <a:lnTo>
                    <a:pt x="118681" y="16"/>
                  </a:lnTo>
                  <a:cubicBezTo>
                    <a:pt x="174212" y="-460"/>
                    <a:pt x="213931" y="9732"/>
                    <a:pt x="237744" y="30591"/>
                  </a:cubicBezTo>
                  <a:cubicBezTo>
                    <a:pt x="261556" y="51451"/>
                    <a:pt x="273749" y="88313"/>
                    <a:pt x="274225" y="141367"/>
                  </a:cubicBezTo>
                  <a:cubicBezTo>
                    <a:pt x="274701" y="194231"/>
                    <a:pt x="260985" y="232807"/>
                    <a:pt x="233267" y="257096"/>
                  </a:cubicBezTo>
                  <a:cubicBezTo>
                    <a:pt x="205550" y="281480"/>
                    <a:pt x="168021" y="293863"/>
                    <a:pt x="120777" y="294243"/>
                  </a:cubicBezTo>
                  <a:cubicBezTo>
                    <a:pt x="100965" y="294434"/>
                    <a:pt x="84296" y="294529"/>
                    <a:pt x="70676" y="294719"/>
                  </a:cubicBezTo>
                  <a:lnTo>
                    <a:pt x="71819" y="421497"/>
                  </a:lnTo>
                  <a:cubicBezTo>
                    <a:pt x="71628" y="430451"/>
                    <a:pt x="68580" y="437309"/>
                    <a:pt x="62389" y="441976"/>
                  </a:cubicBezTo>
                  <a:cubicBezTo>
                    <a:pt x="56197" y="446453"/>
                    <a:pt x="48101" y="448739"/>
                    <a:pt x="38005" y="448834"/>
                  </a:cubicBezTo>
                  <a:cubicBezTo>
                    <a:pt x="27908" y="448834"/>
                    <a:pt x="19621" y="446739"/>
                    <a:pt x="13240" y="442262"/>
                  </a:cubicBezTo>
                  <a:cubicBezTo>
                    <a:pt x="6858" y="437785"/>
                    <a:pt x="3524" y="430832"/>
                    <a:pt x="3429" y="421307"/>
                  </a:cubicBezTo>
                  <a:lnTo>
                    <a:pt x="95" y="29258"/>
                  </a:lnTo>
                  <a:close/>
                  <a:moveTo>
                    <a:pt x="68675" y="63929"/>
                  </a:moveTo>
                  <a:lnTo>
                    <a:pt x="70104" y="228902"/>
                  </a:lnTo>
                  <a:cubicBezTo>
                    <a:pt x="84963" y="231664"/>
                    <a:pt x="99822" y="232998"/>
                    <a:pt x="114681" y="232902"/>
                  </a:cubicBezTo>
                  <a:cubicBezTo>
                    <a:pt x="144589" y="232617"/>
                    <a:pt x="167354" y="226139"/>
                    <a:pt x="182880" y="213472"/>
                  </a:cubicBezTo>
                  <a:cubicBezTo>
                    <a:pt x="198406" y="200708"/>
                    <a:pt x="206121" y="178610"/>
                    <a:pt x="205835" y="147082"/>
                  </a:cubicBezTo>
                  <a:cubicBezTo>
                    <a:pt x="205550" y="115554"/>
                    <a:pt x="198787" y="93742"/>
                    <a:pt x="185452" y="81645"/>
                  </a:cubicBezTo>
                  <a:cubicBezTo>
                    <a:pt x="172117" y="69644"/>
                    <a:pt x="150114" y="63643"/>
                    <a:pt x="119444" y="63643"/>
                  </a:cubicBezTo>
                  <a:lnTo>
                    <a:pt x="68675" y="6402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0" name="Forme libre : forme 39">
              <a:extLst>
                <a:ext uri="{FF2B5EF4-FFF2-40B4-BE49-F238E27FC236}">
                  <a16:creationId xmlns:a16="http://schemas.microsoft.com/office/drawing/2014/main" id="{B2C46358-5635-83FF-70B7-414CDFD57771}"/>
                </a:ext>
              </a:extLst>
            </p:cNvPr>
            <p:cNvSpPr/>
            <p:nvPr/>
          </p:nvSpPr>
          <p:spPr bwMode="black">
            <a:xfrm>
              <a:off x="6296608" y="6156294"/>
              <a:ext cx="335473" cy="465514"/>
            </a:xfrm>
            <a:custGeom>
              <a:avLst/>
              <a:gdLst>
                <a:gd name="connsiteX0" fmla="*/ 653 w 335474"/>
                <a:gd name="connsiteY0" fmla="*/ 447488 h 465516"/>
                <a:gd name="connsiteX1" fmla="*/ 367 w 335474"/>
                <a:gd name="connsiteY1" fmla="*/ 435677 h 465516"/>
                <a:gd name="connsiteX2" fmla="*/ 66661 w 335474"/>
                <a:gd name="connsiteY2" fmla="*/ 34579 h 465516"/>
                <a:gd name="connsiteX3" fmla="*/ 97237 w 335474"/>
                <a:gd name="connsiteY3" fmla="*/ 4194 h 465516"/>
                <a:gd name="connsiteX4" fmla="*/ 125812 w 335474"/>
                <a:gd name="connsiteY4" fmla="*/ 384 h 465516"/>
                <a:gd name="connsiteX5" fmla="*/ 163150 w 335474"/>
                <a:gd name="connsiteY5" fmla="*/ 24292 h 465516"/>
                <a:gd name="connsiteX6" fmla="*/ 331837 w 335474"/>
                <a:gd name="connsiteY6" fmla="*/ 391767 h 465516"/>
                <a:gd name="connsiteX7" fmla="*/ 335362 w 335474"/>
                <a:gd name="connsiteY7" fmla="*/ 404149 h 465516"/>
                <a:gd name="connsiteX8" fmla="*/ 328599 w 335474"/>
                <a:gd name="connsiteY8" fmla="*/ 418627 h 465516"/>
                <a:gd name="connsiteX9" fmla="*/ 306120 w 335474"/>
                <a:gd name="connsiteY9" fmla="*/ 428247 h 465516"/>
                <a:gd name="connsiteX10" fmla="*/ 263353 w 335474"/>
                <a:gd name="connsiteY10" fmla="*/ 406054 h 465516"/>
                <a:gd name="connsiteX11" fmla="*/ 228872 w 335474"/>
                <a:gd name="connsiteY11" fmla="*/ 328711 h 465516"/>
                <a:gd name="connsiteX12" fmla="*/ 73996 w 335474"/>
                <a:gd name="connsiteY12" fmla="*/ 349571 h 465516"/>
                <a:gd name="connsiteX13" fmla="*/ 61899 w 335474"/>
                <a:gd name="connsiteY13" fmla="*/ 430057 h 465516"/>
                <a:gd name="connsiteX14" fmla="*/ 53612 w 335474"/>
                <a:gd name="connsiteY14" fmla="*/ 455298 h 465516"/>
                <a:gd name="connsiteX15" fmla="*/ 32657 w 335474"/>
                <a:gd name="connsiteY15" fmla="*/ 465014 h 465516"/>
                <a:gd name="connsiteX16" fmla="*/ 10083 w 335474"/>
                <a:gd name="connsiteY16" fmla="*/ 461204 h 465516"/>
                <a:gd name="connsiteX17" fmla="*/ 749 w 335474"/>
                <a:gd name="connsiteY17" fmla="*/ 447488 h 465516"/>
                <a:gd name="connsiteX18" fmla="*/ 115525 w 335474"/>
                <a:gd name="connsiteY18" fmla="*/ 74394 h 465516"/>
                <a:gd name="connsiteX19" fmla="*/ 83616 w 335474"/>
                <a:gd name="connsiteY19" fmla="*/ 286134 h 465516"/>
                <a:gd name="connsiteX20" fmla="*/ 202774 w 335474"/>
                <a:gd name="connsiteY20" fmla="*/ 270037 h 465516"/>
                <a:gd name="connsiteX21" fmla="*/ 115429 w 335474"/>
                <a:gd name="connsiteY21" fmla="*/ 74394 h 4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35474" h="465516">
                  <a:moveTo>
                    <a:pt x="653" y="447488"/>
                  </a:moveTo>
                  <a:cubicBezTo>
                    <a:pt x="-109" y="441963"/>
                    <a:pt x="-204" y="438058"/>
                    <a:pt x="367" y="435677"/>
                  </a:cubicBezTo>
                  <a:lnTo>
                    <a:pt x="66661" y="34579"/>
                  </a:lnTo>
                  <a:cubicBezTo>
                    <a:pt x="69233" y="16672"/>
                    <a:pt x="79425" y="6576"/>
                    <a:pt x="97237" y="4194"/>
                  </a:cubicBezTo>
                  <a:lnTo>
                    <a:pt x="125812" y="384"/>
                  </a:lnTo>
                  <a:cubicBezTo>
                    <a:pt x="142861" y="-1902"/>
                    <a:pt x="155339" y="6004"/>
                    <a:pt x="163150" y="24292"/>
                  </a:cubicBezTo>
                  <a:lnTo>
                    <a:pt x="331837" y="391767"/>
                  </a:lnTo>
                  <a:cubicBezTo>
                    <a:pt x="333552" y="395386"/>
                    <a:pt x="334790" y="399577"/>
                    <a:pt x="335362" y="404149"/>
                  </a:cubicBezTo>
                  <a:cubicBezTo>
                    <a:pt x="336028" y="408721"/>
                    <a:pt x="333742" y="413579"/>
                    <a:pt x="328599" y="418627"/>
                  </a:cubicBezTo>
                  <a:cubicBezTo>
                    <a:pt x="323455" y="423866"/>
                    <a:pt x="315931" y="427104"/>
                    <a:pt x="306120" y="428247"/>
                  </a:cubicBezTo>
                  <a:cubicBezTo>
                    <a:pt x="285641" y="431010"/>
                    <a:pt x="271449" y="423580"/>
                    <a:pt x="263353" y="406054"/>
                  </a:cubicBezTo>
                  <a:lnTo>
                    <a:pt x="228872" y="328711"/>
                  </a:lnTo>
                  <a:lnTo>
                    <a:pt x="73996" y="349571"/>
                  </a:lnTo>
                  <a:lnTo>
                    <a:pt x="61899" y="430057"/>
                  </a:lnTo>
                  <a:cubicBezTo>
                    <a:pt x="60756" y="441392"/>
                    <a:pt x="57994" y="449869"/>
                    <a:pt x="53612" y="455298"/>
                  </a:cubicBezTo>
                  <a:cubicBezTo>
                    <a:pt x="49135" y="460537"/>
                    <a:pt x="42182" y="463776"/>
                    <a:pt x="32657" y="465014"/>
                  </a:cubicBezTo>
                  <a:cubicBezTo>
                    <a:pt x="23132" y="466347"/>
                    <a:pt x="15607" y="465014"/>
                    <a:pt x="10083" y="461204"/>
                  </a:cubicBezTo>
                  <a:cubicBezTo>
                    <a:pt x="4558" y="457394"/>
                    <a:pt x="1510" y="452822"/>
                    <a:pt x="749" y="447488"/>
                  </a:cubicBezTo>
                  <a:moveTo>
                    <a:pt x="115525" y="74394"/>
                  </a:moveTo>
                  <a:lnTo>
                    <a:pt x="83616" y="286134"/>
                  </a:lnTo>
                  <a:lnTo>
                    <a:pt x="202774" y="270037"/>
                  </a:lnTo>
                  <a:lnTo>
                    <a:pt x="115429" y="74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1" name="Forme libre : forme 40">
              <a:extLst>
                <a:ext uri="{FF2B5EF4-FFF2-40B4-BE49-F238E27FC236}">
                  <a16:creationId xmlns:a16="http://schemas.microsoft.com/office/drawing/2014/main" id="{52FE87E7-FE47-8DAD-0DB6-9FF5BC39015E}"/>
                </a:ext>
              </a:extLst>
            </p:cNvPr>
            <p:cNvSpPr/>
            <p:nvPr/>
          </p:nvSpPr>
          <p:spPr bwMode="black">
            <a:xfrm>
              <a:off x="6670015" y="6070848"/>
              <a:ext cx="373971" cy="468438"/>
            </a:xfrm>
            <a:custGeom>
              <a:avLst/>
              <a:gdLst>
                <a:gd name="connsiteX0" fmla="*/ 172934 w 373970"/>
                <a:gd name="connsiteY0" fmla="*/ 430349 h 468437"/>
                <a:gd name="connsiteX1" fmla="*/ 169409 w 373970"/>
                <a:gd name="connsiteY1" fmla="*/ 453209 h 468437"/>
                <a:gd name="connsiteX2" fmla="*/ 147692 w 373970"/>
                <a:gd name="connsiteY2" fmla="*/ 466354 h 468437"/>
                <a:gd name="connsiteX3" fmla="*/ 122070 w 373970"/>
                <a:gd name="connsiteY3" fmla="*/ 466449 h 468437"/>
                <a:gd name="connsiteX4" fmla="*/ 107116 w 373970"/>
                <a:gd name="connsiteY4" fmla="*/ 448732 h 468437"/>
                <a:gd name="connsiteX5" fmla="*/ 1293 w 373970"/>
                <a:gd name="connsiteY5" fmla="*/ 71257 h 468437"/>
                <a:gd name="connsiteX6" fmla="*/ 4722 w 373970"/>
                <a:gd name="connsiteY6" fmla="*/ 48397 h 468437"/>
                <a:gd name="connsiteX7" fmla="*/ 26344 w 373970"/>
                <a:gd name="connsiteY7" fmla="*/ 34967 h 468437"/>
                <a:gd name="connsiteX8" fmla="*/ 112069 w 373970"/>
                <a:gd name="connsiteY8" fmla="*/ 10963 h 468437"/>
                <a:gd name="connsiteX9" fmla="*/ 230274 w 373970"/>
                <a:gd name="connsiteY9" fmla="*/ 8678 h 468437"/>
                <a:gd name="connsiteX10" fmla="*/ 295139 w 373970"/>
                <a:gd name="connsiteY10" fmla="*/ 100689 h 468437"/>
                <a:gd name="connsiteX11" fmla="*/ 261516 w 373970"/>
                <a:gd name="connsiteY11" fmla="*/ 236420 h 468437"/>
                <a:gd name="connsiteX12" fmla="*/ 364862 w 373970"/>
                <a:gd name="connsiteY12" fmla="*/ 362722 h 468437"/>
                <a:gd name="connsiteX13" fmla="*/ 373054 w 373970"/>
                <a:gd name="connsiteY13" fmla="*/ 378724 h 468437"/>
                <a:gd name="connsiteX14" fmla="*/ 370863 w 373970"/>
                <a:gd name="connsiteY14" fmla="*/ 396059 h 468437"/>
                <a:gd name="connsiteX15" fmla="*/ 352004 w 373970"/>
                <a:gd name="connsiteY15" fmla="*/ 409013 h 468437"/>
                <a:gd name="connsiteX16" fmla="*/ 303712 w 373970"/>
                <a:gd name="connsiteY16" fmla="*/ 393678 h 468437"/>
                <a:gd name="connsiteX17" fmla="*/ 204080 w 373970"/>
                <a:gd name="connsiteY17" fmla="*/ 270901 h 468437"/>
                <a:gd name="connsiteX18" fmla="*/ 174457 w 373970"/>
                <a:gd name="connsiteY18" fmla="*/ 281092 h 468437"/>
                <a:gd name="connsiteX19" fmla="*/ 133405 w 373970"/>
                <a:gd name="connsiteY19" fmla="*/ 289379 h 468437"/>
                <a:gd name="connsiteX20" fmla="*/ 172934 w 373970"/>
                <a:gd name="connsiteY20" fmla="*/ 430349 h 468437"/>
                <a:gd name="connsiteX21" fmla="*/ 76636 w 373970"/>
                <a:gd name="connsiteY21" fmla="*/ 86782 h 468437"/>
                <a:gd name="connsiteX22" fmla="*/ 116641 w 373970"/>
                <a:gd name="connsiteY22" fmla="*/ 229467 h 468437"/>
                <a:gd name="connsiteX23" fmla="*/ 175124 w 373970"/>
                <a:gd name="connsiteY23" fmla="*/ 216894 h 468437"/>
                <a:gd name="connsiteX24" fmla="*/ 230179 w 373970"/>
                <a:gd name="connsiteY24" fmla="*/ 122120 h 468437"/>
                <a:gd name="connsiteX25" fmla="*/ 195603 w 373970"/>
                <a:gd name="connsiteY25" fmla="*/ 69828 h 468437"/>
                <a:gd name="connsiteX26" fmla="*/ 129976 w 373970"/>
                <a:gd name="connsiteY26" fmla="*/ 71828 h 468437"/>
                <a:gd name="connsiteX27" fmla="*/ 76636 w 373970"/>
                <a:gd name="connsiteY27" fmla="*/ 86782 h 46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73970" h="468437">
                  <a:moveTo>
                    <a:pt x="172934" y="430349"/>
                  </a:moveTo>
                  <a:cubicBezTo>
                    <a:pt x="175220" y="439302"/>
                    <a:pt x="174077" y="446923"/>
                    <a:pt x="169409" y="453209"/>
                  </a:cubicBezTo>
                  <a:cubicBezTo>
                    <a:pt x="164647" y="459210"/>
                    <a:pt x="157408" y="463686"/>
                    <a:pt x="147692" y="466354"/>
                  </a:cubicBezTo>
                  <a:cubicBezTo>
                    <a:pt x="137977" y="469116"/>
                    <a:pt x="129404" y="469116"/>
                    <a:pt x="122070" y="466449"/>
                  </a:cubicBezTo>
                  <a:cubicBezTo>
                    <a:pt x="114640" y="463782"/>
                    <a:pt x="109687" y="457972"/>
                    <a:pt x="107116" y="448732"/>
                  </a:cubicBezTo>
                  <a:lnTo>
                    <a:pt x="1293" y="71257"/>
                  </a:lnTo>
                  <a:cubicBezTo>
                    <a:pt x="-1183" y="62303"/>
                    <a:pt x="-136" y="54683"/>
                    <a:pt x="4722" y="48397"/>
                  </a:cubicBezTo>
                  <a:cubicBezTo>
                    <a:pt x="9580" y="42110"/>
                    <a:pt x="16723" y="37633"/>
                    <a:pt x="26344" y="34967"/>
                  </a:cubicBezTo>
                  <a:lnTo>
                    <a:pt x="112069" y="10963"/>
                  </a:lnTo>
                  <a:cubicBezTo>
                    <a:pt x="161218" y="-2848"/>
                    <a:pt x="200556" y="-3610"/>
                    <a:pt x="230274" y="8678"/>
                  </a:cubicBezTo>
                  <a:cubicBezTo>
                    <a:pt x="259992" y="20869"/>
                    <a:pt x="281614" y="51540"/>
                    <a:pt x="295139" y="100689"/>
                  </a:cubicBezTo>
                  <a:cubicBezTo>
                    <a:pt x="311808" y="160125"/>
                    <a:pt x="300569" y="205368"/>
                    <a:pt x="261516" y="236420"/>
                  </a:cubicBezTo>
                  <a:lnTo>
                    <a:pt x="364862" y="362722"/>
                  </a:lnTo>
                  <a:cubicBezTo>
                    <a:pt x="368768" y="367865"/>
                    <a:pt x="371530" y="373199"/>
                    <a:pt x="373054" y="378724"/>
                  </a:cubicBezTo>
                  <a:cubicBezTo>
                    <a:pt x="374768" y="384248"/>
                    <a:pt x="374102" y="389963"/>
                    <a:pt x="370863" y="396059"/>
                  </a:cubicBezTo>
                  <a:cubicBezTo>
                    <a:pt x="367720" y="402345"/>
                    <a:pt x="361433" y="406632"/>
                    <a:pt x="352004" y="409013"/>
                  </a:cubicBezTo>
                  <a:cubicBezTo>
                    <a:pt x="332192" y="414538"/>
                    <a:pt x="316094" y="409394"/>
                    <a:pt x="303712" y="393678"/>
                  </a:cubicBezTo>
                  <a:lnTo>
                    <a:pt x="204080" y="270901"/>
                  </a:lnTo>
                  <a:cubicBezTo>
                    <a:pt x="196270" y="274425"/>
                    <a:pt x="186364" y="277759"/>
                    <a:pt x="174457" y="281092"/>
                  </a:cubicBezTo>
                  <a:cubicBezTo>
                    <a:pt x="162551" y="284426"/>
                    <a:pt x="148835" y="287188"/>
                    <a:pt x="133405" y="289379"/>
                  </a:cubicBezTo>
                  <a:lnTo>
                    <a:pt x="172934" y="430349"/>
                  </a:lnTo>
                  <a:close/>
                  <a:moveTo>
                    <a:pt x="76636" y="86782"/>
                  </a:moveTo>
                  <a:lnTo>
                    <a:pt x="116641" y="229467"/>
                  </a:lnTo>
                  <a:cubicBezTo>
                    <a:pt x="132167" y="227657"/>
                    <a:pt x="151693" y="223466"/>
                    <a:pt x="175124" y="216894"/>
                  </a:cubicBezTo>
                  <a:cubicBezTo>
                    <a:pt x="225607" y="202987"/>
                    <a:pt x="243990" y="171364"/>
                    <a:pt x="230179" y="122120"/>
                  </a:cubicBezTo>
                  <a:cubicBezTo>
                    <a:pt x="222178" y="93736"/>
                    <a:pt x="210653" y="76305"/>
                    <a:pt x="195603" y="69828"/>
                  </a:cubicBezTo>
                  <a:cubicBezTo>
                    <a:pt x="180458" y="63351"/>
                    <a:pt x="158646" y="64018"/>
                    <a:pt x="129976" y="71828"/>
                  </a:cubicBezTo>
                  <a:lnTo>
                    <a:pt x="76636" y="867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2" name="Forme libre : forme 41">
              <a:extLst>
                <a:ext uri="{FF2B5EF4-FFF2-40B4-BE49-F238E27FC236}">
                  <a16:creationId xmlns:a16="http://schemas.microsoft.com/office/drawing/2014/main" id="{968B288C-DADA-CC44-CBA0-BAC9DE22A2B8}"/>
                </a:ext>
              </a:extLst>
            </p:cNvPr>
            <p:cNvSpPr/>
            <p:nvPr/>
          </p:nvSpPr>
          <p:spPr bwMode="black">
            <a:xfrm>
              <a:off x="7050453" y="5974182"/>
              <a:ext cx="216664" cy="426936"/>
            </a:xfrm>
            <a:custGeom>
              <a:avLst/>
              <a:gdLst>
                <a:gd name="connsiteX0" fmla="*/ 2426 w 216666"/>
                <a:gd name="connsiteY0" fmla="*/ 42480 h 426937"/>
                <a:gd name="connsiteX1" fmla="*/ 3474 w 216666"/>
                <a:gd name="connsiteY1" fmla="*/ 19334 h 426937"/>
                <a:gd name="connsiteX2" fmla="*/ 23858 w 216666"/>
                <a:gd name="connsiteY2" fmla="*/ 3713 h 426937"/>
                <a:gd name="connsiteX3" fmla="*/ 49480 w 216666"/>
                <a:gd name="connsiteY3" fmla="*/ 1046 h 426937"/>
                <a:gd name="connsiteX4" fmla="*/ 65863 w 216666"/>
                <a:gd name="connsiteY4" fmla="*/ 16762 h 426937"/>
                <a:gd name="connsiteX5" fmla="*/ 214453 w 216666"/>
                <a:gd name="connsiteY5" fmla="*/ 384523 h 426937"/>
                <a:gd name="connsiteX6" fmla="*/ 213405 w 216666"/>
                <a:gd name="connsiteY6" fmla="*/ 407668 h 426937"/>
                <a:gd name="connsiteX7" fmla="*/ 193307 w 216666"/>
                <a:gd name="connsiteY7" fmla="*/ 423099 h 426937"/>
                <a:gd name="connsiteX8" fmla="*/ 167781 w 216666"/>
                <a:gd name="connsiteY8" fmla="*/ 426052 h 426937"/>
                <a:gd name="connsiteX9" fmla="*/ 151016 w 216666"/>
                <a:gd name="connsiteY9" fmla="*/ 410145 h 426937"/>
                <a:gd name="connsiteX10" fmla="*/ 2426 w 216666"/>
                <a:gd name="connsiteY10" fmla="*/ 42384 h 4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66" h="426937">
                  <a:moveTo>
                    <a:pt x="2426" y="42480"/>
                  </a:moveTo>
                  <a:cubicBezTo>
                    <a:pt x="-1098" y="33622"/>
                    <a:pt x="-812" y="26002"/>
                    <a:pt x="3474" y="19334"/>
                  </a:cubicBezTo>
                  <a:cubicBezTo>
                    <a:pt x="7665" y="12762"/>
                    <a:pt x="14523" y="7523"/>
                    <a:pt x="23858" y="3713"/>
                  </a:cubicBezTo>
                  <a:cubicBezTo>
                    <a:pt x="33192" y="-97"/>
                    <a:pt x="41765" y="-954"/>
                    <a:pt x="49480" y="1046"/>
                  </a:cubicBezTo>
                  <a:cubicBezTo>
                    <a:pt x="57195" y="3047"/>
                    <a:pt x="62624" y="8285"/>
                    <a:pt x="65863" y="16762"/>
                  </a:cubicBezTo>
                  <a:lnTo>
                    <a:pt x="214453" y="384523"/>
                  </a:lnTo>
                  <a:cubicBezTo>
                    <a:pt x="217691" y="393190"/>
                    <a:pt x="217406" y="400906"/>
                    <a:pt x="213405" y="407668"/>
                  </a:cubicBezTo>
                  <a:cubicBezTo>
                    <a:pt x="209405" y="414145"/>
                    <a:pt x="202642" y="419384"/>
                    <a:pt x="193307" y="423099"/>
                  </a:cubicBezTo>
                  <a:cubicBezTo>
                    <a:pt x="183973" y="426909"/>
                    <a:pt x="175400" y="427861"/>
                    <a:pt x="167781" y="426052"/>
                  </a:cubicBezTo>
                  <a:cubicBezTo>
                    <a:pt x="160160" y="424242"/>
                    <a:pt x="154541" y="418908"/>
                    <a:pt x="151016" y="410145"/>
                  </a:cubicBezTo>
                  <a:lnTo>
                    <a:pt x="2426" y="4238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3" name="Forme libre : forme 42">
              <a:extLst>
                <a:ext uri="{FF2B5EF4-FFF2-40B4-BE49-F238E27FC236}">
                  <a16:creationId xmlns:a16="http://schemas.microsoft.com/office/drawing/2014/main" id="{148EA762-A5D3-83A6-9C87-83377A88526C}"/>
                </a:ext>
              </a:extLst>
            </p:cNvPr>
            <p:cNvSpPr/>
            <p:nvPr/>
          </p:nvSpPr>
          <p:spPr bwMode="black">
            <a:xfrm>
              <a:off x="7249150" y="5827329"/>
              <a:ext cx="402091" cy="465770"/>
            </a:xfrm>
            <a:custGeom>
              <a:avLst/>
              <a:gdLst>
                <a:gd name="connsiteX0" fmla="*/ 96247 w 402092"/>
                <a:gd name="connsiteY0" fmla="*/ 28552 h 465771"/>
                <a:gd name="connsiteX1" fmla="*/ 202451 w 402092"/>
                <a:gd name="connsiteY1" fmla="*/ 834 h 465771"/>
                <a:gd name="connsiteX2" fmla="*/ 275603 w 402092"/>
                <a:gd name="connsiteY2" fmla="*/ 62080 h 465771"/>
                <a:gd name="connsiteX3" fmla="*/ 266935 w 402092"/>
                <a:gd name="connsiteY3" fmla="*/ 181714 h 465771"/>
                <a:gd name="connsiteX4" fmla="*/ 383235 w 402092"/>
                <a:gd name="connsiteY4" fmla="*/ 238483 h 465771"/>
                <a:gd name="connsiteX5" fmla="*/ 394380 w 402092"/>
                <a:gd name="connsiteY5" fmla="*/ 339353 h 465771"/>
                <a:gd name="connsiteX6" fmla="*/ 308464 w 402092"/>
                <a:gd name="connsiteY6" fmla="*/ 418315 h 465771"/>
                <a:gd name="connsiteX7" fmla="*/ 230073 w 402092"/>
                <a:gd name="connsiteY7" fmla="*/ 460511 h 465771"/>
                <a:gd name="connsiteX8" fmla="*/ 205404 w 402092"/>
                <a:gd name="connsiteY8" fmla="*/ 465369 h 465771"/>
                <a:gd name="connsiteX9" fmla="*/ 187116 w 402092"/>
                <a:gd name="connsiteY9" fmla="*/ 452034 h 465771"/>
                <a:gd name="connsiteX10" fmla="*/ 3474 w 402092"/>
                <a:gd name="connsiteY10" fmla="*/ 110563 h 465771"/>
                <a:gd name="connsiteX11" fmla="*/ 2235 w 402092"/>
                <a:gd name="connsiteY11" fmla="*/ 87702 h 465771"/>
                <a:gd name="connsiteX12" fmla="*/ 19952 w 402092"/>
                <a:gd name="connsiteY12" fmla="*/ 69700 h 465771"/>
                <a:gd name="connsiteX13" fmla="*/ 96342 w 402092"/>
                <a:gd name="connsiteY13" fmla="*/ 28647 h 465771"/>
                <a:gd name="connsiteX14" fmla="*/ 80245 w 402092"/>
                <a:gd name="connsiteY14" fmla="*/ 109134 h 465771"/>
                <a:gd name="connsiteX15" fmla="*/ 139300 w 402092"/>
                <a:gd name="connsiteY15" fmla="*/ 218957 h 465771"/>
                <a:gd name="connsiteX16" fmla="*/ 188068 w 402092"/>
                <a:gd name="connsiteY16" fmla="*/ 192763 h 465771"/>
                <a:gd name="connsiteX17" fmla="*/ 225882 w 402092"/>
                <a:gd name="connsiteY17" fmla="*/ 153234 h 465771"/>
                <a:gd name="connsiteX18" fmla="*/ 218929 w 402092"/>
                <a:gd name="connsiteY18" fmla="*/ 101132 h 465771"/>
                <a:gd name="connsiteX19" fmla="*/ 182448 w 402092"/>
                <a:gd name="connsiteY19" fmla="*/ 69128 h 465771"/>
                <a:gd name="connsiteX20" fmla="*/ 127108 w 402092"/>
                <a:gd name="connsiteY20" fmla="*/ 83892 h 465771"/>
                <a:gd name="connsiteX21" fmla="*/ 80245 w 402092"/>
                <a:gd name="connsiteY21" fmla="*/ 109134 h 465771"/>
                <a:gd name="connsiteX22" fmla="*/ 169399 w 402092"/>
                <a:gd name="connsiteY22" fmla="*/ 274773 h 465771"/>
                <a:gd name="connsiteX23" fmla="*/ 230359 w 402092"/>
                <a:gd name="connsiteY23" fmla="*/ 388121 h 465771"/>
                <a:gd name="connsiteX24" fmla="*/ 280175 w 402092"/>
                <a:gd name="connsiteY24" fmla="*/ 361260 h 465771"/>
                <a:gd name="connsiteX25" fmla="*/ 326657 w 402092"/>
                <a:gd name="connsiteY25" fmla="*/ 319731 h 465771"/>
                <a:gd name="connsiteX26" fmla="*/ 320656 w 402092"/>
                <a:gd name="connsiteY26" fmla="*/ 266772 h 465771"/>
                <a:gd name="connsiteX27" fmla="*/ 280841 w 402092"/>
                <a:gd name="connsiteY27" fmla="*/ 231911 h 465771"/>
                <a:gd name="connsiteX28" fmla="*/ 218643 w 402092"/>
                <a:gd name="connsiteY28" fmla="*/ 248198 h 465771"/>
                <a:gd name="connsiteX29" fmla="*/ 169304 w 402092"/>
                <a:gd name="connsiteY29" fmla="*/ 274773 h 46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2092" h="465771">
                  <a:moveTo>
                    <a:pt x="96247" y="28552"/>
                  </a:moveTo>
                  <a:cubicBezTo>
                    <a:pt x="137681" y="6264"/>
                    <a:pt x="173019" y="-2976"/>
                    <a:pt x="202451" y="834"/>
                  </a:cubicBezTo>
                  <a:cubicBezTo>
                    <a:pt x="231788" y="4645"/>
                    <a:pt x="256172" y="25123"/>
                    <a:pt x="275603" y="62080"/>
                  </a:cubicBezTo>
                  <a:cubicBezTo>
                    <a:pt x="298082" y="103895"/>
                    <a:pt x="295224" y="143805"/>
                    <a:pt x="266935" y="181714"/>
                  </a:cubicBezTo>
                  <a:cubicBezTo>
                    <a:pt x="316465" y="167522"/>
                    <a:pt x="355232" y="186477"/>
                    <a:pt x="383235" y="238483"/>
                  </a:cubicBezTo>
                  <a:cubicBezTo>
                    <a:pt x="403905" y="276773"/>
                    <a:pt x="407524" y="310397"/>
                    <a:pt x="394380" y="339353"/>
                  </a:cubicBezTo>
                  <a:cubicBezTo>
                    <a:pt x="381140" y="368214"/>
                    <a:pt x="352470" y="394503"/>
                    <a:pt x="308464" y="418315"/>
                  </a:cubicBezTo>
                  <a:lnTo>
                    <a:pt x="230073" y="460511"/>
                  </a:lnTo>
                  <a:cubicBezTo>
                    <a:pt x="221691" y="464987"/>
                    <a:pt x="213500" y="466607"/>
                    <a:pt x="205404" y="465369"/>
                  </a:cubicBezTo>
                  <a:cubicBezTo>
                    <a:pt x="197307" y="464035"/>
                    <a:pt x="191307" y="459653"/>
                    <a:pt x="187116" y="452034"/>
                  </a:cubicBezTo>
                  <a:lnTo>
                    <a:pt x="3474" y="110563"/>
                  </a:lnTo>
                  <a:cubicBezTo>
                    <a:pt x="-717" y="102752"/>
                    <a:pt x="-1098" y="95132"/>
                    <a:pt x="2235" y="87702"/>
                  </a:cubicBezTo>
                  <a:cubicBezTo>
                    <a:pt x="5664" y="80273"/>
                    <a:pt x="11570" y="74272"/>
                    <a:pt x="19952" y="69700"/>
                  </a:cubicBezTo>
                  <a:lnTo>
                    <a:pt x="96342" y="28647"/>
                  </a:lnTo>
                  <a:close/>
                  <a:moveTo>
                    <a:pt x="80245" y="109134"/>
                  </a:moveTo>
                  <a:lnTo>
                    <a:pt x="139300" y="218957"/>
                  </a:lnTo>
                  <a:lnTo>
                    <a:pt x="188068" y="192763"/>
                  </a:lnTo>
                  <a:cubicBezTo>
                    <a:pt x="207785" y="182381"/>
                    <a:pt x="220358" y="169236"/>
                    <a:pt x="225882" y="153234"/>
                  </a:cubicBezTo>
                  <a:cubicBezTo>
                    <a:pt x="231312" y="137232"/>
                    <a:pt x="229025" y="119897"/>
                    <a:pt x="218929" y="101132"/>
                  </a:cubicBezTo>
                  <a:cubicBezTo>
                    <a:pt x="208833" y="82368"/>
                    <a:pt x="196641" y="71700"/>
                    <a:pt x="182448" y="69128"/>
                  </a:cubicBezTo>
                  <a:cubicBezTo>
                    <a:pt x="168066" y="66843"/>
                    <a:pt x="149682" y="71796"/>
                    <a:pt x="127108" y="83892"/>
                  </a:cubicBezTo>
                  <a:lnTo>
                    <a:pt x="80245" y="109134"/>
                  </a:lnTo>
                  <a:close/>
                  <a:moveTo>
                    <a:pt x="169399" y="274773"/>
                  </a:moveTo>
                  <a:lnTo>
                    <a:pt x="230359" y="388121"/>
                  </a:lnTo>
                  <a:lnTo>
                    <a:pt x="280175" y="361260"/>
                  </a:lnTo>
                  <a:cubicBezTo>
                    <a:pt x="304368" y="348211"/>
                    <a:pt x="319894" y="334400"/>
                    <a:pt x="326657" y="319731"/>
                  </a:cubicBezTo>
                  <a:cubicBezTo>
                    <a:pt x="333705" y="304968"/>
                    <a:pt x="331705" y="287251"/>
                    <a:pt x="320656" y="266772"/>
                  </a:cubicBezTo>
                  <a:cubicBezTo>
                    <a:pt x="309702" y="246389"/>
                    <a:pt x="296463" y="234768"/>
                    <a:pt x="280841" y="231911"/>
                  </a:cubicBezTo>
                  <a:cubicBezTo>
                    <a:pt x="265221" y="229054"/>
                    <a:pt x="244551" y="234482"/>
                    <a:pt x="218643" y="248198"/>
                  </a:cubicBezTo>
                  <a:lnTo>
                    <a:pt x="169304" y="27477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4" name="Forme libre : forme 43">
              <a:extLst>
                <a:ext uri="{FF2B5EF4-FFF2-40B4-BE49-F238E27FC236}">
                  <a16:creationId xmlns:a16="http://schemas.microsoft.com/office/drawing/2014/main" id="{8DEB3986-7CE5-16E3-8BC4-E8D671912D23}"/>
                </a:ext>
              </a:extLst>
            </p:cNvPr>
            <p:cNvSpPr/>
            <p:nvPr/>
          </p:nvSpPr>
          <p:spPr bwMode="black">
            <a:xfrm>
              <a:off x="7642412" y="5637252"/>
              <a:ext cx="417192" cy="467370"/>
            </a:xfrm>
            <a:custGeom>
              <a:avLst/>
              <a:gdLst>
                <a:gd name="connsiteX0" fmla="*/ 141039 w 417193"/>
                <a:gd name="connsiteY0" fmla="*/ 459804 h 467371"/>
                <a:gd name="connsiteX1" fmla="*/ 135134 w 417193"/>
                <a:gd name="connsiteY1" fmla="*/ 449518 h 467371"/>
                <a:gd name="connsiteX2" fmla="*/ 2832 w 417193"/>
                <a:gd name="connsiteY2" fmla="*/ 65183 h 467371"/>
                <a:gd name="connsiteX3" fmla="*/ 15309 w 417193"/>
                <a:gd name="connsiteY3" fmla="*/ 23845 h 467371"/>
                <a:gd name="connsiteX4" fmla="*/ 38646 w 417193"/>
                <a:gd name="connsiteY4" fmla="*/ 6890 h 467371"/>
                <a:gd name="connsiteX5" fmla="*/ 82841 w 417193"/>
                <a:gd name="connsiteY5" fmla="*/ 10129 h 467371"/>
                <a:gd name="connsiteX6" fmla="*/ 405930 w 417193"/>
                <a:gd name="connsiteY6" fmla="*/ 253207 h 467371"/>
                <a:gd name="connsiteX7" fmla="*/ 414883 w 417193"/>
                <a:gd name="connsiteY7" fmla="*/ 262351 h 467371"/>
                <a:gd name="connsiteX8" fmla="*/ 415740 w 417193"/>
                <a:gd name="connsiteY8" fmla="*/ 278353 h 467371"/>
                <a:gd name="connsiteX9" fmla="*/ 400500 w 417193"/>
                <a:gd name="connsiteY9" fmla="*/ 297498 h 467371"/>
                <a:gd name="connsiteX10" fmla="*/ 352399 w 417193"/>
                <a:gd name="connsiteY10" fmla="*/ 298260 h 467371"/>
                <a:gd name="connsiteX11" fmla="*/ 285248 w 417193"/>
                <a:gd name="connsiteY11" fmla="*/ 246635 h 467371"/>
                <a:gd name="connsiteX12" fmla="*/ 158851 w 417193"/>
                <a:gd name="connsiteY12" fmla="*/ 338646 h 467371"/>
                <a:gd name="connsiteX13" fmla="*/ 186474 w 417193"/>
                <a:gd name="connsiteY13" fmla="*/ 415227 h 467371"/>
                <a:gd name="connsiteX14" fmla="*/ 191141 w 417193"/>
                <a:gd name="connsiteY14" fmla="*/ 441326 h 467371"/>
                <a:gd name="connsiteX15" fmla="*/ 177330 w 417193"/>
                <a:gd name="connsiteY15" fmla="*/ 459899 h 467371"/>
                <a:gd name="connsiteX16" fmla="*/ 155613 w 417193"/>
                <a:gd name="connsiteY16" fmla="*/ 467234 h 467371"/>
                <a:gd name="connsiteX17" fmla="*/ 140849 w 417193"/>
                <a:gd name="connsiteY17" fmla="*/ 459614 h 467371"/>
                <a:gd name="connsiteX18" fmla="*/ 64458 w 417193"/>
                <a:gd name="connsiteY18" fmla="*/ 76804 h 467371"/>
                <a:gd name="connsiteX19" fmla="*/ 137039 w 417193"/>
                <a:gd name="connsiteY19" fmla="*/ 278258 h 467371"/>
                <a:gd name="connsiteX20" fmla="*/ 234289 w 417193"/>
                <a:gd name="connsiteY20" fmla="*/ 207487 h 467371"/>
                <a:gd name="connsiteX21" fmla="*/ 64458 w 417193"/>
                <a:gd name="connsiteY21" fmla="*/ 76804 h 467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7193" h="467371">
                  <a:moveTo>
                    <a:pt x="141039" y="459804"/>
                  </a:moveTo>
                  <a:cubicBezTo>
                    <a:pt x="137801" y="455328"/>
                    <a:pt x="135800" y="451899"/>
                    <a:pt x="135134" y="449518"/>
                  </a:cubicBezTo>
                  <a:lnTo>
                    <a:pt x="2832" y="65183"/>
                  </a:lnTo>
                  <a:cubicBezTo>
                    <a:pt x="-3455" y="48229"/>
                    <a:pt x="736" y="34513"/>
                    <a:pt x="15309" y="23845"/>
                  </a:cubicBezTo>
                  <a:lnTo>
                    <a:pt x="38646" y="6890"/>
                  </a:lnTo>
                  <a:cubicBezTo>
                    <a:pt x="52552" y="-3301"/>
                    <a:pt x="67316" y="-2158"/>
                    <a:pt x="82841" y="10129"/>
                  </a:cubicBezTo>
                  <a:lnTo>
                    <a:pt x="405930" y="253207"/>
                  </a:lnTo>
                  <a:cubicBezTo>
                    <a:pt x="409168" y="255588"/>
                    <a:pt x="412216" y="258636"/>
                    <a:pt x="414883" y="262351"/>
                  </a:cubicBezTo>
                  <a:cubicBezTo>
                    <a:pt x="417645" y="266066"/>
                    <a:pt x="417931" y="271400"/>
                    <a:pt x="415740" y="278353"/>
                  </a:cubicBezTo>
                  <a:cubicBezTo>
                    <a:pt x="413740" y="285401"/>
                    <a:pt x="408597" y="291783"/>
                    <a:pt x="400500" y="297498"/>
                  </a:cubicBezTo>
                  <a:cubicBezTo>
                    <a:pt x="383832" y="309690"/>
                    <a:pt x="367734" y="309976"/>
                    <a:pt x="352399" y="298260"/>
                  </a:cubicBezTo>
                  <a:lnTo>
                    <a:pt x="285248" y="246635"/>
                  </a:lnTo>
                  <a:lnTo>
                    <a:pt x="158851" y="338646"/>
                  </a:lnTo>
                  <a:lnTo>
                    <a:pt x="186474" y="415227"/>
                  </a:lnTo>
                  <a:cubicBezTo>
                    <a:pt x="190855" y="425800"/>
                    <a:pt x="192474" y="434468"/>
                    <a:pt x="191141" y="441326"/>
                  </a:cubicBezTo>
                  <a:cubicBezTo>
                    <a:pt x="189712" y="447993"/>
                    <a:pt x="185140" y="454185"/>
                    <a:pt x="177330" y="459899"/>
                  </a:cubicBezTo>
                  <a:cubicBezTo>
                    <a:pt x="169519" y="465614"/>
                    <a:pt x="162280" y="467995"/>
                    <a:pt x="155613" y="467234"/>
                  </a:cubicBezTo>
                  <a:cubicBezTo>
                    <a:pt x="148945" y="466472"/>
                    <a:pt x="144087" y="463900"/>
                    <a:pt x="140849" y="459614"/>
                  </a:cubicBezTo>
                  <a:moveTo>
                    <a:pt x="64458" y="76804"/>
                  </a:moveTo>
                  <a:lnTo>
                    <a:pt x="137039" y="278258"/>
                  </a:lnTo>
                  <a:lnTo>
                    <a:pt x="234289" y="207487"/>
                  </a:lnTo>
                  <a:lnTo>
                    <a:pt x="64458" y="7680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5" name="Forme libre : forme 44">
              <a:extLst>
                <a:ext uri="{FF2B5EF4-FFF2-40B4-BE49-F238E27FC236}">
                  <a16:creationId xmlns:a16="http://schemas.microsoft.com/office/drawing/2014/main" id="{F1F18620-33E9-E31A-83AA-13914A1C22DD}"/>
                </a:ext>
              </a:extLst>
            </p:cNvPr>
            <p:cNvSpPr/>
            <p:nvPr/>
          </p:nvSpPr>
          <p:spPr bwMode="black">
            <a:xfrm>
              <a:off x="7901337" y="5362908"/>
              <a:ext cx="414995" cy="434935"/>
            </a:xfrm>
            <a:custGeom>
              <a:avLst/>
              <a:gdLst>
                <a:gd name="connsiteX0" fmla="*/ 48130 w 414994"/>
                <a:gd name="connsiteY0" fmla="*/ 45670 h 434933"/>
                <a:gd name="connsiteX1" fmla="*/ 138617 w 414994"/>
                <a:gd name="connsiteY1" fmla="*/ 712 h 434933"/>
                <a:gd name="connsiteX2" fmla="*/ 217579 w 414994"/>
                <a:gd name="connsiteY2" fmla="*/ 27573 h 434933"/>
                <a:gd name="connsiteX3" fmla="*/ 227295 w 414994"/>
                <a:gd name="connsiteY3" fmla="*/ 52528 h 434933"/>
                <a:gd name="connsiteX4" fmla="*/ 213484 w 414994"/>
                <a:gd name="connsiteY4" fmla="*/ 77770 h 434933"/>
                <a:gd name="connsiteX5" fmla="*/ 174336 w 414994"/>
                <a:gd name="connsiteY5" fmla="*/ 84342 h 434933"/>
                <a:gd name="connsiteX6" fmla="*/ 134045 w 414994"/>
                <a:gd name="connsiteY6" fmla="*/ 71483 h 434933"/>
                <a:gd name="connsiteX7" fmla="*/ 91469 w 414994"/>
                <a:gd name="connsiteY7" fmla="*/ 92057 h 434933"/>
                <a:gd name="connsiteX8" fmla="*/ 67465 w 414994"/>
                <a:gd name="connsiteY8" fmla="*/ 133872 h 434933"/>
                <a:gd name="connsiteX9" fmla="*/ 81848 w 414994"/>
                <a:gd name="connsiteY9" fmla="*/ 174925 h 434933"/>
                <a:gd name="connsiteX10" fmla="*/ 128521 w 414994"/>
                <a:gd name="connsiteY10" fmla="*/ 193213 h 434933"/>
                <a:gd name="connsiteX11" fmla="*/ 188814 w 414994"/>
                <a:gd name="connsiteY11" fmla="*/ 183592 h 434933"/>
                <a:gd name="connsiteX12" fmla="*/ 253203 w 414994"/>
                <a:gd name="connsiteY12" fmla="*/ 166543 h 434933"/>
                <a:gd name="connsiteX13" fmla="*/ 319878 w 414994"/>
                <a:gd name="connsiteY13" fmla="*/ 164066 h 434933"/>
                <a:gd name="connsiteX14" fmla="*/ 378171 w 414994"/>
                <a:gd name="connsiteY14" fmla="*/ 195594 h 434933"/>
                <a:gd name="connsiteX15" fmla="*/ 414366 w 414994"/>
                <a:gd name="connsiteY15" fmla="*/ 288082 h 434933"/>
                <a:gd name="connsiteX16" fmla="*/ 363503 w 414994"/>
                <a:gd name="connsiteY16" fmla="*/ 380760 h 434933"/>
                <a:gd name="connsiteX17" fmla="*/ 286826 w 414994"/>
                <a:gd name="connsiteY17" fmla="*/ 426194 h 434933"/>
                <a:gd name="connsiteX18" fmla="*/ 220151 w 414994"/>
                <a:gd name="connsiteY18" fmla="*/ 424861 h 434933"/>
                <a:gd name="connsiteX19" fmla="*/ 210340 w 414994"/>
                <a:gd name="connsiteY19" fmla="*/ 401620 h 434933"/>
                <a:gd name="connsiteX20" fmla="*/ 217008 w 414994"/>
                <a:gd name="connsiteY20" fmla="*/ 379331 h 434933"/>
                <a:gd name="connsiteX21" fmla="*/ 233867 w 414994"/>
                <a:gd name="connsiteY21" fmla="*/ 370949 h 434933"/>
                <a:gd name="connsiteX22" fmla="*/ 322068 w 414994"/>
                <a:gd name="connsiteY22" fmla="*/ 332468 h 434933"/>
                <a:gd name="connsiteX23" fmla="*/ 333880 w 414994"/>
                <a:gd name="connsiteY23" fmla="*/ 248362 h 434933"/>
                <a:gd name="connsiteX24" fmla="*/ 291303 w 414994"/>
                <a:gd name="connsiteY24" fmla="*/ 233885 h 434933"/>
                <a:gd name="connsiteX25" fmla="*/ 231391 w 414994"/>
                <a:gd name="connsiteY25" fmla="*/ 244362 h 434933"/>
                <a:gd name="connsiteX26" fmla="*/ 166049 w 414994"/>
                <a:gd name="connsiteY26" fmla="*/ 261126 h 434933"/>
                <a:gd name="connsiteX27" fmla="*/ 97564 w 414994"/>
                <a:gd name="connsiteY27" fmla="*/ 261126 h 434933"/>
                <a:gd name="connsiteX28" fmla="*/ 36604 w 414994"/>
                <a:gd name="connsiteY28" fmla="*/ 226455 h 434933"/>
                <a:gd name="connsiteX29" fmla="*/ 600 w 414994"/>
                <a:gd name="connsiteY29" fmla="*/ 134634 h 434933"/>
                <a:gd name="connsiteX30" fmla="*/ 48034 w 414994"/>
                <a:gd name="connsiteY30" fmla="*/ 45670 h 434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14994" h="434933">
                  <a:moveTo>
                    <a:pt x="48130" y="45670"/>
                  </a:moveTo>
                  <a:cubicBezTo>
                    <a:pt x="75943" y="19095"/>
                    <a:pt x="106137" y="4141"/>
                    <a:pt x="138617" y="712"/>
                  </a:cubicBezTo>
                  <a:cubicBezTo>
                    <a:pt x="171193" y="-2717"/>
                    <a:pt x="197482" y="6237"/>
                    <a:pt x="217579" y="27573"/>
                  </a:cubicBezTo>
                  <a:cubicBezTo>
                    <a:pt x="224819" y="35193"/>
                    <a:pt x="228057" y="43575"/>
                    <a:pt x="227295" y="52528"/>
                  </a:cubicBezTo>
                  <a:cubicBezTo>
                    <a:pt x="226438" y="61577"/>
                    <a:pt x="221866" y="69959"/>
                    <a:pt x="213484" y="77770"/>
                  </a:cubicBezTo>
                  <a:cubicBezTo>
                    <a:pt x="199577" y="91010"/>
                    <a:pt x="186528" y="93200"/>
                    <a:pt x="174336" y="84342"/>
                  </a:cubicBezTo>
                  <a:cubicBezTo>
                    <a:pt x="162049" y="75484"/>
                    <a:pt x="148714" y="71197"/>
                    <a:pt x="134045" y="71483"/>
                  </a:cubicBezTo>
                  <a:cubicBezTo>
                    <a:pt x="119472" y="71769"/>
                    <a:pt x="105280" y="78627"/>
                    <a:pt x="91469" y="92057"/>
                  </a:cubicBezTo>
                  <a:cubicBezTo>
                    <a:pt x="77848" y="105106"/>
                    <a:pt x="69847" y="119013"/>
                    <a:pt x="67465" y="133872"/>
                  </a:cubicBezTo>
                  <a:cubicBezTo>
                    <a:pt x="65084" y="148731"/>
                    <a:pt x="69847" y="162352"/>
                    <a:pt x="81848" y="174925"/>
                  </a:cubicBezTo>
                  <a:cubicBezTo>
                    <a:pt x="93850" y="187497"/>
                    <a:pt x="109375" y="193593"/>
                    <a:pt x="128521" y="193213"/>
                  </a:cubicBezTo>
                  <a:cubicBezTo>
                    <a:pt x="147571" y="192736"/>
                    <a:pt x="167669" y="189498"/>
                    <a:pt x="188814" y="183592"/>
                  </a:cubicBezTo>
                  <a:cubicBezTo>
                    <a:pt x="209959" y="177591"/>
                    <a:pt x="231486" y="171972"/>
                    <a:pt x="253203" y="166543"/>
                  </a:cubicBezTo>
                  <a:cubicBezTo>
                    <a:pt x="275015" y="161113"/>
                    <a:pt x="297208" y="160351"/>
                    <a:pt x="319878" y="164066"/>
                  </a:cubicBezTo>
                  <a:cubicBezTo>
                    <a:pt x="342547" y="167781"/>
                    <a:pt x="361978" y="178354"/>
                    <a:pt x="378171" y="195594"/>
                  </a:cubicBezTo>
                  <a:cubicBezTo>
                    <a:pt x="405984" y="224645"/>
                    <a:pt x="417985" y="255506"/>
                    <a:pt x="414366" y="288082"/>
                  </a:cubicBezTo>
                  <a:cubicBezTo>
                    <a:pt x="410746" y="320657"/>
                    <a:pt x="393792" y="351518"/>
                    <a:pt x="363503" y="380760"/>
                  </a:cubicBezTo>
                  <a:cubicBezTo>
                    <a:pt x="344453" y="398952"/>
                    <a:pt x="318926" y="414097"/>
                    <a:pt x="286826" y="426194"/>
                  </a:cubicBezTo>
                  <a:cubicBezTo>
                    <a:pt x="254727" y="438291"/>
                    <a:pt x="232534" y="437815"/>
                    <a:pt x="220151" y="424861"/>
                  </a:cubicBezTo>
                  <a:cubicBezTo>
                    <a:pt x="214531" y="419051"/>
                    <a:pt x="211293" y="411335"/>
                    <a:pt x="210340" y="401620"/>
                  </a:cubicBezTo>
                  <a:cubicBezTo>
                    <a:pt x="209388" y="391904"/>
                    <a:pt x="211674" y="384570"/>
                    <a:pt x="217008" y="379331"/>
                  </a:cubicBezTo>
                  <a:cubicBezTo>
                    <a:pt x="222437" y="374188"/>
                    <a:pt x="228057" y="371426"/>
                    <a:pt x="233867" y="370949"/>
                  </a:cubicBezTo>
                  <a:cubicBezTo>
                    <a:pt x="268348" y="368282"/>
                    <a:pt x="297684" y="355423"/>
                    <a:pt x="322068" y="332468"/>
                  </a:cubicBezTo>
                  <a:cubicBezTo>
                    <a:pt x="354168" y="301702"/>
                    <a:pt x="358169" y="273699"/>
                    <a:pt x="333880" y="248362"/>
                  </a:cubicBezTo>
                  <a:cubicBezTo>
                    <a:pt x="323878" y="237885"/>
                    <a:pt x="309686" y="233122"/>
                    <a:pt x="291303" y="233885"/>
                  </a:cubicBezTo>
                  <a:cubicBezTo>
                    <a:pt x="272920" y="234646"/>
                    <a:pt x="252917" y="238170"/>
                    <a:pt x="231391" y="244362"/>
                  </a:cubicBezTo>
                  <a:cubicBezTo>
                    <a:pt x="209959" y="250648"/>
                    <a:pt x="188147" y="256173"/>
                    <a:pt x="166049" y="261126"/>
                  </a:cubicBezTo>
                  <a:cubicBezTo>
                    <a:pt x="143665" y="265698"/>
                    <a:pt x="120805" y="265698"/>
                    <a:pt x="97564" y="261126"/>
                  </a:cubicBezTo>
                  <a:cubicBezTo>
                    <a:pt x="74323" y="256553"/>
                    <a:pt x="53940" y="244933"/>
                    <a:pt x="36604" y="226455"/>
                  </a:cubicBezTo>
                  <a:cubicBezTo>
                    <a:pt x="9077" y="197689"/>
                    <a:pt x="-2924" y="167114"/>
                    <a:pt x="600" y="134634"/>
                  </a:cubicBezTo>
                  <a:cubicBezTo>
                    <a:pt x="4410" y="101868"/>
                    <a:pt x="20221" y="72245"/>
                    <a:pt x="48034" y="456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pic>
        <p:nvPicPr>
          <p:cNvPr id="53" name="Image 52">
            <a:extLst>
              <a:ext uri="{FF2B5EF4-FFF2-40B4-BE49-F238E27FC236}">
                <a16:creationId xmlns:a16="http://schemas.microsoft.com/office/drawing/2014/main" id="{C849A147-E453-3F60-8F4B-1AE1AED1E2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47951" y="5900190"/>
            <a:ext cx="2144449" cy="445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696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0_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96A180C-4058-FE26-CC5F-9244A9909761}"/>
              </a:ext>
            </a:extLst>
          </p:cNvPr>
          <p:cNvSpPr/>
          <p:nvPr userDrawn="1"/>
        </p:nvSpPr>
        <p:spPr>
          <a:xfrm>
            <a:off x="0" y="0"/>
            <a:ext cx="12192000" cy="5372100"/>
          </a:xfrm>
          <a:prstGeom prst="rect">
            <a:avLst/>
          </a:prstGeom>
          <a:solidFill>
            <a:srgbClr val="EEEACC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19C23642-2664-7995-5F29-1341E8761F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40625" y="684889"/>
            <a:ext cx="7251527" cy="3926122"/>
          </a:xfrm>
          <a:prstGeom prst="rect">
            <a:avLst/>
          </a:prstGeom>
        </p:spPr>
      </p:pic>
      <p:pic>
        <p:nvPicPr>
          <p:cNvPr id="9" name="Image 8" descr="Une image contenant graphisme, Graphique, drapeau&#10;&#10;Description générée automatiquement">
            <a:extLst>
              <a:ext uri="{FF2B5EF4-FFF2-40B4-BE49-F238E27FC236}">
                <a16:creationId xmlns:a16="http://schemas.microsoft.com/office/drawing/2014/main" id="{7BD741FB-3663-F60D-FD50-BC481CA3AA5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4825" y="5783226"/>
            <a:ext cx="3448227" cy="714412"/>
          </a:xfrm>
          <a:prstGeom prst="rect">
            <a:avLst/>
          </a:prstGeom>
        </p:spPr>
      </p:pic>
      <p:pic>
        <p:nvPicPr>
          <p:cNvPr id="10" name="Image 9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D17B5445-3189-E333-1857-4D28D863A93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951396" y="6011838"/>
            <a:ext cx="3730817" cy="25718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E9081C9-DA3C-C42B-A1EF-EE2CBC29A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2009426"/>
            <a:ext cx="5859464" cy="1235723"/>
          </a:xfrm>
          <a:noFill/>
        </p:spPr>
        <p:txBody>
          <a:bodyPr wrap="square" rtlCol="0">
            <a:spAutoFit/>
          </a:bodyPr>
          <a:lstStyle>
            <a:lvl1pPr>
              <a:defRPr lang="en-US" sz="4400" b="1" cap="all" spc="200">
                <a:solidFill>
                  <a:schemeClr val="tx2"/>
                </a:solidFill>
                <a:latin typeface="BNPPSans" panose="02000000000000000000" pitchFamily="2" charset="0"/>
                <a:ea typeface="+mn-ea"/>
                <a:cs typeface="+mn-cs"/>
              </a:defRPr>
            </a:lvl1pPr>
          </a:lstStyle>
          <a:p>
            <a:pPr marL="0"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69F4A944-CABE-D92C-2AEB-48537CA6BC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238" y="3429000"/>
            <a:ext cx="5949950" cy="685800"/>
          </a:xfrm>
        </p:spPr>
        <p:txBody>
          <a:bodyPr lIns="0" tIns="0" rIns="0" bIns="0"/>
          <a:lstStyle>
            <a:lvl1pPr marL="0" indent="0">
              <a:buFontTx/>
              <a:buNone/>
              <a:defRPr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</a:t>
            </a:r>
            <a:endParaRPr lang="en-US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B211A10-6121-F4E3-E60E-F44394154D9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434521" y="440976"/>
            <a:ext cx="622300" cy="62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5017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1_SOMMAIR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6920151-D2F0-3D0E-C9DA-11CDF283B2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TITRE DE LA PRESENTATION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AFD2940-BE0C-722F-4AD1-2BC35AEA2C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2C60FDE-1165-44E8-A8DD-A2C7EC5E5E50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97C8405-50E3-9060-9B32-4AF133AA585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/>
              <a:t>13/02/2024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846DD788-511F-6044-EF04-11CDE370B69E}"/>
              </a:ext>
            </a:extLst>
          </p:cNvPr>
          <p:cNvGrpSpPr/>
          <p:nvPr userDrawn="1"/>
        </p:nvGrpSpPr>
        <p:grpSpPr>
          <a:xfrm>
            <a:off x="503238" y="719138"/>
            <a:ext cx="5771563" cy="928125"/>
            <a:chOff x="1944914" y="642045"/>
            <a:chExt cx="5771563" cy="928125"/>
          </a:xfrm>
        </p:grpSpPr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DC4CD0C5-8870-D239-F8DD-953229491D88}"/>
                </a:ext>
              </a:extLst>
            </p:cNvPr>
            <p:cNvSpPr/>
            <p:nvPr/>
          </p:nvSpPr>
          <p:spPr>
            <a:xfrm>
              <a:off x="1944914" y="642045"/>
              <a:ext cx="899886" cy="89988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515AED5A-CD8B-0EFF-5A5C-89701EEA3BBA}"/>
                </a:ext>
              </a:extLst>
            </p:cNvPr>
            <p:cNvSpPr txBox="1"/>
            <p:nvPr/>
          </p:nvSpPr>
          <p:spPr>
            <a:xfrm>
              <a:off x="2098508" y="646840"/>
              <a:ext cx="561796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sz="5400" cap="all" err="1">
                  <a:solidFill>
                    <a:schemeClr val="bg1"/>
                  </a:solidFill>
                  <a:latin typeface="BNPPSans" panose="02000000000000000000" pitchFamily="2" charset="0"/>
                </a:rPr>
                <a:t>sommaire</a:t>
              </a:r>
              <a:endParaRPr lang="en-US" sz="5400" cap="all">
                <a:solidFill>
                  <a:schemeClr val="bg1"/>
                </a:solidFill>
                <a:latin typeface="BNPPSans" panose="02000000000000000000" pitchFamily="2" charset="0"/>
              </a:endParaRPr>
            </a:p>
          </p:txBody>
        </p:sp>
      </p:grpSp>
      <p:pic>
        <p:nvPicPr>
          <p:cNvPr id="10" name="Image 9">
            <a:extLst>
              <a:ext uri="{FF2B5EF4-FFF2-40B4-BE49-F238E27FC236}">
                <a16:creationId xmlns:a16="http://schemas.microsoft.com/office/drawing/2014/main" id="{D49846F6-77BF-4481-63DB-53F01AB9DB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426249" y="6271051"/>
            <a:ext cx="305375" cy="30537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EFFA959E-341E-D2E2-1029-8D135526C0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05618" y="6297594"/>
            <a:ext cx="1416934" cy="293564"/>
          </a:xfrm>
          <a:prstGeom prst="rect">
            <a:avLst/>
          </a:prstGeom>
        </p:spPr>
      </p:pic>
      <p:sp>
        <p:nvSpPr>
          <p:cNvPr id="13" name="Forme libre : forme 12">
            <a:extLst>
              <a:ext uri="{FF2B5EF4-FFF2-40B4-BE49-F238E27FC236}">
                <a16:creationId xmlns:a16="http://schemas.microsoft.com/office/drawing/2014/main" id="{82F06C42-BA46-021E-9D21-F7D36112C273}"/>
              </a:ext>
            </a:extLst>
          </p:cNvPr>
          <p:cNvSpPr/>
          <p:nvPr userDrawn="1"/>
        </p:nvSpPr>
        <p:spPr>
          <a:xfrm>
            <a:off x="6340001" y="1209674"/>
            <a:ext cx="5851999" cy="238906"/>
          </a:xfrm>
          <a:custGeom>
            <a:avLst/>
            <a:gdLst>
              <a:gd name="connsiteX0" fmla="*/ 119453 w 5851999"/>
              <a:gd name="connsiteY0" fmla="*/ 0 h 238906"/>
              <a:gd name="connsiteX1" fmla="*/ 5851999 w 5851999"/>
              <a:gd name="connsiteY1" fmla="*/ 0 h 238906"/>
              <a:gd name="connsiteX2" fmla="*/ 5851999 w 5851999"/>
              <a:gd name="connsiteY2" fmla="*/ 238906 h 238906"/>
              <a:gd name="connsiteX3" fmla="*/ 119453 w 5851999"/>
              <a:gd name="connsiteY3" fmla="*/ 238905 h 238906"/>
              <a:gd name="connsiteX4" fmla="*/ 9387 w 5851999"/>
              <a:gd name="connsiteY4" fmla="*/ 165948 h 238906"/>
              <a:gd name="connsiteX5" fmla="*/ 0 w 5851999"/>
              <a:gd name="connsiteY5" fmla="*/ 119453 h 238906"/>
              <a:gd name="connsiteX6" fmla="*/ 9387 w 5851999"/>
              <a:gd name="connsiteY6" fmla="*/ 72957 h 238906"/>
              <a:gd name="connsiteX7" fmla="*/ 119453 w 5851999"/>
              <a:gd name="connsiteY7" fmla="*/ 0 h 238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51999" h="238906">
                <a:moveTo>
                  <a:pt x="119453" y="0"/>
                </a:moveTo>
                <a:lnTo>
                  <a:pt x="5851999" y="0"/>
                </a:lnTo>
                <a:lnTo>
                  <a:pt x="5851999" y="238906"/>
                </a:lnTo>
                <a:lnTo>
                  <a:pt x="119453" y="238905"/>
                </a:lnTo>
                <a:cubicBezTo>
                  <a:pt x="69974" y="238905"/>
                  <a:pt x="27521" y="208822"/>
                  <a:pt x="9387" y="165948"/>
                </a:cubicBezTo>
                <a:lnTo>
                  <a:pt x="0" y="119453"/>
                </a:lnTo>
                <a:lnTo>
                  <a:pt x="9387" y="72957"/>
                </a:lnTo>
                <a:cubicBezTo>
                  <a:pt x="27521" y="30083"/>
                  <a:pt x="69974" y="0"/>
                  <a:pt x="119453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14613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SOMMAI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939EFED-C9B5-21A5-A305-9BC3A5319C0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TITRE DE LA PRESENTATION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27091BA-28F6-CC14-8432-7D376D015C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2C60FDE-1165-44E8-A8DD-A2C7EC5E5E50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10FB1CF-3D3A-8D86-12F6-BA4D85B98E3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/>
              <a:t>13/02/2024</a:t>
            </a:r>
          </a:p>
        </p:txBody>
      </p:sp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10C7CDD8-39D8-DCE5-50D7-0BF32F3BAC61}"/>
              </a:ext>
            </a:extLst>
          </p:cNvPr>
          <p:cNvSpPr/>
          <p:nvPr userDrawn="1"/>
        </p:nvSpPr>
        <p:spPr>
          <a:xfrm>
            <a:off x="0" y="0"/>
            <a:ext cx="3930728" cy="6858000"/>
          </a:xfrm>
          <a:custGeom>
            <a:avLst/>
            <a:gdLst>
              <a:gd name="connsiteX0" fmla="*/ 0 w 3930728"/>
              <a:gd name="connsiteY0" fmla="*/ 0 h 6858000"/>
              <a:gd name="connsiteX1" fmla="*/ 2665858 w 3930728"/>
              <a:gd name="connsiteY1" fmla="*/ 0 h 6858000"/>
              <a:gd name="connsiteX2" fmla="*/ 2723736 w 3930728"/>
              <a:gd name="connsiteY2" fmla="*/ 67220 h 6858000"/>
              <a:gd name="connsiteX3" fmla="*/ 3930728 w 3930728"/>
              <a:gd name="connsiteY3" fmla="*/ 3449673 h 6858000"/>
              <a:gd name="connsiteX4" fmla="*/ 2723736 w 3930728"/>
              <a:gd name="connsiteY4" fmla="*/ 6832125 h 6858000"/>
              <a:gd name="connsiteX5" fmla="*/ 2701457 w 3930728"/>
              <a:gd name="connsiteY5" fmla="*/ 6858000 h 6858000"/>
              <a:gd name="connsiteX6" fmla="*/ 0 w 3930728"/>
              <a:gd name="connsiteY6" fmla="*/ 6858000 h 6858000"/>
              <a:gd name="connsiteX7" fmla="*/ 0 w 3930728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0728" h="6858000">
                <a:moveTo>
                  <a:pt x="0" y="0"/>
                </a:moveTo>
                <a:lnTo>
                  <a:pt x="2665858" y="0"/>
                </a:lnTo>
                <a:lnTo>
                  <a:pt x="2723736" y="67220"/>
                </a:lnTo>
                <a:cubicBezTo>
                  <a:pt x="3477769" y="986405"/>
                  <a:pt x="3930728" y="2164823"/>
                  <a:pt x="3930728" y="3449673"/>
                </a:cubicBezTo>
                <a:cubicBezTo>
                  <a:pt x="3930728" y="4734522"/>
                  <a:pt x="3477769" y="5912940"/>
                  <a:pt x="2723736" y="6832125"/>
                </a:cubicBezTo>
                <a:lnTo>
                  <a:pt x="270145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107F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9355B0A-323E-13EC-CF63-AAFFEF915CF6}"/>
              </a:ext>
            </a:extLst>
          </p:cNvPr>
          <p:cNvSpPr txBox="1"/>
          <p:nvPr userDrawn="1"/>
        </p:nvSpPr>
        <p:spPr>
          <a:xfrm rot="16200000">
            <a:off x="-1878697" y="2808715"/>
            <a:ext cx="5327780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dist"/>
            <a:r>
              <a:rPr lang="en-US" sz="6000" b="0">
                <a:solidFill>
                  <a:schemeClr val="bg1"/>
                </a:solidFill>
                <a:latin typeface="BNPPSans" panose="02000000000000000000" pitchFamily="2" charset="0"/>
              </a:rPr>
              <a:t>SOMMAIRE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FC5C394-070E-7C44-8FB1-881D385EA6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570386" y="2572823"/>
            <a:ext cx="1545772" cy="154577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3563F357-333A-06E3-3F05-90BEE935E1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05618" y="6297594"/>
            <a:ext cx="1416934" cy="293564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B457A18D-309C-5321-E95A-3212735A27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426249" y="6271051"/>
            <a:ext cx="305375" cy="3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4683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2_INTERCALAIRE 1">
    <p:bg>
      <p:bgPr>
        <a:solidFill>
          <a:srgbClr val="107F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36DDD2D-F31D-78DC-E8BA-1988E06E90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TITRE DE LA PRESENTATION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DBA159-C8BE-0F63-5562-91A86A3800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2C60FDE-1165-44E8-A8DD-A2C7EC5E5E50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170D055-B19F-5C14-82BC-FBE09F399B5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/>
              <a:t>13/02/2024</a:t>
            </a:r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A483E2A7-E210-B735-EFFC-FDADC72C62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96372" y="2165656"/>
            <a:ext cx="2389908" cy="2389908"/>
          </a:xfrm>
          <a:prstGeom prst="rect">
            <a:avLst/>
          </a:prstGeom>
        </p:spPr>
      </p:pic>
      <p:grpSp>
        <p:nvGrpSpPr>
          <p:cNvPr id="7" name="Groupe 6">
            <a:extLst>
              <a:ext uri="{FF2B5EF4-FFF2-40B4-BE49-F238E27FC236}">
                <a16:creationId xmlns:a16="http://schemas.microsoft.com/office/drawing/2014/main" id="{70CF1131-5226-4A41-B1CB-9346554E2730}"/>
              </a:ext>
            </a:extLst>
          </p:cNvPr>
          <p:cNvGrpSpPr/>
          <p:nvPr userDrawn="1"/>
        </p:nvGrpSpPr>
        <p:grpSpPr>
          <a:xfrm flipH="1">
            <a:off x="3776416" y="3195687"/>
            <a:ext cx="794114" cy="466626"/>
            <a:chOff x="1900237" y="4138051"/>
            <a:chExt cx="1654171" cy="972000"/>
          </a:xfrm>
        </p:grpSpPr>
        <p:grpSp>
          <p:nvGrpSpPr>
            <p:cNvPr id="8" name="Groupe 7">
              <a:extLst>
                <a:ext uri="{FF2B5EF4-FFF2-40B4-BE49-F238E27FC236}">
                  <a16:creationId xmlns:a16="http://schemas.microsoft.com/office/drawing/2014/main" id="{4EE3FDBA-2AA0-45D9-A7BD-4FF988131FAD}"/>
                </a:ext>
              </a:extLst>
            </p:cNvPr>
            <p:cNvGrpSpPr/>
            <p:nvPr/>
          </p:nvGrpSpPr>
          <p:grpSpPr>
            <a:xfrm rot="-2700000">
              <a:off x="1900237" y="4138051"/>
              <a:ext cx="972000" cy="972000"/>
              <a:chOff x="4286250" y="4652400"/>
              <a:chExt cx="972000" cy="972000"/>
            </a:xfrm>
          </p:grpSpPr>
          <p:sp>
            <p:nvSpPr>
              <p:cNvPr id="12" name="Rectangle : coins arrondis 11">
                <a:extLst>
                  <a:ext uri="{FF2B5EF4-FFF2-40B4-BE49-F238E27FC236}">
                    <a16:creationId xmlns:a16="http://schemas.microsoft.com/office/drawing/2014/main" id="{13E09BD8-B53D-55EA-F678-9B76407DA52E}"/>
                  </a:ext>
                </a:extLst>
              </p:cNvPr>
              <p:cNvSpPr/>
              <p:nvPr/>
            </p:nvSpPr>
            <p:spPr>
              <a:xfrm>
                <a:off x="4286250" y="4652400"/>
                <a:ext cx="360000" cy="972000"/>
              </a:xfrm>
              <a:prstGeom prst="roundRect">
                <a:avLst>
                  <a:gd name="adj" fmla="val 50000"/>
                </a:avLst>
              </a:prstGeom>
              <a:solidFill>
                <a:schemeClr val="accent5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 : coins arrondis 12">
                <a:extLst>
                  <a:ext uri="{FF2B5EF4-FFF2-40B4-BE49-F238E27FC236}">
                    <a16:creationId xmlns:a16="http://schemas.microsoft.com/office/drawing/2014/main" id="{C376DCA4-BAD3-FDB2-B77F-03AEC0CA4D97}"/>
                  </a:ext>
                </a:extLst>
              </p:cNvPr>
              <p:cNvSpPr/>
              <p:nvPr/>
            </p:nvSpPr>
            <p:spPr>
              <a:xfrm rot="16200000">
                <a:off x="4592250" y="4346401"/>
                <a:ext cx="360000" cy="972000"/>
              </a:xfrm>
              <a:prstGeom prst="roundRect">
                <a:avLst>
                  <a:gd name="adj" fmla="val 50000"/>
                </a:avLst>
              </a:prstGeom>
              <a:solidFill>
                <a:schemeClr val="tx2">
                  <a:alpha val="8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966A0AA9-D284-6E2B-A875-923351571200}"/>
                </a:ext>
              </a:extLst>
            </p:cNvPr>
            <p:cNvGrpSpPr/>
            <p:nvPr/>
          </p:nvGrpSpPr>
          <p:grpSpPr>
            <a:xfrm rot="-2700000">
              <a:off x="2582408" y="4138051"/>
              <a:ext cx="972000" cy="972000"/>
              <a:chOff x="4286250" y="4652400"/>
              <a:chExt cx="972000" cy="972000"/>
            </a:xfrm>
          </p:grpSpPr>
          <p:sp>
            <p:nvSpPr>
              <p:cNvPr id="10" name="Rectangle : coins arrondis 9">
                <a:extLst>
                  <a:ext uri="{FF2B5EF4-FFF2-40B4-BE49-F238E27FC236}">
                    <a16:creationId xmlns:a16="http://schemas.microsoft.com/office/drawing/2014/main" id="{A6BB3699-9B73-8C1E-2E83-7BB36008F31A}"/>
                  </a:ext>
                </a:extLst>
              </p:cNvPr>
              <p:cNvSpPr/>
              <p:nvPr/>
            </p:nvSpPr>
            <p:spPr>
              <a:xfrm>
                <a:off x="4286250" y="4652400"/>
                <a:ext cx="360000" cy="972000"/>
              </a:xfrm>
              <a:prstGeom prst="roundRect">
                <a:avLst>
                  <a:gd name="adj" fmla="val 50000"/>
                </a:avLst>
              </a:prstGeom>
              <a:solidFill>
                <a:schemeClr val="accent5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 : coins arrondis 10">
                <a:extLst>
                  <a:ext uri="{FF2B5EF4-FFF2-40B4-BE49-F238E27FC236}">
                    <a16:creationId xmlns:a16="http://schemas.microsoft.com/office/drawing/2014/main" id="{ACA6B22A-7651-B9C9-2E74-0AF112992545}"/>
                  </a:ext>
                </a:extLst>
              </p:cNvPr>
              <p:cNvSpPr/>
              <p:nvPr/>
            </p:nvSpPr>
            <p:spPr>
              <a:xfrm rot="16200000">
                <a:off x="4592250" y="4346401"/>
                <a:ext cx="360000" cy="972000"/>
              </a:xfrm>
              <a:prstGeom prst="roundRect">
                <a:avLst>
                  <a:gd name="adj" fmla="val 50000"/>
                </a:avLst>
              </a:prstGeom>
              <a:solidFill>
                <a:schemeClr val="tx2">
                  <a:alpha val="8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B84D49D2-B71D-E86F-B44D-91D88EFF4F36}"/>
              </a:ext>
            </a:extLst>
          </p:cNvPr>
          <p:cNvSpPr/>
          <p:nvPr userDrawn="1"/>
        </p:nvSpPr>
        <p:spPr>
          <a:xfrm>
            <a:off x="4994659" y="2582944"/>
            <a:ext cx="7197341" cy="1696826"/>
          </a:xfrm>
          <a:custGeom>
            <a:avLst/>
            <a:gdLst>
              <a:gd name="connsiteX0" fmla="*/ 848413 w 7197341"/>
              <a:gd name="connsiteY0" fmla="*/ 0 h 1696826"/>
              <a:gd name="connsiteX1" fmla="*/ 7197341 w 7197341"/>
              <a:gd name="connsiteY1" fmla="*/ 0 h 1696826"/>
              <a:gd name="connsiteX2" fmla="*/ 7197341 w 7197341"/>
              <a:gd name="connsiteY2" fmla="*/ 1696826 h 1696826"/>
              <a:gd name="connsiteX3" fmla="*/ 848413 w 7197341"/>
              <a:gd name="connsiteY3" fmla="*/ 1696826 h 1696826"/>
              <a:gd name="connsiteX4" fmla="*/ 0 w 7197341"/>
              <a:gd name="connsiteY4" fmla="*/ 848413 h 1696826"/>
              <a:gd name="connsiteX5" fmla="*/ 848413 w 7197341"/>
              <a:gd name="connsiteY5" fmla="*/ 0 h 1696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97341" h="1696826">
                <a:moveTo>
                  <a:pt x="848413" y="0"/>
                </a:moveTo>
                <a:lnTo>
                  <a:pt x="7197341" y="0"/>
                </a:lnTo>
                <a:lnTo>
                  <a:pt x="7197341" y="1696826"/>
                </a:lnTo>
                <a:lnTo>
                  <a:pt x="848413" y="1696826"/>
                </a:lnTo>
                <a:cubicBezTo>
                  <a:pt x="379847" y="1696826"/>
                  <a:pt x="0" y="1316979"/>
                  <a:pt x="0" y="848413"/>
                </a:cubicBezTo>
                <a:cubicBezTo>
                  <a:pt x="0" y="379847"/>
                  <a:pt x="379847" y="0"/>
                  <a:pt x="848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06A0728-0208-CEF9-FC1F-C86D6A3D7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147" y="3179701"/>
            <a:ext cx="6780954" cy="498598"/>
          </a:xfrm>
        </p:spPr>
        <p:txBody>
          <a:bodyPr anchor="ctr" anchorCtr="0"/>
          <a:lstStyle>
            <a:lvl1pPr>
              <a:defRPr b="1" cap="all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ABA01715-05BF-FE66-690C-08D3729D91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426249" y="6271051"/>
            <a:ext cx="305375" cy="305375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1669CFC1-28C4-2BBF-9109-89C411285FA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05618" y="6297594"/>
            <a:ext cx="1416934" cy="29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711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2_INTERCALAIRE2">
    <p:bg>
      <p:bgPr>
        <a:solidFill>
          <a:srgbClr val="107F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36DDD2D-F31D-78DC-E8BA-1988E06E90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TITRE DE LA PRESENTATION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DBA159-C8BE-0F63-5562-91A86A3800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2C60FDE-1165-44E8-A8DD-A2C7EC5E5E50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170D055-B19F-5C14-82BC-FBE09F399B5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/>
              <a:t>13/02/2024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06A0728-0208-CEF9-FC1F-C86D6A3D7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846" y="2891203"/>
            <a:ext cx="7749329" cy="1348061"/>
          </a:xfrm>
          <a:noFill/>
        </p:spPr>
        <p:txBody>
          <a:bodyPr wrap="square" rtlCol="0">
            <a:spAutoFit/>
          </a:bodyPr>
          <a:lstStyle>
            <a:lvl1pPr>
              <a:defRPr lang="en-US" sz="4800" b="1" cap="all">
                <a:solidFill>
                  <a:schemeClr val="bg1"/>
                </a:solidFill>
                <a:latin typeface="BNPPSans" panose="02000000000000000000" pitchFamily="2" charset="0"/>
                <a:ea typeface="+mn-ea"/>
                <a:cs typeface="+mn-cs"/>
              </a:defRPr>
            </a:lvl1pPr>
          </a:lstStyle>
          <a:p>
            <a:pPr marL="0" lvl="0"/>
            <a:r>
              <a:rPr lang="fr-FR"/>
              <a:t>Modifiez le style du titre</a:t>
            </a:r>
            <a:endParaRPr lang="en-US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ABA01715-05BF-FE66-690C-08D3729D91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426249" y="6271051"/>
            <a:ext cx="305375" cy="305375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1669CFC1-28C4-2BBF-9109-89C411285FA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05618" y="6297594"/>
            <a:ext cx="1416934" cy="293564"/>
          </a:xfrm>
          <a:prstGeom prst="rect">
            <a:avLst/>
          </a:prstGeom>
        </p:spPr>
      </p:pic>
      <p:grpSp>
        <p:nvGrpSpPr>
          <p:cNvPr id="18" name="Groupe 17">
            <a:extLst>
              <a:ext uri="{FF2B5EF4-FFF2-40B4-BE49-F238E27FC236}">
                <a16:creationId xmlns:a16="http://schemas.microsoft.com/office/drawing/2014/main" id="{35D4C57E-B750-4330-70A1-D255F8FBB265}"/>
              </a:ext>
            </a:extLst>
          </p:cNvPr>
          <p:cNvGrpSpPr/>
          <p:nvPr/>
        </p:nvGrpSpPr>
        <p:grpSpPr>
          <a:xfrm rot="2700000" flipH="1">
            <a:off x="1850188" y="2420278"/>
            <a:ext cx="1667712" cy="1667712"/>
            <a:chOff x="4286250" y="4652400"/>
            <a:chExt cx="972000" cy="972000"/>
          </a:xfrm>
        </p:grpSpPr>
        <p:sp>
          <p:nvSpPr>
            <p:cNvPr id="24" name="Rectangle : coins arrondis 23">
              <a:extLst>
                <a:ext uri="{FF2B5EF4-FFF2-40B4-BE49-F238E27FC236}">
                  <a16:creationId xmlns:a16="http://schemas.microsoft.com/office/drawing/2014/main" id="{9BFF9A42-EC22-110F-D9E6-4B7B9F502D96}"/>
                </a:ext>
              </a:extLst>
            </p:cNvPr>
            <p:cNvSpPr/>
            <p:nvPr/>
          </p:nvSpPr>
          <p:spPr>
            <a:xfrm>
              <a:off x="4286250" y="4652400"/>
              <a:ext cx="360000" cy="972000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 : coins arrondis 24">
              <a:extLst>
                <a:ext uri="{FF2B5EF4-FFF2-40B4-BE49-F238E27FC236}">
                  <a16:creationId xmlns:a16="http://schemas.microsoft.com/office/drawing/2014/main" id="{50E8D241-512F-A1A7-7F1F-981FF4229C7B}"/>
                </a:ext>
              </a:extLst>
            </p:cNvPr>
            <p:cNvSpPr/>
            <p:nvPr/>
          </p:nvSpPr>
          <p:spPr>
            <a:xfrm rot="16200000">
              <a:off x="4592250" y="4346401"/>
              <a:ext cx="360000" cy="972000"/>
            </a:xfrm>
            <a:prstGeom prst="roundRect">
              <a:avLst>
                <a:gd name="adj" fmla="val 50000"/>
              </a:avLst>
            </a:prstGeom>
            <a:solidFill>
              <a:schemeClr val="tx2">
                <a:alpha val="84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4AE48B86-9128-A030-6327-A8A0EEFBCBED}"/>
              </a:ext>
            </a:extLst>
          </p:cNvPr>
          <p:cNvSpPr/>
          <p:nvPr/>
        </p:nvSpPr>
        <p:spPr>
          <a:xfrm rot="5400000" flipH="1">
            <a:off x="379653" y="2565644"/>
            <a:ext cx="617673" cy="1376981"/>
          </a:xfrm>
          <a:custGeom>
            <a:avLst/>
            <a:gdLst>
              <a:gd name="connsiteX0" fmla="*/ 617673 w 617673"/>
              <a:gd name="connsiteY0" fmla="*/ 308837 h 1376981"/>
              <a:gd name="connsiteX1" fmla="*/ 308837 w 617673"/>
              <a:gd name="connsiteY1" fmla="*/ 0 h 1376981"/>
              <a:gd name="connsiteX2" fmla="*/ 0 w 617673"/>
              <a:gd name="connsiteY2" fmla="*/ 308837 h 1376981"/>
              <a:gd name="connsiteX3" fmla="*/ 0 w 617673"/>
              <a:gd name="connsiteY3" fmla="*/ 1376981 h 1376981"/>
              <a:gd name="connsiteX4" fmla="*/ 617672 w 617673"/>
              <a:gd name="connsiteY4" fmla="*/ 1376981 h 1376981"/>
              <a:gd name="connsiteX5" fmla="*/ 617673 w 617673"/>
              <a:gd name="connsiteY5" fmla="*/ 308837 h 1376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7673" h="1376981">
                <a:moveTo>
                  <a:pt x="617673" y="308837"/>
                </a:moveTo>
                <a:cubicBezTo>
                  <a:pt x="617673" y="138272"/>
                  <a:pt x="479402" y="0"/>
                  <a:pt x="308837" y="0"/>
                </a:cubicBezTo>
                <a:cubicBezTo>
                  <a:pt x="138272" y="0"/>
                  <a:pt x="0" y="138272"/>
                  <a:pt x="0" y="308837"/>
                </a:cubicBezTo>
                <a:lnTo>
                  <a:pt x="0" y="1376981"/>
                </a:lnTo>
                <a:lnTo>
                  <a:pt x="617672" y="1376981"/>
                </a:lnTo>
                <a:lnTo>
                  <a:pt x="617673" y="308837"/>
                </a:lnTo>
                <a:close/>
              </a:path>
            </a:pathLst>
          </a:custGeom>
          <a:solidFill>
            <a:schemeClr val="tx2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7C3BD325-927B-04FB-C46A-40525C8CFE22}"/>
              </a:ext>
            </a:extLst>
          </p:cNvPr>
          <p:cNvGrpSpPr/>
          <p:nvPr/>
        </p:nvGrpSpPr>
        <p:grpSpPr>
          <a:xfrm rot="2700000" flipH="1">
            <a:off x="591811" y="2420278"/>
            <a:ext cx="1667713" cy="1667712"/>
            <a:chOff x="4286250" y="4652400"/>
            <a:chExt cx="972000" cy="972000"/>
          </a:xfrm>
        </p:grpSpPr>
        <p:sp>
          <p:nvSpPr>
            <p:cNvPr id="22" name="Rectangle : coins arrondis 21">
              <a:extLst>
                <a:ext uri="{FF2B5EF4-FFF2-40B4-BE49-F238E27FC236}">
                  <a16:creationId xmlns:a16="http://schemas.microsoft.com/office/drawing/2014/main" id="{0A3C0523-4C44-8850-935D-0798EC60E55A}"/>
                </a:ext>
              </a:extLst>
            </p:cNvPr>
            <p:cNvSpPr/>
            <p:nvPr/>
          </p:nvSpPr>
          <p:spPr>
            <a:xfrm>
              <a:off x="4286250" y="4652400"/>
              <a:ext cx="360000" cy="972000"/>
            </a:xfrm>
            <a:prstGeom prst="roundRect">
              <a:avLst>
                <a:gd name="adj" fmla="val 50000"/>
              </a:avLst>
            </a:prstGeom>
            <a:solidFill>
              <a:schemeClr val="tx2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 : coins arrondis 22">
              <a:extLst>
                <a:ext uri="{FF2B5EF4-FFF2-40B4-BE49-F238E27FC236}">
                  <a16:creationId xmlns:a16="http://schemas.microsoft.com/office/drawing/2014/main" id="{3E87434D-AD90-B53A-0E5F-06094B18F237}"/>
                </a:ext>
              </a:extLst>
            </p:cNvPr>
            <p:cNvSpPr/>
            <p:nvPr/>
          </p:nvSpPr>
          <p:spPr>
            <a:xfrm rot="16200000">
              <a:off x="4592250" y="4346401"/>
              <a:ext cx="360000" cy="972000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alpha val="84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Espace réservé du texte 26">
            <a:extLst>
              <a:ext uri="{FF2B5EF4-FFF2-40B4-BE49-F238E27FC236}">
                <a16:creationId xmlns:a16="http://schemas.microsoft.com/office/drawing/2014/main" id="{0E815D3A-987E-2996-A7E4-74E006668B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55288" y="2924237"/>
            <a:ext cx="741622" cy="754062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400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fr-FR"/>
              <a:t>n°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43491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TEXTE 1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B47F2D-0965-547E-9A85-D8F5F6753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7" y="365125"/>
            <a:ext cx="11183937" cy="49859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9F87E6A-C26E-C7EA-707D-C241F9A6EB9A}"/>
              </a:ext>
            </a:extLst>
          </p:cNvPr>
          <p:cNvSpPr txBox="1"/>
          <p:nvPr userDrawn="1"/>
        </p:nvSpPr>
        <p:spPr>
          <a:xfrm>
            <a:off x="7106361" y="6344349"/>
            <a:ext cx="37124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0B1EEBF-E59C-48D8-8CE6-2DF1AE29E683}" type="slidenum">
              <a:rPr lang="en-US" sz="700" smtClean="0">
                <a:solidFill>
                  <a:schemeClr val="bg1"/>
                </a:solidFill>
              </a:rPr>
              <a:t>‹#›</a:t>
            </a:fld>
            <a:endParaRPr lang="en-US" sz="700">
              <a:solidFill>
                <a:schemeClr val="bg1"/>
              </a:solidFill>
            </a:endParaRPr>
          </a:p>
        </p:txBody>
      </p:sp>
      <p:sp>
        <p:nvSpPr>
          <p:cNvPr id="12" name="Espace réservé de la date 11">
            <a:extLst>
              <a:ext uri="{FF2B5EF4-FFF2-40B4-BE49-F238E27FC236}">
                <a16:creationId xmlns:a16="http://schemas.microsoft.com/office/drawing/2014/main" id="{4E749509-540D-BFB6-FFF7-861541DC6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/>
              <a:t>13/02/2024</a:t>
            </a:r>
          </a:p>
        </p:txBody>
      </p:sp>
      <p:sp>
        <p:nvSpPr>
          <p:cNvPr id="13" name="Espace réservé du pied de page 12">
            <a:extLst>
              <a:ext uri="{FF2B5EF4-FFF2-40B4-BE49-F238E27FC236}">
                <a16:creationId xmlns:a16="http://schemas.microsoft.com/office/drawing/2014/main" id="{C971DDBF-59FC-DB9A-A585-8DA710922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PRESENTATION</a:t>
            </a:r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17C3D669-8BC4-DA49-9C4B-A7002FDB1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60FDE-1165-44E8-A8DD-A2C7EC5E5E50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F6CA094-5DCD-7C4B-D6D1-A1738D921E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62100" y="1434367"/>
            <a:ext cx="9067800" cy="4351338"/>
          </a:xfrm>
        </p:spPr>
        <p:txBody>
          <a:bodyPr/>
          <a:lstStyle>
            <a:lvl1pPr>
              <a:spcAft>
                <a:spcPts val="600"/>
              </a:spcAft>
              <a:defRPr>
                <a:latin typeface="BNPPSans" panose="02000000000000000000" pitchFamily="2" charset="0"/>
              </a:defRPr>
            </a:lvl1pPr>
            <a:lvl2pPr>
              <a:spcAft>
                <a:spcPts val="600"/>
              </a:spcAft>
              <a:defRPr>
                <a:latin typeface="BNPPSans" panose="02000000000000000000" pitchFamily="2" charset="0"/>
              </a:defRPr>
            </a:lvl2pPr>
            <a:lvl3pPr>
              <a:spcAft>
                <a:spcPts val="600"/>
              </a:spcAft>
              <a:buClr>
                <a:schemeClr val="tx2"/>
              </a:buClr>
              <a:defRPr>
                <a:latin typeface="BNPPSans" panose="02000000000000000000" pitchFamily="2" charset="0"/>
              </a:defRPr>
            </a:lvl3pPr>
            <a:lvl4pPr marL="1600200" indent="-228600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-"/>
              <a:defRPr sz="1200">
                <a:latin typeface="BNPPSans" panose="02000000000000000000" pitchFamily="2" charset="0"/>
              </a:defRPr>
            </a:lvl4pPr>
            <a:lvl5pPr marL="2057400" indent="-228600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-"/>
              <a:defRPr sz="1200">
                <a:latin typeface="BNPPSans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514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82" userDrawn="1">
          <p15:clr>
            <a:srgbClr val="FBAE40"/>
          </p15:clr>
        </p15:guide>
        <p15:guide id="4" pos="6695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TEXTE 2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B47F2D-0965-547E-9A85-D8F5F6753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7" y="365125"/>
            <a:ext cx="11183937" cy="49859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9F87E6A-C26E-C7EA-707D-C241F9A6EB9A}"/>
              </a:ext>
            </a:extLst>
          </p:cNvPr>
          <p:cNvSpPr txBox="1"/>
          <p:nvPr userDrawn="1"/>
        </p:nvSpPr>
        <p:spPr>
          <a:xfrm>
            <a:off x="7106361" y="6344349"/>
            <a:ext cx="37124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0B1EEBF-E59C-48D8-8CE6-2DF1AE29E683}" type="slidenum">
              <a:rPr lang="en-US" sz="700" smtClean="0">
                <a:solidFill>
                  <a:schemeClr val="bg1"/>
                </a:solidFill>
              </a:rPr>
              <a:t>‹#›</a:t>
            </a:fld>
            <a:endParaRPr lang="en-US" sz="700">
              <a:solidFill>
                <a:schemeClr val="bg1"/>
              </a:solidFill>
            </a:endParaRPr>
          </a:p>
        </p:txBody>
      </p:sp>
      <p:sp>
        <p:nvSpPr>
          <p:cNvPr id="12" name="Espace réservé de la date 11">
            <a:extLst>
              <a:ext uri="{FF2B5EF4-FFF2-40B4-BE49-F238E27FC236}">
                <a16:creationId xmlns:a16="http://schemas.microsoft.com/office/drawing/2014/main" id="{4E749509-540D-BFB6-FFF7-861541DC6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/>
              <a:t>13/02/2024</a:t>
            </a:r>
          </a:p>
        </p:txBody>
      </p:sp>
      <p:sp>
        <p:nvSpPr>
          <p:cNvPr id="13" name="Espace réservé du pied de page 12">
            <a:extLst>
              <a:ext uri="{FF2B5EF4-FFF2-40B4-BE49-F238E27FC236}">
                <a16:creationId xmlns:a16="http://schemas.microsoft.com/office/drawing/2014/main" id="{C971DDBF-59FC-DB9A-A585-8DA710922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PRESENTATION</a:t>
            </a:r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17C3D669-8BC4-DA49-9C4B-A7002FDB1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60FDE-1165-44E8-A8DD-A2C7EC5E5E50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F6CA094-5DCD-7C4B-D6D1-A1738D921E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62100" y="1434367"/>
            <a:ext cx="4354513" cy="4351338"/>
          </a:xfrm>
        </p:spPr>
        <p:txBody>
          <a:bodyPr/>
          <a:lstStyle>
            <a:lvl1pPr>
              <a:spcAft>
                <a:spcPts val="600"/>
              </a:spcAft>
              <a:defRPr sz="1600">
                <a:latin typeface="BNPPSans" panose="02000000000000000000" pitchFamily="2" charset="0"/>
              </a:defRPr>
            </a:lvl1pPr>
            <a:lvl2pPr>
              <a:spcAft>
                <a:spcPts val="600"/>
              </a:spcAft>
              <a:defRPr sz="1400">
                <a:latin typeface="BNPPSans" panose="02000000000000000000" pitchFamily="2" charset="0"/>
              </a:defRPr>
            </a:lvl2pPr>
            <a:lvl3pPr>
              <a:spcAft>
                <a:spcPts val="600"/>
              </a:spcAft>
              <a:buClr>
                <a:schemeClr val="tx2"/>
              </a:buClr>
              <a:defRPr>
                <a:latin typeface="BNPPSans" panose="02000000000000000000" pitchFamily="2" charset="0"/>
              </a:defRPr>
            </a:lvl3pPr>
            <a:lvl4pPr marL="1600200" indent="-228600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-"/>
              <a:defRPr sz="1200">
                <a:latin typeface="BNPPSans" panose="02000000000000000000" pitchFamily="2" charset="0"/>
              </a:defRPr>
            </a:lvl4pPr>
            <a:lvl5pPr marL="2057400" indent="-228600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-"/>
              <a:defRPr sz="1200">
                <a:latin typeface="BNPPSans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8432458-FBEC-C72B-E622-D110645D7F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75388" y="1434367"/>
            <a:ext cx="4352925" cy="4367212"/>
          </a:xfrm>
        </p:spPr>
        <p:txBody>
          <a:bodyPr/>
          <a:lstStyle>
            <a:lvl1pPr>
              <a:defRPr sz="1600">
                <a:latin typeface="BNPPSans" panose="02000000000000000000" pitchFamily="2" charset="0"/>
              </a:defRPr>
            </a:lvl1pPr>
            <a:lvl2pPr>
              <a:defRPr sz="1400">
                <a:latin typeface="BNPPSans" panose="02000000000000000000" pitchFamily="2" charset="0"/>
              </a:defRPr>
            </a:lvl2pPr>
            <a:lvl3pPr>
              <a:defRPr>
                <a:latin typeface="BNPPSans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-"/>
              <a:defRPr lang="fr-FR" sz="1200" kern="1200" smtClean="0">
                <a:solidFill>
                  <a:schemeClr val="tx1"/>
                </a:solidFill>
                <a:latin typeface="BNPPSans" panose="020000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-"/>
              <a:defRPr lang="en-US" sz="1200" kern="1200">
                <a:solidFill>
                  <a:schemeClr val="tx1"/>
                </a:solidFill>
                <a:latin typeface="BNPPSans" panose="02000000000000000000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29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82" userDrawn="1">
          <p15:clr>
            <a:srgbClr val="FBAE40"/>
          </p15:clr>
        </p15:guide>
        <p15:guide id="4" pos="6695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E 1 COLONNE DRO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B47F2D-0965-547E-9A85-D8F5F6753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7" y="365125"/>
            <a:ext cx="11183937" cy="49859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9F87E6A-C26E-C7EA-707D-C241F9A6EB9A}"/>
              </a:ext>
            </a:extLst>
          </p:cNvPr>
          <p:cNvSpPr txBox="1"/>
          <p:nvPr userDrawn="1"/>
        </p:nvSpPr>
        <p:spPr>
          <a:xfrm>
            <a:off x="7106361" y="6344349"/>
            <a:ext cx="37124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0B1EEBF-E59C-48D8-8CE6-2DF1AE29E683}" type="slidenum">
              <a:rPr lang="en-US" sz="700" smtClean="0">
                <a:solidFill>
                  <a:schemeClr val="bg1"/>
                </a:solidFill>
              </a:rPr>
              <a:t>‹#›</a:t>
            </a:fld>
            <a:endParaRPr lang="en-US" sz="700">
              <a:solidFill>
                <a:schemeClr val="bg1"/>
              </a:solidFill>
            </a:endParaRPr>
          </a:p>
        </p:txBody>
      </p:sp>
      <p:sp>
        <p:nvSpPr>
          <p:cNvPr id="12" name="Espace réservé de la date 11">
            <a:extLst>
              <a:ext uri="{FF2B5EF4-FFF2-40B4-BE49-F238E27FC236}">
                <a16:creationId xmlns:a16="http://schemas.microsoft.com/office/drawing/2014/main" id="{4E749509-540D-BFB6-FFF7-861541DC6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/>
              <a:t>13/02/2024</a:t>
            </a:r>
          </a:p>
        </p:txBody>
      </p:sp>
      <p:sp>
        <p:nvSpPr>
          <p:cNvPr id="13" name="Espace réservé du pied de page 12">
            <a:extLst>
              <a:ext uri="{FF2B5EF4-FFF2-40B4-BE49-F238E27FC236}">
                <a16:creationId xmlns:a16="http://schemas.microsoft.com/office/drawing/2014/main" id="{C971DDBF-59FC-DB9A-A585-8DA710922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PRESENTATION</a:t>
            </a:r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17C3D669-8BC4-DA49-9C4B-A7002FDB1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60FDE-1165-44E8-A8DD-A2C7EC5E5E50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F6CA094-5DCD-7C4B-D6D1-A1738D921E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3238" y="1434367"/>
            <a:ext cx="5413375" cy="4351338"/>
          </a:xfrm>
        </p:spPr>
        <p:txBody>
          <a:bodyPr/>
          <a:lstStyle>
            <a:lvl1pPr>
              <a:spcAft>
                <a:spcPts val="600"/>
              </a:spcAft>
              <a:defRPr sz="1600">
                <a:latin typeface="BNPPSans" panose="02000000000000000000" pitchFamily="2" charset="0"/>
              </a:defRPr>
            </a:lvl1pPr>
            <a:lvl2pPr>
              <a:spcAft>
                <a:spcPts val="600"/>
              </a:spcAft>
              <a:defRPr sz="1400">
                <a:latin typeface="BNPPSans" panose="02000000000000000000" pitchFamily="2" charset="0"/>
              </a:defRPr>
            </a:lvl2pPr>
            <a:lvl3pPr>
              <a:spcAft>
                <a:spcPts val="600"/>
              </a:spcAft>
              <a:buClr>
                <a:schemeClr val="tx2"/>
              </a:buClr>
              <a:defRPr>
                <a:latin typeface="BNPPSans" panose="02000000000000000000" pitchFamily="2" charset="0"/>
              </a:defRPr>
            </a:lvl3pPr>
            <a:lvl4pPr marL="1600200" indent="-228600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-"/>
              <a:defRPr sz="1200">
                <a:latin typeface="BNPPSans" panose="02000000000000000000" pitchFamily="2" charset="0"/>
              </a:defRPr>
            </a:lvl4pPr>
            <a:lvl5pPr marL="2057400" indent="-228600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-"/>
              <a:defRPr sz="1200">
                <a:latin typeface="BNPPSans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7233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82" userDrawn="1">
          <p15:clr>
            <a:srgbClr val="FBAE40"/>
          </p15:clr>
        </p15:guide>
        <p15:guide id="4" pos="6695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B47F2D-0965-547E-9A85-D8F5F6753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7" y="365125"/>
            <a:ext cx="11183937" cy="49859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9F87E6A-C26E-C7EA-707D-C241F9A6EB9A}"/>
              </a:ext>
            </a:extLst>
          </p:cNvPr>
          <p:cNvSpPr txBox="1"/>
          <p:nvPr userDrawn="1"/>
        </p:nvSpPr>
        <p:spPr>
          <a:xfrm>
            <a:off x="7106361" y="6344349"/>
            <a:ext cx="37124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0B1EEBF-E59C-48D8-8CE6-2DF1AE29E683}" type="slidenum">
              <a:rPr lang="en-US" sz="700" smtClean="0">
                <a:solidFill>
                  <a:schemeClr val="bg1"/>
                </a:solidFill>
              </a:rPr>
              <a:t>‹#›</a:t>
            </a:fld>
            <a:endParaRPr lang="en-US" sz="700">
              <a:solidFill>
                <a:schemeClr val="bg1"/>
              </a:solidFill>
            </a:endParaRPr>
          </a:p>
        </p:txBody>
      </p:sp>
      <p:sp>
        <p:nvSpPr>
          <p:cNvPr id="12" name="Espace réservé de la date 11">
            <a:extLst>
              <a:ext uri="{FF2B5EF4-FFF2-40B4-BE49-F238E27FC236}">
                <a16:creationId xmlns:a16="http://schemas.microsoft.com/office/drawing/2014/main" id="{4E749509-540D-BFB6-FFF7-861541DC6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/>
              <a:t>13/02/2024</a:t>
            </a:r>
          </a:p>
        </p:txBody>
      </p:sp>
      <p:sp>
        <p:nvSpPr>
          <p:cNvPr id="13" name="Espace réservé du pied de page 12">
            <a:extLst>
              <a:ext uri="{FF2B5EF4-FFF2-40B4-BE49-F238E27FC236}">
                <a16:creationId xmlns:a16="http://schemas.microsoft.com/office/drawing/2014/main" id="{C971DDBF-59FC-DB9A-A585-8DA710922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PRESENTATION</a:t>
            </a:r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17C3D669-8BC4-DA49-9C4B-A7002FDB1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60FDE-1165-44E8-A8DD-A2C7EC5E5E50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883813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04_SLIDE DE RUPTURE FOND V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87CB0DA-79D4-5A9D-4160-93B426FEDBAE}"/>
              </a:ext>
            </a:extLst>
          </p:cNvPr>
          <p:cNvSpPr/>
          <p:nvPr userDrawn="1"/>
        </p:nvSpPr>
        <p:spPr>
          <a:xfrm>
            <a:off x="0" y="339366"/>
            <a:ext cx="12192000" cy="571853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EB47F2D-0965-547E-9A85-D8F5F6753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844201"/>
            <a:ext cx="11018493" cy="4985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9F87E6A-C26E-C7EA-707D-C241F9A6EB9A}"/>
              </a:ext>
            </a:extLst>
          </p:cNvPr>
          <p:cNvSpPr txBox="1"/>
          <p:nvPr userDrawn="1"/>
        </p:nvSpPr>
        <p:spPr>
          <a:xfrm>
            <a:off x="7106361" y="6344349"/>
            <a:ext cx="37124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0B1EEBF-E59C-48D8-8CE6-2DF1AE29E683}" type="slidenum">
              <a:rPr lang="en-US" sz="700" smtClean="0">
                <a:solidFill>
                  <a:schemeClr val="bg1"/>
                </a:solidFill>
              </a:rPr>
              <a:t>‹#›</a:t>
            </a:fld>
            <a:endParaRPr lang="en-US" sz="700">
              <a:solidFill>
                <a:schemeClr val="bg1"/>
              </a:solidFill>
            </a:endParaRPr>
          </a:p>
        </p:txBody>
      </p:sp>
      <p:sp>
        <p:nvSpPr>
          <p:cNvPr id="12" name="Espace réservé de la date 11">
            <a:extLst>
              <a:ext uri="{FF2B5EF4-FFF2-40B4-BE49-F238E27FC236}">
                <a16:creationId xmlns:a16="http://schemas.microsoft.com/office/drawing/2014/main" id="{4E749509-540D-BFB6-FFF7-861541DC6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/>
              <a:t>13/02/2024</a:t>
            </a:r>
          </a:p>
        </p:txBody>
      </p:sp>
      <p:sp>
        <p:nvSpPr>
          <p:cNvPr id="13" name="Espace réservé du pied de page 12">
            <a:extLst>
              <a:ext uri="{FF2B5EF4-FFF2-40B4-BE49-F238E27FC236}">
                <a16:creationId xmlns:a16="http://schemas.microsoft.com/office/drawing/2014/main" id="{C971DDBF-59FC-DB9A-A585-8DA710922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PRESENTATION</a:t>
            </a:r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17C3D669-8BC4-DA49-9C4B-A7002FDB1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60FDE-1165-44E8-A8DD-A2C7EC5E5E50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4" name="Rectangle : avec coins arrondis en haut 3">
            <a:extLst>
              <a:ext uri="{FF2B5EF4-FFF2-40B4-BE49-F238E27FC236}">
                <a16:creationId xmlns:a16="http://schemas.microsoft.com/office/drawing/2014/main" id="{82E8326F-FF41-C981-9F98-71B5C3ADB902}"/>
              </a:ext>
            </a:extLst>
          </p:cNvPr>
          <p:cNvSpPr>
            <a:spLocks/>
          </p:cNvSpPr>
          <p:nvPr userDrawn="1"/>
        </p:nvSpPr>
        <p:spPr>
          <a:xfrm rot="5400000">
            <a:off x="331763" y="1065848"/>
            <a:ext cx="108000" cy="77152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07F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42C901E2-1F41-1E6A-12E3-C3750E4FD6CD}"/>
              </a:ext>
            </a:extLst>
          </p:cNvPr>
          <p:cNvSpPr/>
          <p:nvPr userDrawn="1"/>
        </p:nvSpPr>
        <p:spPr>
          <a:xfrm>
            <a:off x="657225" y="1397610"/>
            <a:ext cx="907256" cy="108000"/>
          </a:xfrm>
          <a:prstGeom prst="roundRect">
            <a:avLst>
              <a:gd name="adj" fmla="val 50000"/>
            </a:avLst>
          </a:prstGeom>
          <a:solidFill>
            <a:srgbClr val="ADDA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CCEBCA28-DDF7-3668-BF36-6FD7C95B1923}"/>
              </a:ext>
            </a:extLst>
          </p:cNvPr>
          <p:cNvSpPr/>
          <p:nvPr userDrawn="1"/>
        </p:nvSpPr>
        <p:spPr>
          <a:xfrm>
            <a:off x="1443039" y="1397610"/>
            <a:ext cx="556022" cy="108000"/>
          </a:xfrm>
          <a:prstGeom prst="roundRect">
            <a:avLst>
              <a:gd name="adj" fmla="val 50000"/>
            </a:avLst>
          </a:prstGeom>
          <a:solidFill>
            <a:srgbClr val="DBE9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454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61" userDrawn="1">
          <p15:clr>
            <a:srgbClr val="FBAE40"/>
          </p15:clr>
        </p15:guide>
        <p15:guide id="2" pos="1255" userDrawn="1">
          <p15:clr>
            <a:srgbClr val="FBAE40"/>
          </p15:clr>
        </p15:guide>
        <p15:guide id="3" orient="horz" pos="4132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04_SLIDE DE RUPTURE FOND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87CB0DA-79D4-5A9D-4160-93B426FEDBAE}"/>
              </a:ext>
            </a:extLst>
          </p:cNvPr>
          <p:cNvSpPr/>
          <p:nvPr userDrawn="1"/>
        </p:nvSpPr>
        <p:spPr>
          <a:xfrm>
            <a:off x="0" y="339366"/>
            <a:ext cx="12192000" cy="5718534"/>
          </a:xfrm>
          <a:prstGeom prst="rect">
            <a:avLst/>
          </a:prstGeom>
          <a:solidFill>
            <a:srgbClr val="F9F7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EB47F2D-0965-547E-9A85-D8F5F6753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844201"/>
            <a:ext cx="11018493" cy="49859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9F87E6A-C26E-C7EA-707D-C241F9A6EB9A}"/>
              </a:ext>
            </a:extLst>
          </p:cNvPr>
          <p:cNvSpPr txBox="1"/>
          <p:nvPr userDrawn="1"/>
        </p:nvSpPr>
        <p:spPr>
          <a:xfrm>
            <a:off x="7106361" y="6344349"/>
            <a:ext cx="37124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0B1EEBF-E59C-48D8-8CE6-2DF1AE29E683}" type="slidenum">
              <a:rPr lang="en-US" sz="700" smtClean="0">
                <a:solidFill>
                  <a:schemeClr val="bg1"/>
                </a:solidFill>
              </a:rPr>
              <a:t>‹#›</a:t>
            </a:fld>
            <a:endParaRPr lang="en-US" sz="700">
              <a:solidFill>
                <a:schemeClr val="bg1"/>
              </a:solidFill>
            </a:endParaRPr>
          </a:p>
        </p:txBody>
      </p:sp>
      <p:sp>
        <p:nvSpPr>
          <p:cNvPr id="12" name="Espace réservé de la date 11">
            <a:extLst>
              <a:ext uri="{FF2B5EF4-FFF2-40B4-BE49-F238E27FC236}">
                <a16:creationId xmlns:a16="http://schemas.microsoft.com/office/drawing/2014/main" id="{4E749509-540D-BFB6-FFF7-861541DC6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/>
              <a:t>13/02/2024</a:t>
            </a:r>
          </a:p>
        </p:txBody>
      </p:sp>
      <p:sp>
        <p:nvSpPr>
          <p:cNvPr id="13" name="Espace réservé du pied de page 12">
            <a:extLst>
              <a:ext uri="{FF2B5EF4-FFF2-40B4-BE49-F238E27FC236}">
                <a16:creationId xmlns:a16="http://schemas.microsoft.com/office/drawing/2014/main" id="{C971DDBF-59FC-DB9A-A585-8DA710922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PRESENTATION</a:t>
            </a:r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17C3D669-8BC4-DA49-9C4B-A7002FDB1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60FDE-1165-44E8-A8DD-A2C7EC5E5E50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4" name="Rectangle : avec coins arrondis en haut 3">
            <a:extLst>
              <a:ext uri="{FF2B5EF4-FFF2-40B4-BE49-F238E27FC236}">
                <a16:creationId xmlns:a16="http://schemas.microsoft.com/office/drawing/2014/main" id="{82E8326F-FF41-C981-9F98-71B5C3ADB902}"/>
              </a:ext>
            </a:extLst>
          </p:cNvPr>
          <p:cNvSpPr>
            <a:spLocks/>
          </p:cNvSpPr>
          <p:nvPr userDrawn="1"/>
        </p:nvSpPr>
        <p:spPr>
          <a:xfrm rot="5400000">
            <a:off x="331763" y="1065848"/>
            <a:ext cx="108000" cy="77152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07F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42C901E2-1F41-1E6A-12E3-C3750E4FD6CD}"/>
              </a:ext>
            </a:extLst>
          </p:cNvPr>
          <p:cNvSpPr/>
          <p:nvPr userDrawn="1"/>
        </p:nvSpPr>
        <p:spPr>
          <a:xfrm>
            <a:off x="657225" y="1397610"/>
            <a:ext cx="907256" cy="108000"/>
          </a:xfrm>
          <a:prstGeom prst="roundRect">
            <a:avLst>
              <a:gd name="adj" fmla="val 50000"/>
            </a:avLst>
          </a:prstGeom>
          <a:solidFill>
            <a:srgbClr val="ADDA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CCEBCA28-DDF7-3668-BF36-6FD7C95B1923}"/>
              </a:ext>
            </a:extLst>
          </p:cNvPr>
          <p:cNvSpPr/>
          <p:nvPr userDrawn="1"/>
        </p:nvSpPr>
        <p:spPr>
          <a:xfrm>
            <a:off x="1443039" y="1397610"/>
            <a:ext cx="556022" cy="108000"/>
          </a:xfrm>
          <a:prstGeom prst="roundRect">
            <a:avLst>
              <a:gd name="adj" fmla="val 50000"/>
            </a:avLst>
          </a:prstGeom>
          <a:solidFill>
            <a:srgbClr val="DBE9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862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255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SLIDE DE RUPTURE demie page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3641DD8-34E9-4FC9-F923-3A2CCF8EC4DE}"/>
              </a:ext>
            </a:extLst>
          </p:cNvPr>
          <p:cNvSpPr/>
          <p:nvPr userDrawn="1"/>
        </p:nvSpPr>
        <p:spPr>
          <a:xfrm>
            <a:off x="6810375" y="0"/>
            <a:ext cx="5381624" cy="6858000"/>
          </a:xfrm>
          <a:prstGeom prst="rect">
            <a:avLst/>
          </a:prstGeom>
          <a:solidFill>
            <a:srgbClr val="F9F7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B1C9848-3966-45B9-A813-4A95D4277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365125"/>
            <a:ext cx="6264275" cy="49859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0CBABEC-4B4A-9FD7-2322-0D07DB0B0F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10375" y="6356350"/>
            <a:ext cx="3780411" cy="20005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TITRE DE LA PRESENTATION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25C1CF8-8C27-91EA-41CC-51A1043493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C60FDE-1165-44E8-A8DD-A2C7EC5E5E50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80D136D-F587-FA93-903D-47DB8367D35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>
                <a:solidFill>
                  <a:schemeClr val="tx1"/>
                </a:solidFill>
              </a:rPr>
              <a:t>13/02/2024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DAB29B6A-BFFC-CD5C-8ECF-FC14A850B8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426249" y="6271051"/>
            <a:ext cx="305375" cy="305375"/>
          </a:xfrm>
          <a:prstGeom prst="rect">
            <a:avLst/>
          </a:prstGeom>
        </p:spPr>
      </p:pic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A2424668-9586-13F2-00A0-3E54367F4A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05373" y="365125"/>
            <a:ext cx="4483389" cy="580707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FontTx/>
              <a:buNone/>
              <a:defRPr sz="1400">
                <a:solidFill>
                  <a:schemeClr val="tx2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defRPr>
                <a:solidFill>
                  <a:schemeClr val="tx2"/>
                </a:solidFill>
              </a:defRPr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endParaRPr lang="en-US"/>
          </a:p>
        </p:txBody>
      </p:sp>
      <p:pic>
        <p:nvPicPr>
          <p:cNvPr id="13" name="Image 12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0AEE258B-01E6-B9A9-74AA-6C919034970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26249" y="6271051"/>
            <a:ext cx="305375" cy="305375"/>
          </a:xfrm>
          <a:prstGeom prst="rect">
            <a:avLst/>
          </a:prstGeom>
        </p:spPr>
      </p:pic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AA47018E-2BF9-EE09-FC99-2F9EA8AB00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2375" y="1427163"/>
            <a:ext cx="4694238" cy="4413250"/>
          </a:xfrm>
        </p:spPr>
        <p:txBody>
          <a:bodyPr/>
          <a:lstStyle>
            <a:lvl1pPr>
              <a:defRPr>
                <a:latin typeface="BNPPSans" panose="02000000000000000000" pitchFamily="2" charset="0"/>
              </a:defRPr>
            </a:lvl1pPr>
            <a:lvl2pPr>
              <a:defRPr>
                <a:latin typeface="BNPPSans" panose="02000000000000000000" pitchFamily="2" charset="0"/>
              </a:defRPr>
            </a:lvl2pPr>
            <a:lvl3pPr>
              <a:defRPr>
                <a:latin typeface="BNPPSans" panose="02000000000000000000" pitchFamily="2" charset="0"/>
              </a:defRPr>
            </a:lvl3pPr>
            <a:lvl4pPr>
              <a:defRPr>
                <a:latin typeface="BNPPSans" panose="02000000000000000000" pitchFamily="2" charset="0"/>
              </a:defRPr>
            </a:lvl4pPr>
            <a:lvl5pPr>
              <a:defRPr>
                <a:latin typeface="BNPPSans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16814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SLIDE DE RUPTURE demie page v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3641DD8-34E9-4FC9-F923-3A2CCF8EC4DE}"/>
              </a:ext>
            </a:extLst>
          </p:cNvPr>
          <p:cNvSpPr/>
          <p:nvPr userDrawn="1"/>
        </p:nvSpPr>
        <p:spPr>
          <a:xfrm>
            <a:off x="6810375" y="0"/>
            <a:ext cx="538162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B1C9848-3966-45B9-A813-4A95D4277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365125"/>
            <a:ext cx="6264275" cy="49859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0CBABEC-4B4A-9FD7-2322-0D07DB0B0F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10375" y="6356350"/>
            <a:ext cx="3780411" cy="2000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TITRE DE LA PRESENTATION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25C1CF8-8C27-91EA-41CC-51A1043493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C60FDE-1165-44E8-A8DD-A2C7EC5E5E50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80D136D-F587-FA93-903D-47DB8367D35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/>
              <a:t>13/02/2024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DAB29B6A-BFFC-CD5C-8ECF-FC14A850B8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426249" y="6271051"/>
            <a:ext cx="305375" cy="305375"/>
          </a:xfrm>
          <a:prstGeom prst="rect">
            <a:avLst/>
          </a:prstGeom>
        </p:spPr>
      </p:pic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A2424668-9586-13F2-00A0-3E54367F4A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05373" y="365125"/>
            <a:ext cx="4483389" cy="580707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FontTx/>
              <a:buNone/>
              <a:defRPr sz="1400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endParaRPr lang="en-US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5898612D-9F99-8143-EAD4-8155D073AD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2375" y="1427163"/>
            <a:ext cx="4694238" cy="4413250"/>
          </a:xfrm>
        </p:spPr>
        <p:txBody>
          <a:bodyPr/>
          <a:lstStyle>
            <a:lvl1pPr>
              <a:defRPr>
                <a:latin typeface="BNPPSans" panose="02000000000000000000" pitchFamily="2" charset="0"/>
              </a:defRPr>
            </a:lvl1pPr>
            <a:lvl2pPr>
              <a:defRPr>
                <a:latin typeface="BNPPSans" panose="02000000000000000000" pitchFamily="2" charset="0"/>
              </a:defRPr>
            </a:lvl2pPr>
            <a:lvl3pPr>
              <a:defRPr>
                <a:latin typeface="BNPPSans" panose="02000000000000000000" pitchFamily="2" charset="0"/>
              </a:defRPr>
            </a:lvl3pPr>
            <a:lvl4pPr>
              <a:defRPr>
                <a:latin typeface="BNPPSans" panose="02000000000000000000" pitchFamily="2" charset="0"/>
              </a:defRPr>
            </a:lvl4pPr>
            <a:lvl5pPr>
              <a:defRPr>
                <a:latin typeface="BNPPSans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94383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+ Sous-titre +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198E01-35FC-E01B-C3D8-2D82B9887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565173-D284-92A5-538F-F46EC0CA6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NPPSans" panose="02000000000000000000" pitchFamily="2" charset="0"/>
              </a:defRPr>
            </a:lvl1pPr>
            <a:lvl2pPr>
              <a:defRPr>
                <a:latin typeface="BNPPSans" panose="02000000000000000000" pitchFamily="2" charset="0"/>
              </a:defRPr>
            </a:lvl2pPr>
            <a:lvl3pPr>
              <a:defRPr>
                <a:latin typeface="BNPPSans" panose="02000000000000000000" pitchFamily="2" charset="0"/>
              </a:defRPr>
            </a:lvl3pPr>
            <a:lvl4pPr>
              <a:defRPr>
                <a:latin typeface="BNPPSans" panose="02000000000000000000" pitchFamily="2" charset="0"/>
              </a:defRPr>
            </a:lvl4pPr>
            <a:lvl5pPr>
              <a:defRPr>
                <a:latin typeface="BNPPSans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28F936-5221-B3D7-6C7A-2B568E7B3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05D5F-019D-4458-BFEE-97D5C9F70C5D}" type="datetime1">
              <a:rPr lang="fr-FR" smtClean="0"/>
              <a:t>21/08/2026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75CC743-6DB4-7743-828E-3D6C5FA4D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A81371B-EE69-E83D-3574-75AA74404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23517" y="6346492"/>
            <a:ext cx="344966" cy="200055"/>
          </a:xfrm>
          <a:prstGeom prst="rect">
            <a:avLst/>
          </a:prstGeom>
        </p:spPr>
        <p:txBody>
          <a:bodyPr/>
          <a:lstStyle/>
          <a:p>
            <a:fld id="{12EA5F4A-9FB0-4812-AB35-92F9E0180226}" type="slidenum">
              <a:rPr lang="fr-FR" smtClean="0"/>
              <a:t>‹#›</a:t>
            </a:fld>
            <a:endParaRPr lang="fr-FR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37B7CA80-05B9-B086-BCF3-7A662021DE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5000" y="1328779"/>
            <a:ext cx="10922000" cy="221599"/>
          </a:xfrm>
        </p:spPr>
        <p:txBody>
          <a:bodyPr/>
          <a:lstStyle>
            <a:lvl1pPr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Modifiez le style du sous-titre </a:t>
            </a:r>
          </a:p>
        </p:txBody>
      </p:sp>
    </p:spTree>
    <p:extLst>
      <p:ext uri="{BB962C8B-B14F-4D97-AF65-F5344CB8AC3E}">
        <p14:creationId xmlns:p14="http://schemas.microsoft.com/office/powerpoint/2010/main" val="2553925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AEFC786-02F2-4383-E330-DFE7782E3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998" y="752475"/>
            <a:ext cx="10922004" cy="49244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6320F38-0ADC-3F57-BDB8-E3EDC4DD5F8A}"/>
              </a:ext>
            </a:extLst>
          </p:cNvPr>
          <p:cNvSpPr/>
          <p:nvPr userDrawn="1"/>
        </p:nvSpPr>
        <p:spPr bwMode="ltGray">
          <a:xfrm>
            <a:off x="0" y="6035040"/>
            <a:ext cx="12191999" cy="822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AA60949-C439-A23C-1F67-1FDAE0C3D3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0800000" flipH="1" flipV="1">
            <a:off x="8327623" y="6369576"/>
            <a:ext cx="2114140" cy="15388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r">
              <a:defRPr sz="700" cap="all" baseline="0">
                <a:solidFill>
                  <a:schemeClr val="tx1"/>
                </a:solidFill>
              </a:defRPr>
            </a:lvl1pPr>
          </a:lstStyle>
          <a:p>
            <a:r>
              <a:rPr lang="fr-FR"/>
              <a:t>Titre de la présentation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5A5286F-5BB7-E8AC-7052-9ABD8DBB29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94460" y="6369576"/>
            <a:ext cx="448841" cy="15388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2DF9B93F-5A2C-4BE4-8E2B-05CA4746F95D}" type="datetime1">
              <a:rPr lang="fr-FR" smtClean="0"/>
              <a:t>21/08/2026</a:t>
            </a:fld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8B1C8CF-2AC0-BB00-BB15-07A59BAA5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998" y="2038962"/>
            <a:ext cx="10922004" cy="12259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grpSp>
        <p:nvGrpSpPr>
          <p:cNvPr id="35" name="Graphique 44">
            <a:extLst>
              <a:ext uri="{FF2B5EF4-FFF2-40B4-BE49-F238E27FC236}">
                <a16:creationId xmlns:a16="http://schemas.microsoft.com/office/drawing/2014/main" id="{8804C560-7A9C-3601-D416-D67CF2E12FF0}"/>
              </a:ext>
            </a:extLst>
          </p:cNvPr>
          <p:cNvGrpSpPr/>
          <p:nvPr userDrawn="1"/>
        </p:nvGrpSpPr>
        <p:grpSpPr>
          <a:xfrm>
            <a:off x="11259577" y="6260485"/>
            <a:ext cx="300749" cy="346882"/>
            <a:chOff x="3319467" y="228600"/>
            <a:chExt cx="5551926" cy="6403562"/>
          </a:xfrm>
          <a:solidFill>
            <a:schemeClr val="accent1"/>
          </a:solidFill>
        </p:grpSpPr>
        <p:sp>
          <p:nvSpPr>
            <p:cNvPr id="36" name="Forme libre : forme 35">
              <a:extLst>
                <a:ext uri="{FF2B5EF4-FFF2-40B4-BE49-F238E27FC236}">
                  <a16:creationId xmlns:a16="http://schemas.microsoft.com/office/drawing/2014/main" id="{8875125C-15CB-421F-745B-A6883CC420AC}"/>
                </a:ext>
              </a:extLst>
            </p:cNvPr>
            <p:cNvSpPr/>
            <p:nvPr/>
          </p:nvSpPr>
          <p:spPr>
            <a:xfrm>
              <a:off x="3319467" y="1781949"/>
              <a:ext cx="1254828" cy="3190491"/>
            </a:xfrm>
            <a:custGeom>
              <a:avLst/>
              <a:gdLst>
                <a:gd name="connsiteX0" fmla="*/ 185 w 1254828"/>
                <a:gd name="connsiteY0" fmla="*/ 186391 h 3190491"/>
                <a:gd name="connsiteX1" fmla="*/ 174017 w 1254828"/>
                <a:gd name="connsiteY1" fmla="*/ 178 h 3190491"/>
                <a:gd name="connsiteX2" fmla="*/ 360040 w 1254828"/>
                <a:gd name="connsiteY2" fmla="*/ 169913 h 3190491"/>
                <a:gd name="connsiteX3" fmla="*/ 481198 w 1254828"/>
                <a:gd name="connsiteY3" fmla="*/ 2822340 h 3190491"/>
                <a:gd name="connsiteX4" fmla="*/ 1064509 w 1254828"/>
                <a:gd name="connsiteY4" fmla="*/ 2795670 h 3190491"/>
                <a:gd name="connsiteX5" fmla="*/ 1254628 w 1254828"/>
                <a:gd name="connsiteY5" fmla="*/ 2965310 h 3190491"/>
                <a:gd name="connsiteX6" fmla="*/ 1080987 w 1254828"/>
                <a:gd name="connsiteY6" fmla="*/ 3155525 h 3190491"/>
                <a:gd name="connsiteX7" fmla="*/ 319749 w 1254828"/>
                <a:gd name="connsiteY7" fmla="*/ 3190291 h 3190491"/>
                <a:gd name="connsiteX8" fmla="*/ 129535 w 1254828"/>
                <a:gd name="connsiteY8" fmla="*/ 3016650 h 3190491"/>
                <a:gd name="connsiteX9" fmla="*/ 185 w 1254828"/>
                <a:gd name="connsiteY9" fmla="*/ 186391 h 319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54828" h="3190491">
                  <a:moveTo>
                    <a:pt x="185" y="186391"/>
                  </a:moveTo>
                  <a:cubicBezTo>
                    <a:pt x="-4291" y="89332"/>
                    <a:pt x="72861" y="4845"/>
                    <a:pt x="174017" y="178"/>
                  </a:cubicBezTo>
                  <a:cubicBezTo>
                    <a:pt x="271076" y="-4204"/>
                    <a:pt x="355563" y="72949"/>
                    <a:pt x="360040" y="169913"/>
                  </a:cubicBezTo>
                  <a:lnTo>
                    <a:pt x="481198" y="2822340"/>
                  </a:lnTo>
                  <a:lnTo>
                    <a:pt x="1064509" y="2795670"/>
                  </a:lnTo>
                  <a:cubicBezTo>
                    <a:pt x="1165569" y="2791003"/>
                    <a:pt x="1250151" y="2868251"/>
                    <a:pt x="1254628" y="2965310"/>
                  </a:cubicBezTo>
                  <a:cubicBezTo>
                    <a:pt x="1259295" y="3066371"/>
                    <a:pt x="1182047" y="3150953"/>
                    <a:pt x="1080987" y="3155525"/>
                  </a:cubicBezTo>
                  <a:lnTo>
                    <a:pt x="319749" y="3190291"/>
                  </a:lnTo>
                  <a:cubicBezTo>
                    <a:pt x="218689" y="3194958"/>
                    <a:pt x="134107" y="3117710"/>
                    <a:pt x="129535" y="3016650"/>
                  </a:cubicBezTo>
                  <a:lnTo>
                    <a:pt x="185" y="18639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7" name="Forme libre : forme 36">
              <a:extLst>
                <a:ext uri="{FF2B5EF4-FFF2-40B4-BE49-F238E27FC236}">
                  <a16:creationId xmlns:a16="http://schemas.microsoft.com/office/drawing/2014/main" id="{1567FACC-4EE5-56DC-0890-44F5B78836E8}"/>
                </a:ext>
              </a:extLst>
            </p:cNvPr>
            <p:cNvSpPr/>
            <p:nvPr/>
          </p:nvSpPr>
          <p:spPr>
            <a:xfrm>
              <a:off x="5104446" y="1808321"/>
              <a:ext cx="330708" cy="559212"/>
            </a:xfrm>
            <a:custGeom>
              <a:avLst/>
              <a:gdLst>
                <a:gd name="connsiteX0" fmla="*/ 330708 w 330708"/>
                <a:gd name="connsiteY0" fmla="*/ 391954 h 559212"/>
                <a:gd name="connsiteX1" fmla="*/ 167164 w 330708"/>
                <a:gd name="connsiteY1" fmla="*/ 559213 h 559212"/>
                <a:gd name="connsiteX2" fmla="*/ 0 w 330708"/>
                <a:gd name="connsiteY2" fmla="*/ 391954 h 559212"/>
                <a:gd name="connsiteX3" fmla="*/ 0 w 330708"/>
                <a:gd name="connsiteY3" fmla="*/ 163449 h 559212"/>
                <a:gd name="connsiteX4" fmla="*/ 167164 w 330708"/>
                <a:gd name="connsiteY4" fmla="*/ 0 h 559212"/>
                <a:gd name="connsiteX5" fmla="*/ 330708 w 330708"/>
                <a:gd name="connsiteY5" fmla="*/ 163449 h 559212"/>
                <a:gd name="connsiteX6" fmla="*/ 330708 w 330708"/>
                <a:gd name="connsiteY6" fmla="*/ 391954 h 559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559212">
                  <a:moveTo>
                    <a:pt x="330708" y="391954"/>
                  </a:moveTo>
                  <a:cubicBezTo>
                    <a:pt x="330708" y="484822"/>
                    <a:pt x="256413" y="559213"/>
                    <a:pt x="167164" y="559213"/>
                  </a:cubicBezTo>
                  <a:cubicBezTo>
                    <a:pt x="77915" y="559213"/>
                    <a:pt x="0" y="484918"/>
                    <a:pt x="0" y="391954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39195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8" name="Forme libre : forme 37">
              <a:extLst>
                <a:ext uri="{FF2B5EF4-FFF2-40B4-BE49-F238E27FC236}">
                  <a16:creationId xmlns:a16="http://schemas.microsoft.com/office/drawing/2014/main" id="{42BB029F-FC15-ACD6-C428-844697218DBB}"/>
                </a:ext>
              </a:extLst>
            </p:cNvPr>
            <p:cNvSpPr/>
            <p:nvPr/>
          </p:nvSpPr>
          <p:spPr>
            <a:xfrm>
              <a:off x="5104446" y="2882646"/>
              <a:ext cx="330708" cy="2068734"/>
            </a:xfrm>
            <a:custGeom>
              <a:avLst/>
              <a:gdLst>
                <a:gd name="connsiteX0" fmla="*/ 330708 w 330708"/>
                <a:gd name="connsiteY0" fmla="*/ 1901476 h 2068734"/>
                <a:gd name="connsiteX1" fmla="*/ 167164 w 330708"/>
                <a:gd name="connsiteY1" fmla="*/ 2068735 h 2068734"/>
                <a:gd name="connsiteX2" fmla="*/ 0 w 330708"/>
                <a:gd name="connsiteY2" fmla="*/ 1901476 h 2068734"/>
                <a:gd name="connsiteX3" fmla="*/ 0 w 330708"/>
                <a:gd name="connsiteY3" fmla="*/ 163449 h 2068734"/>
                <a:gd name="connsiteX4" fmla="*/ 167164 w 330708"/>
                <a:gd name="connsiteY4" fmla="*/ 0 h 2068734"/>
                <a:gd name="connsiteX5" fmla="*/ 330708 w 330708"/>
                <a:gd name="connsiteY5" fmla="*/ 163449 h 2068734"/>
                <a:gd name="connsiteX6" fmla="*/ 330708 w 330708"/>
                <a:gd name="connsiteY6" fmla="*/ 1901476 h 206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0708" h="2068734">
                  <a:moveTo>
                    <a:pt x="330708" y="1901476"/>
                  </a:moveTo>
                  <a:cubicBezTo>
                    <a:pt x="330708" y="1994344"/>
                    <a:pt x="256413" y="2068735"/>
                    <a:pt x="167164" y="2068735"/>
                  </a:cubicBezTo>
                  <a:cubicBezTo>
                    <a:pt x="77915" y="2068735"/>
                    <a:pt x="0" y="1994440"/>
                    <a:pt x="0" y="1901476"/>
                  </a:cubicBezTo>
                  <a:lnTo>
                    <a:pt x="0" y="163449"/>
                  </a:lnTo>
                  <a:cubicBezTo>
                    <a:pt x="0" y="74295"/>
                    <a:pt x="74295" y="0"/>
                    <a:pt x="167164" y="0"/>
                  </a:cubicBezTo>
                  <a:cubicBezTo>
                    <a:pt x="260033" y="0"/>
                    <a:pt x="330708" y="74295"/>
                    <a:pt x="330708" y="163449"/>
                  </a:cubicBezTo>
                  <a:lnTo>
                    <a:pt x="330708" y="190147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9" name="Forme libre : forme 38">
              <a:extLst>
                <a:ext uri="{FF2B5EF4-FFF2-40B4-BE49-F238E27FC236}">
                  <a16:creationId xmlns:a16="http://schemas.microsoft.com/office/drawing/2014/main" id="{D1FC7BDC-760E-639E-4732-495F1ACEB189}"/>
                </a:ext>
              </a:extLst>
            </p:cNvPr>
            <p:cNvSpPr/>
            <p:nvPr/>
          </p:nvSpPr>
          <p:spPr>
            <a:xfrm>
              <a:off x="6236683" y="2168270"/>
              <a:ext cx="1065561" cy="2788348"/>
            </a:xfrm>
            <a:custGeom>
              <a:avLst/>
              <a:gdLst>
                <a:gd name="connsiteX0" fmla="*/ 321374 w 1065561"/>
                <a:gd name="connsiteY0" fmla="*/ 2625852 h 2788348"/>
                <a:gd name="connsiteX1" fmla="*/ 162496 w 1065561"/>
                <a:gd name="connsiteY1" fmla="*/ 2788349 h 2788348"/>
                <a:gd name="connsiteX2" fmla="*/ 0 w 1065561"/>
                <a:gd name="connsiteY2" fmla="*/ 2625852 h 2788348"/>
                <a:gd name="connsiteX3" fmla="*/ 0 w 1065561"/>
                <a:gd name="connsiteY3" fmla="*/ 158877 h 2788348"/>
                <a:gd name="connsiteX4" fmla="*/ 162496 w 1065561"/>
                <a:gd name="connsiteY4" fmla="*/ 0 h 2788348"/>
                <a:gd name="connsiteX5" fmla="*/ 903065 w 1065561"/>
                <a:gd name="connsiteY5" fmla="*/ 0 h 2788348"/>
                <a:gd name="connsiteX6" fmla="*/ 1065562 w 1065561"/>
                <a:gd name="connsiteY6" fmla="*/ 158877 h 2788348"/>
                <a:gd name="connsiteX7" fmla="*/ 903065 w 1065561"/>
                <a:gd name="connsiteY7" fmla="*/ 321374 h 2788348"/>
                <a:gd name="connsiteX8" fmla="*/ 321374 w 1065561"/>
                <a:gd name="connsiteY8" fmla="*/ 321374 h 2788348"/>
                <a:gd name="connsiteX9" fmla="*/ 321374 w 1065561"/>
                <a:gd name="connsiteY9" fmla="*/ 1216914 h 2788348"/>
                <a:gd name="connsiteX10" fmla="*/ 740569 w 1065561"/>
                <a:gd name="connsiteY10" fmla="*/ 1216914 h 2788348"/>
                <a:gd name="connsiteX11" fmla="*/ 903065 w 1065561"/>
                <a:gd name="connsiteY11" fmla="*/ 1375791 h 2788348"/>
                <a:gd name="connsiteX12" fmla="*/ 740569 w 1065561"/>
                <a:gd name="connsiteY12" fmla="*/ 1538288 h 2788348"/>
                <a:gd name="connsiteX13" fmla="*/ 321374 w 1065561"/>
                <a:gd name="connsiteY13" fmla="*/ 1538288 h 2788348"/>
                <a:gd name="connsiteX14" fmla="*/ 321374 w 1065561"/>
                <a:gd name="connsiteY14" fmla="*/ 2625757 h 278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65561" h="2788348">
                  <a:moveTo>
                    <a:pt x="321374" y="2625852"/>
                  </a:moveTo>
                  <a:cubicBezTo>
                    <a:pt x="321374" y="2716149"/>
                    <a:pt x="249174" y="2788349"/>
                    <a:pt x="162496" y="2788349"/>
                  </a:cubicBezTo>
                  <a:cubicBezTo>
                    <a:pt x="75819" y="2788349"/>
                    <a:pt x="0" y="2716149"/>
                    <a:pt x="0" y="2625852"/>
                  </a:cubicBezTo>
                  <a:lnTo>
                    <a:pt x="0" y="158877"/>
                  </a:lnTo>
                  <a:cubicBezTo>
                    <a:pt x="0" y="72200"/>
                    <a:pt x="72200" y="0"/>
                    <a:pt x="162496" y="0"/>
                  </a:cubicBezTo>
                  <a:lnTo>
                    <a:pt x="903065" y="0"/>
                  </a:lnTo>
                  <a:cubicBezTo>
                    <a:pt x="993362" y="0"/>
                    <a:pt x="1065562" y="72200"/>
                    <a:pt x="1065562" y="158877"/>
                  </a:cubicBezTo>
                  <a:cubicBezTo>
                    <a:pt x="1065562" y="245554"/>
                    <a:pt x="993362" y="321374"/>
                    <a:pt x="903065" y="321374"/>
                  </a:cubicBezTo>
                  <a:lnTo>
                    <a:pt x="321374" y="321374"/>
                  </a:lnTo>
                  <a:lnTo>
                    <a:pt x="321374" y="1216914"/>
                  </a:lnTo>
                  <a:lnTo>
                    <a:pt x="740569" y="1216914"/>
                  </a:lnTo>
                  <a:cubicBezTo>
                    <a:pt x="830866" y="1216914"/>
                    <a:pt x="903065" y="1289114"/>
                    <a:pt x="903065" y="1375791"/>
                  </a:cubicBezTo>
                  <a:cubicBezTo>
                    <a:pt x="903065" y="1462468"/>
                    <a:pt x="830866" y="1538288"/>
                    <a:pt x="740569" y="1538288"/>
                  </a:cubicBezTo>
                  <a:lnTo>
                    <a:pt x="321374" y="1538288"/>
                  </a:lnTo>
                  <a:lnTo>
                    <a:pt x="321374" y="262575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0" name="Forme libre : forme 39">
              <a:extLst>
                <a:ext uri="{FF2B5EF4-FFF2-40B4-BE49-F238E27FC236}">
                  <a16:creationId xmlns:a16="http://schemas.microsoft.com/office/drawing/2014/main" id="{921232EB-69AE-7B77-512F-D56728DF5689}"/>
                </a:ext>
              </a:extLst>
            </p:cNvPr>
            <p:cNvSpPr/>
            <p:nvPr/>
          </p:nvSpPr>
          <p:spPr>
            <a:xfrm>
              <a:off x="7800593" y="2168366"/>
              <a:ext cx="1070800" cy="2751391"/>
            </a:xfrm>
            <a:custGeom>
              <a:avLst/>
              <a:gdLst>
                <a:gd name="connsiteX0" fmla="*/ 908400 w 1070800"/>
                <a:gd name="connsiteY0" fmla="*/ 2429923 h 2751391"/>
                <a:gd name="connsiteX1" fmla="*/ 321469 w 1070800"/>
                <a:gd name="connsiteY1" fmla="*/ 2429923 h 2751391"/>
                <a:gd name="connsiteX2" fmla="*/ 321469 w 1070800"/>
                <a:gd name="connsiteY2" fmla="*/ 1522476 h 2751391"/>
                <a:gd name="connsiteX3" fmla="*/ 740664 w 1070800"/>
                <a:gd name="connsiteY3" fmla="*/ 1522476 h 2751391"/>
                <a:gd name="connsiteX4" fmla="*/ 903161 w 1070800"/>
                <a:gd name="connsiteY4" fmla="*/ 1359980 h 2751391"/>
                <a:gd name="connsiteX5" fmla="*/ 740664 w 1070800"/>
                <a:gd name="connsiteY5" fmla="*/ 1201103 h 2751391"/>
                <a:gd name="connsiteX6" fmla="*/ 321469 w 1070800"/>
                <a:gd name="connsiteY6" fmla="*/ 1201103 h 2751391"/>
                <a:gd name="connsiteX7" fmla="*/ 321469 w 1070800"/>
                <a:gd name="connsiteY7" fmla="*/ 321374 h 2751391"/>
                <a:gd name="connsiteX8" fmla="*/ 903161 w 1070800"/>
                <a:gd name="connsiteY8" fmla="*/ 321374 h 2751391"/>
                <a:gd name="connsiteX9" fmla="*/ 1065657 w 1070800"/>
                <a:gd name="connsiteY9" fmla="*/ 158877 h 2751391"/>
                <a:gd name="connsiteX10" fmla="*/ 903161 w 1070800"/>
                <a:gd name="connsiteY10" fmla="*/ 0 h 2751391"/>
                <a:gd name="connsiteX11" fmla="*/ 162496 w 1070800"/>
                <a:gd name="connsiteY11" fmla="*/ 0 h 2751391"/>
                <a:gd name="connsiteX12" fmla="*/ 0 w 1070800"/>
                <a:gd name="connsiteY12" fmla="*/ 158877 h 2751391"/>
                <a:gd name="connsiteX13" fmla="*/ 0 w 1070800"/>
                <a:gd name="connsiteY13" fmla="*/ 2588895 h 2751391"/>
                <a:gd name="connsiteX14" fmla="*/ 162496 w 1070800"/>
                <a:gd name="connsiteY14" fmla="*/ 2751392 h 2751391"/>
                <a:gd name="connsiteX15" fmla="*/ 165068 w 1070800"/>
                <a:gd name="connsiteY15" fmla="*/ 2751296 h 2751391"/>
                <a:gd name="connsiteX16" fmla="*/ 167735 w 1070800"/>
                <a:gd name="connsiteY16" fmla="*/ 2751392 h 2751391"/>
                <a:gd name="connsiteX17" fmla="*/ 908304 w 1070800"/>
                <a:gd name="connsiteY17" fmla="*/ 2751392 h 2751391"/>
                <a:gd name="connsiteX18" fmla="*/ 1070801 w 1070800"/>
                <a:gd name="connsiteY18" fmla="*/ 2592515 h 2751391"/>
                <a:gd name="connsiteX19" fmla="*/ 908304 w 1070800"/>
                <a:gd name="connsiteY19" fmla="*/ 2430018 h 275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70800" h="2751391">
                  <a:moveTo>
                    <a:pt x="908400" y="2429923"/>
                  </a:moveTo>
                  <a:lnTo>
                    <a:pt x="321469" y="2429923"/>
                  </a:lnTo>
                  <a:lnTo>
                    <a:pt x="321469" y="1522476"/>
                  </a:lnTo>
                  <a:lnTo>
                    <a:pt x="740664" y="1522476"/>
                  </a:lnTo>
                  <a:cubicBezTo>
                    <a:pt x="830961" y="1522476"/>
                    <a:pt x="903161" y="1450277"/>
                    <a:pt x="903161" y="1359980"/>
                  </a:cubicBezTo>
                  <a:cubicBezTo>
                    <a:pt x="903161" y="1269683"/>
                    <a:pt x="830961" y="1201103"/>
                    <a:pt x="740664" y="1201103"/>
                  </a:cubicBezTo>
                  <a:lnTo>
                    <a:pt x="321469" y="1201103"/>
                  </a:lnTo>
                  <a:lnTo>
                    <a:pt x="321469" y="321374"/>
                  </a:lnTo>
                  <a:lnTo>
                    <a:pt x="903161" y="321374"/>
                  </a:lnTo>
                  <a:cubicBezTo>
                    <a:pt x="993458" y="321374"/>
                    <a:pt x="1065657" y="249174"/>
                    <a:pt x="1065657" y="158877"/>
                  </a:cubicBezTo>
                  <a:cubicBezTo>
                    <a:pt x="1065657" y="68580"/>
                    <a:pt x="993458" y="0"/>
                    <a:pt x="903161" y="0"/>
                  </a:cubicBezTo>
                  <a:lnTo>
                    <a:pt x="162496" y="0"/>
                  </a:lnTo>
                  <a:cubicBezTo>
                    <a:pt x="72200" y="0"/>
                    <a:pt x="0" y="72200"/>
                    <a:pt x="0" y="158877"/>
                  </a:cubicBezTo>
                  <a:lnTo>
                    <a:pt x="0" y="2588895"/>
                  </a:lnTo>
                  <a:cubicBezTo>
                    <a:pt x="0" y="2679192"/>
                    <a:pt x="72200" y="2751392"/>
                    <a:pt x="162496" y="2751392"/>
                  </a:cubicBezTo>
                  <a:cubicBezTo>
                    <a:pt x="163354" y="2751392"/>
                    <a:pt x="164211" y="2751296"/>
                    <a:pt x="165068" y="2751296"/>
                  </a:cubicBezTo>
                  <a:cubicBezTo>
                    <a:pt x="166021" y="2751296"/>
                    <a:pt x="166878" y="2751392"/>
                    <a:pt x="167735" y="2751392"/>
                  </a:cubicBezTo>
                  <a:lnTo>
                    <a:pt x="908304" y="2751392"/>
                  </a:lnTo>
                  <a:cubicBezTo>
                    <a:pt x="998601" y="2751392"/>
                    <a:pt x="1070801" y="2679192"/>
                    <a:pt x="1070801" y="2592515"/>
                  </a:cubicBezTo>
                  <a:cubicBezTo>
                    <a:pt x="1070801" y="2505837"/>
                    <a:pt x="998601" y="2430018"/>
                    <a:pt x="908304" y="243001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1" name="Forme libre : forme 40">
              <a:extLst>
                <a:ext uri="{FF2B5EF4-FFF2-40B4-BE49-F238E27FC236}">
                  <a16:creationId xmlns:a16="http://schemas.microsoft.com/office/drawing/2014/main" id="{B4DC3111-F137-8B46-7394-CB39DAD1FF94}"/>
                </a:ext>
              </a:extLst>
            </p:cNvPr>
            <p:cNvSpPr/>
            <p:nvPr/>
          </p:nvSpPr>
          <p:spPr>
            <a:xfrm>
              <a:off x="3605502" y="228600"/>
              <a:ext cx="4960413" cy="1495996"/>
            </a:xfrm>
            <a:custGeom>
              <a:avLst/>
              <a:gdLst>
                <a:gd name="connsiteX0" fmla="*/ 4782117 w 4960413"/>
                <a:gd name="connsiteY0" fmla="*/ 1495997 h 1495996"/>
                <a:gd name="connsiteX1" fmla="*/ 4642195 w 4960413"/>
                <a:gd name="connsiteY1" fmla="*/ 1428464 h 1495996"/>
                <a:gd name="connsiteX2" fmla="*/ 2426965 w 4960413"/>
                <a:gd name="connsiteY2" fmla="*/ 356807 h 1495996"/>
                <a:gd name="connsiteX3" fmla="*/ 311844 w 4960413"/>
                <a:gd name="connsiteY3" fmla="*/ 1309211 h 1495996"/>
                <a:gd name="connsiteX4" fmla="*/ 60098 w 4960413"/>
                <a:gd name="connsiteY4" fmla="*/ 1324451 h 1495996"/>
                <a:gd name="connsiteX5" fmla="*/ 44858 w 4960413"/>
                <a:gd name="connsiteY5" fmla="*/ 1072706 h 1495996"/>
                <a:gd name="connsiteX6" fmla="*/ 2427061 w 4960413"/>
                <a:gd name="connsiteY6" fmla="*/ 0 h 1495996"/>
                <a:gd name="connsiteX7" fmla="*/ 4921849 w 4960413"/>
                <a:gd name="connsiteY7" fmla="*/ 1206818 h 1495996"/>
                <a:gd name="connsiteX8" fmla="*/ 4892798 w 4960413"/>
                <a:gd name="connsiteY8" fmla="*/ 1457420 h 1495996"/>
                <a:gd name="connsiteX9" fmla="*/ 4782117 w 4960413"/>
                <a:gd name="connsiteY9" fmla="*/ 1495997 h 1495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60413" h="1495996">
                  <a:moveTo>
                    <a:pt x="4782117" y="1495997"/>
                  </a:moveTo>
                  <a:cubicBezTo>
                    <a:pt x="4729539" y="1495997"/>
                    <a:pt x="4677437" y="1472851"/>
                    <a:pt x="4642195" y="1428464"/>
                  </a:cubicBezTo>
                  <a:cubicBezTo>
                    <a:pt x="4102413" y="747427"/>
                    <a:pt x="3294979" y="356807"/>
                    <a:pt x="2426965" y="356807"/>
                  </a:cubicBezTo>
                  <a:cubicBezTo>
                    <a:pt x="1618960" y="356807"/>
                    <a:pt x="848006" y="703898"/>
                    <a:pt x="311844" y="1309211"/>
                  </a:cubicBezTo>
                  <a:cubicBezTo>
                    <a:pt x="246502" y="1382935"/>
                    <a:pt x="133822" y="1389698"/>
                    <a:pt x="60098" y="1324451"/>
                  </a:cubicBezTo>
                  <a:cubicBezTo>
                    <a:pt x="-13625" y="1259110"/>
                    <a:pt x="-20483" y="1146429"/>
                    <a:pt x="44858" y="1072706"/>
                  </a:cubicBezTo>
                  <a:cubicBezTo>
                    <a:pt x="648743" y="390906"/>
                    <a:pt x="1517042" y="0"/>
                    <a:pt x="2427061" y="0"/>
                  </a:cubicBezTo>
                  <a:cubicBezTo>
                    <a:pt x="3404612" y="0"/>
                    <a:pt x="4313868" y="439865"/>
                    <a:pt x="4921849" y="1206818"/>
                  </a:cubicBezTo>
                  <a:cubicBezTo>
                    <a:pt x="4982999" y="1283970"/>
                    <a:pt x="4970046" y="1396175"/>
                    <a:pt x="4892798" y="1457420"/>
                  </a:cubicBezTo>
                  <a:cubicBezTo>
                    <a:pt x="4860032" y="1483424"/>
                    <a:pt x="4820979" y="1495997"/>
                    <a:pt x="4782117" y="149599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2" name="Forme libre : forme 41">
              <a:extLst>
                <a:ext uri="{FF2B5EF4-FFF2-40B4-BE49-F238E27FC236}">
                  <a16:creationId xmlns:a16="http://schemas.microsoft.com/office/drawing/2014/main" id="{B383C007-3B25-F8EC-BF52-C00AC66253CB}"/>
                </a:ext>
              </a:extLst>
            </p:cNvPr>
            <p:cNvSpPr/>
            <p:nvPr/>
          </p:nvSpPr>
          <p:spPr>
            <a:xfrm>
              <a:off x="3749206" y="5390947"/>
              <a:ext cx="546290" cy="567405"/>
            </a:xfrm>
            <a:custGeom>
              <a:avLst/>
              <a:gdLst>
                <a:gd name="connsiteX0" fmla="*/ 100703 w 546290"/>
                <a:gd name="connsiteY0" fmla="*/ 485502 h 567405"/>
                <a:gd name="connsiteX1" fmla="*/ 881 w 546290"/>
                <a:gd name="connsiteY1" fmla="*/ 299193 h 567405"/>
                <a:gd name="connsiteX2" fmla="*/ 74890 w 546290"/>
                <a:gd name="connsiteY2" fmla="*/ 100501 h 567405"/>
                <a:gd name="connsiteX3" fmla="*/ 260342 w 546290"/>
                <a:gd name="connsiteY3" fmla="*/ 489 h 567405"/>
                <a:gd name="connsiteX4" fmla="*/ 450651 w 546290"/>
                <a:gd name="connsiteY4" fmla="*/ 72402 h 567405"/>
                <a:gd name="connsiteX5" fmla="*/ 545711 w 546290"/>
                <a:gd name="connsiteY5" fmla="*/ 252520 h 567405"/>
                <a:gd name="connsiteX6" fmla="*/ 478083 w 546290"/>
                <a:gd name="connsiteY6" fmla="*/ 437972 h 567405"/>
                <a:gd name="connsiteX7" fmla="*/ 373784 w 546290"/>
                <a:gd name="connsiteY7" fmla="*/ 505408 h 567405"/>
                <a:gd name="connsiteX8" fmla="*/ 278725 w 546290"/>
                <a:gd name="connsiteY8" fmla="*/ 476929 h 567405"/>
                <a:gd name="connsiteX9" fmla="*/ 250721 w 546290"/>
                <a:gd name="connsiteY9" fmla="*/ 393966 h 567405"/>
                <a:gd name="connsiteX10" fmla="*/ 159091 w 546290"/>
                <a:gd name="connsiteY10" fmla="*/ 370439 h 567405"/>
                <a:gd name="connsiteX11" fmla="*/ 122229 w 546290"/>
                <a:gd name="connsiteY11" fmla="*/ 290810 h 567405"/>
                <a:gd name="connsiteX12" fmla="*/ 175188 w 546290"/>
                <a:gd name="connsiteY12" fmla="*/ 181464 h 567405"/>
                <a:gd name="connsiteX13" fmla="*/ 338542 w 546290"/>
                <a:gd name="connsiteY13" fmla="*/ 128219 h 567405"/>
                <a:gd name="connsiteX14" fmla="*/ 375308 w 546290"/>
                <a:gd name="connsiteY14" fmla="*/ 150888 h 567405"/>
                <a:gd name="connsiteX15" fmla="*/ 432268 w 546290"/>
                <a:gd name="connsiteY15" fmla="*/ 236994 h 567405"/>
                <a:gd name="connsiteX16" fmla="*/ 436078 w 546290"/>
                <a:gd name="connsiteY16" fmla="*/ 250805 h 567405"/>
                <a:gd name="connsiteX17" fmla="*/ 423981 w 546290"/>
                <a:gd name="connsiteY17" fmla="*/ 278618 h 567405"/>
                <a:gd name="connsiteX18" fmla="*/ 327683 w 546290"/>
                <a:gd name="connsiteY18" fmla="*/ 386823 h 567405"/>
                <a:gd name="connsiteX19" fmla="*/ 331970 w 546290"/>
                <a:gd name="connsiteY19" fmla="*/ 438448 h 567405"/>
                <a:gd name="connsiteX20" fmla="*/ 378737 w 546290"/>
                <a:gd name="connsiteY20" fmla="*/ 444544 h 567405"/>
                <a:gd name="connsiteX21" fmla="*/ 436268 w 546290"/>
                <a:gd name="connsiteY21" fmla="*/ 400729 h 567405"/>
                <a:gd name="connsiteX22" fmla="*/ 491609 w 546290"/>
                <a:gd name="connsiteY22" fmla="*/ 253091 h 567405"/>
                <a:gd name="connsiteX23" fmla="*/ 416266 w 546290"/>
                <a:gd name="connsiteY23" fmla="*/ 110502 h 567405"/>
                <a:gd name="connsiteX24" fmla="*/ 264914 w 546290"/>
                <a:gd name="connsiteY24" fmla="*/ 53352 h 567405"/>
                <a:gd name="connsiteX25" fmla="*/ 117848 w 546290"/>
                <a:gd name="connsiteY25" fmla="*/ 132695 h 567405"/>
                <a:gd name="connsiteX26" fmla="*/ 56888 w 546290"/>
                <a:gd name="connsiteY26" fmla="*/ 293287 h 567405"/>
                <a:gd name="connsiteX27" fmla="*/ 136612 w 546290"/>
                <a:gd name="connsiteY27" fmla="*/ 446259 h 567405"/>
                <a:gd name="connsiteX28" fmla="*/ 256341 w 546290"/>
                <a:gd name="connsiteY28" fmla="*/ 518172 h 567405"/>
                <a:gd name="connsiteX29" fmla="*/ 269962 w 546290"/>
                <a:gd name="connsiteY29" fmla="*/ 526364 h 567405"/>
                <a:gd name="connsiteX30" fmla="*/ 274153 w 546290"/>
                <a:gd name="connsiteY30" fmla="*/ 540270 h 567405"/>
                <a:gd name="connsiteX31" fmla="*/ 264247 w 546290"/>
                <a:gd name="connsiteY31" fmla="*/ 560177 h 567405"/>
                <a:gd name="connsiteX32" fmla="*/ 238529 w 546290"/>
                <a:gd name="connsiteY32" fmla="*/ 566083 h 567405"/>
                <a:gd name="connsiteX33" fmla="*/ 100798 w 546290"/>
                <a:gd name="connsiteY33" fmla="*/ 485406 h 567405"/>
                <a:gd name="connsiteX34" fmla="*/ 332922 w 546290"/>
                <a:gd name="connsiteY34" fmla="*/ 203752 h 567405"/>
                <a:gd name="connsiteX35" fmla="*/ 287107 w 546290"/>
                <a:gd name="connsiteY35" fmla="*/ 188512 h 567405"/>
                <a:gd name="connsiteX36" fmla="*/ 230433 w 546290"/>
                <a:gd name="connsiteY36" fmla="*/ 225374 h 567405"/>
                <a:gd name="connsiteX37" fmla="*/ 196715 w 546290"/>
                <a:gd name="connsiteY37" fmla="*/ 285095 h 567405"/>
                <a:gd name="connsiteX38" fmla="*/ 209859 w 546290"/>
                <a:gd name="connsiteY38" fmla="*/ 324624 h 567405"/>
                <a:gd name="connsiteX39" fmla="*/ 278249 w 546290"/>
                <a:gd name="connsiteY39" fmla="*/ 339674 h 567405"/>
                <a:gd name="connsiteX40" fmla="*/ 362259 w 546290"/>
                <a:gd name="connsiteY40" fmla="*/ 245281 h 567405"/>
                <a:gd name="connsiteX41" fmla="*/ 333017 w 546290"/>
                <a:gd name="connsiteY41" fmla="*/ 203656 h 567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46290" h="567405">
                  <a:moveTo>
                    <a:pt x="100703" y="485502"/>
                  </a:moveTo>
                  <a:cubicBezTo>
                    <a:pt x="40124" y="431590"/>
                    <a:pt x="6881" y="369582"/>
                    <a:pt x="881" y="299193"/>
                  </a:cubicBezTo>
                  <a:cubicBezTo>
                    <a:pt x="-5120" y="228898"/>
                    <a:pt x="19550" y="162699"/>
                    <a:pt x="74890" y="100501"/>
                  </a:cubicBezTo>
                  <a:cubicBezTo>
                    <a:pt x="130421" y="38112"/>
                    <a:pt x="192238" y="4774"/>
                    <a:pt x="260342" y="489"/>
                  </a:cubicBezTo>
                  <a:cubicBezTo>
                    <a:pt x="328541" y="-3798"/>
                    <a:pt x="391977" y="20110"/>
                    <a:pt x="450651" y="72402"/>
                  </a:cubicBezTo>
                  <a:cubicBezTo>
                    <a:pt x="509420" y="124694"/>
                    <a:pt x="541043" y="184702"/>
                    <a:pt x="545711" y="252520"/>
                  </a:cubicBezTo>
                  <a:cubicBezTo>
                    <a:pt x="550283" y="320338"/>
                    <a:pt x="527804" y="382155"/>
                    <a:pt x="478083" y="437972"/>
                  </a:cubicBezTo>
                  <a:cubicBezTo>
                    <a:pt x="443603" y="476739"/>
                    <a:pt x="408836" y="499218"/>
                    <a:pt x="373784" y="505408"/>
                  </a:cubicBezTo>
                  <a:cubicBezTo>
                    <a:pt x="338732" y="511600"/>
                    <a:pt x="307014" y="502075"/>
                    <a:pt x="278725" y="476929"/>
                  </a:cubicBezTo>
                  <a:cubicBezTo>
                    <a:pt x="250436" y="451783"/>
                    <a:pt x="241101" y="424160"/>
                    <a:pt x="250721" y="393966"/>
                  </a:cubicBezTo>
                  <a:cubicBezTo>
                    <a:pt x="213193" y="399205"/>
                    <a:pt x="182618" y="391394"/>
                    <a:pt x="159091" y="370439"/>
                  </a:cubicBezTo>
                  <a:cubicBezTo>
                    <a:pt x="135564" y="349484"/>
                    <a:pt x="123182" y="322910"/>
                    <a:pt x="122229" y="290810"/>
                  </a:cubicBezTo>
                  <a:cubicBezTo>
                    <a:pt x="121562" y="258330"/>
                    <a:pt x="139184" y="221945"/>
                    <a:pt x="175188" y="181464"/>
                  </a:cubicBezTo>
                  <a:cubicBezTo>
                    <a:pt x="227957" y="122123"/>
                    <a:pt x="282344" y="104406"/>
                    <a:pt x="338542" y="128219"/>
                  </a:cubicBezTo>
                  <a:cubicBezTo>
                    <a:pt x="351972" y="133839"/>
                    <a:pt x="364259" y="141459"/>
                    <a:pt x="375308" y="150888"/>
                  </a:cubicBezTo>
                  <a:cubicBezTo>
                    <a:pt x="401597" y="174225"/>
                    <a:pt x="420552" y="202990"/>
                    <a:pt x="432268" y="236994"/>
                  </a:cubicBezTo>
                  <a:cubicBezTo>
                    <a:pt x="434363" y="242995"/>
                    <a:pt x="435602" y="247662"/>
                    <a:pt x="436078" y="250805"/>
                  </a:cubicBezTo>
                  <a:cubicBezTo>
                    <a:pt x="437126" y="259092"/>
                    <a:pt x="433125" y="268332"/>
                    <a:pt x="423981" y="278618"/>
                  </a:cubicBezTo>
                  <a:lnTo>
                    <a:pt x="327683" y="386823"/>
                  </a:lnTo>
                  <a:cubicBezTo>
                    <a:pt x="311872" y="404634"/>
                    <a:pt x="313301" y="421779"/>
                    <a:pt x="331970" y="438448"/>
                  </a:cubicBezTo>
                  <a:cubicBezTo>
                    <a:pt x="344447" y="449592"/>
                    <a:pt x="360068" y="451593"/>
                    <a:pt x="378737" y="444544"/>
                  </a:cubicBezTo>
                  <a:cubicBezTo>
                    <a:pt x="397406" y="437495"/>
                    <a:pt x="416552" y="422827"/>
                    <a:pt x="436268" y="400729"/>
                  </a:cubicBezTo>
                  <a:cubicBezTo>
                    <a:pt x="476559" y="355390"/>
                    <a:pt x="495038" y="306146"/>
                    <a:pt x="491609" y="253091"/>
                  </a:cubicBezTo>
                  <a:cubicBezTo>
                    <a:pt x="488180" y="200037"/>
                    <a:pt x="463034" y="152507"/>
                    <a:pt x="416266" y="110502"/>
                  </a:cubicBezTo>
                  <a:cubicBezTo>
                    <a:pt x="369498" y="68878"/>
                    <a:pt x="319016" y="49828"/>
                    <a:pt x="264914" y="53352"/>
                  </a:cubicBezTo>
                  <a:cubicBezTo>
                    <a:pt x="210907" y="56686"/>
                    <a:pt x="161948" y="83166"/>
                    <a:pt x="117848" y="132695"/>
                  </a:cubicBezTo>
                  <a:cubicBezTo>
                    <a:pt x="73747" y="182225"/>
                    <a:pt x="53363" y="235756"/>
                    <a:pt x="56888" y="293287"/>
                  </a:cubicBezTo>
                  <a:cubicBezTo>
                    <a:pt x="60317" y="350723"/>
                    <a:pt x="86891" y="401776"/>
                    <a:pt x="136612" y="446259"/>
                  </a:cubicBezTo>
                  <a:cubicBezTo>
                    <a:pt x="174331" y="480168"/>
                    <a:pt x="214241" y="504170"/>
                    <a:pt x="256341" y="518172"/>
                  </a:cubicBezTo>
                  <a:cubicBezTo>
                    <a:pt x="262151" y="520744"/>
                    <a:pt x="266723" y="523506"/>
                    <a:pt x="269962" y="526364"/>
                  </a:cubicBezTo>
                  <a:cubicBezTo>
                    <a:pt x="273200" y="529221"/>
                    <a:pt x="274629" y="533889"/>
                    <a:pt x="274153" y="540270"/>
                  </a:cubicBezTo>
                  <a:cubicBezTo>
                    <a:pt x="273677" y="546652"/>
                    <a:pt x="270343" y="553319"/>
                    <a:pt x="264247" y="560177"/>
                  </a:cubicBezTo>
                  <a:cubicBezTo>
                    <a:pt x="258151" y="567036"/>
                    <a:pt x="249578" y="569035"/>
                    <a:pt x="238529" y="566083"/>
                  </a:cubicBezTo>
                  <a:cubicBezTo>
                    <a:pt x="190523" y="551319"/>
                    <a:pt x="144613" y="524458"/>
                    <a:pt x="100798" y="485406"/>
                  </a:cubicBezTo>
                  <a:moveTo>
                    <a:pt x="332922" y="203752"/>
                  </a:moveTo>
                  <a:cubicBezTo>
                    <a:pt x="319682" y="191941"/>
                    <a:pt x="304442" y="186892"/>
                    <a:pt x="287107" y="188512"/>
                  </a:cubicBezTo>
                  <a:cubicBezTo>
                    <a:pt x="269962" y="189940"/>
                    <a:pt x="251007" y="202228"/>
                    <a:pt x="230433" y="225374"/>
                  </a:cubicBezTo>
                  <a:cubicBezTo>
                    <a:pt x="209764" y="248615"/>
                    <a:pt x="198524" y="268522"/>
                    <a:pt x="196715" y="285095"/>
                  </a:cubicBezTo>
                  <a:cubicBezTo>
                    <a:pt x="194905" y="301764"/>
                    <a:pt x="199286" y="314908"/>
                    <a:pt x="209859" y="324624"/>
                  </a:cubicBezTo>
                  <a:cubicBezTo>
                    <a:pt x="227766" y="340245"/>
                    <a:pt x="250626" y="345293"/>
                    <a:pt x="278249" y="339674"/>
                  </a:cubicBezTo>
                  <a:lnTo>
                    <a:pt x="362259" y="245281"/>
                  </a:lnTo>
                  <a:cubicBezTo>
                    <a:pt x="355973" y="229374"/>
                    <a:pt x="346257" y="215467"/>
                    <a:pt x="333017" y="20365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3" name="Forme libre : forme 42">
              <a:extLst>
                <a:ext uri="{FF2B5EF4-FFF2-40B4-BE49-F238E27FC236}">
                  <a16:creationId xmlns:a16="http://schemas.microsoft.com/office/drawing/2014/main" id="{7299E024-604D-330C-5710-B1BAD4756E04}"/>
                </a:ext>
              </a:extLst>
            </p:cNvPr>
            <p:cNvSpPr/>
            <p:nvPr/>
          </p:nvSpPr>
          <p:spPr>
            <a:xfrm>
              <a:off x="4362046" y="5781046"/>
              <a:ext cx="399278" cy="467401"/>
            </a:xfrm>
            <a:custGeom>
              <a:avLst/>
              <a:gdLst>
                <a:gd name="connsiteX0" fmla="*/ 311680 w 399278"/>
                <a:gd name="connsiteY0" fmla="*/ 47967 h 467401"/>
                <a:gd name="connsiteX1" fmla="*/ 392166 w 399278"/>
                <a:gd name="connsiteY1" fmla="*/ 122548 h 467401"/>
                <a:gd name="connsiteX2" fmla="*/ 379879 w 399278"/>
                <a:gd name="connsiteY2" fmla="*/ 217227 h 467401"/>
                <a:gd name="connsiteX3" fmla="*/ 274342 w 399278"/>
                <a:gd name="connsiteY3" fmla="*/ 274186 h 467401"/>
                <a:gd name="connsiteX4" fmla="*/ 289011 w 399278"/>
                <a:gd name="connsiteY4" fmla="*/ 402773 h 467401"/>
                <a:gd name="connsiteX5" fmla="*/ 209953 w 399278"/>
                <a:gd name="connsiteY5" fmla="*/ 466401 h 467401"/>
                <a:gd name="connsiteX6" fmla="*/ 97177 w 399278"/>
                <a:gd name="connsiteY6" fmla="*/ 436397 h 467401"/>
                <a:gd name="connsiteX7" fmla="*/ 19453 w 399278"/>
                <a:gd name="connsiteY7" fmla="*/ 392963 h 467401"/>
                <a:gd name="connsiteX8" fmla="*/ 2117 w 399278"/>
                <a:gd name="connsiteY8" fmla="*/ 374770 h 467401"/>
                <a:gd name="connsiteX9" fmla="*/ 3546 w 399278"/>
                <a:gd name="connsiteY9" fmla="*/ 352196 h 467401"/>
                <a:gd name="connsiteX10" fmla="*/ 192617 w 399278"/>
                <a:gd name="connsiteY10" fmla="*/ 13677 h 467401"/>
                <a:gd name="connsiteX11" fmla="*/ 211286 w 399278"/>
                <a:gd name="connsiteY11" fmla="*/ 342 h 467401"/>
                <a:gd name="connsiteX12" fmla="*/ 235956 w 399278"/>
                <a:gd name="connsiteY12" fmla="*/ 5581 h 467401"/>
                <a:gd name="connsiteX13" fmla="*/ 311680 w 399278"/>
                <a:gd name="connsiteY13" fmla="*/ 47872 h 467401"/>
                <a:gd name="connsiteX14" fmla="*/ 143373 w 399278"/>
                <a:gd name="connsiteY14" fmla="*/ 242087 h 467401"/>
                <a:gd name="connsiteX15" fmla="*/ 80603 w 399278"/>
                <a:gd name="connsiteY15" fmla="*/ 354482 h 467401"/>
                <a:gd name="connsiteX16" fmla="*/ 130038 w 399278"/>
                <a:gd name="connsiteY16" fmla="*/ 382104 h 467401"/>
                <a:gd name="connsiteX17" fmla="*/ 190046 w 399278"/>
                <a:gd name="connsiteY17" fmla="*/ 398964 h 467401"/>
                <a:gd name="connsiteX18" fmla="*/ 231479 w 399278"/>
                <a:gd name="connsiteY18" fmla="*/ 365435 h 467401"/>
                <a:gd name="connsiteX19" fmla="*/ 239385 w 399278"/>
                <a:gd name="connsiteY19" fmla="*/ 313143 h 467401"/>
                <a:gd name="connsiteX20" fmla="*/ 192236 w 399278"/>
                <a:gd name="connsiteY20" fmla="*/ 269423 h 467401"/>
                <a:gd name="connsiteX21" fmla="*/ 143373 w 399278"/>
                <a:gd name="connsiteY21" fmla="*/ 242087 h 467401"/>
                <a:gd name="connsiteX22" fmla="*/ 235099 w 399278"/>
                <a:gd name="connsiteY22" fmla="*/ 77780 h 467401"/>
                <a:gd name="connsiteX23" fmla="*/ 174330 w 399278"/>
                <a:gd name="connsiteY23" fmla="*/ 186652 h 467401"/>
                <a:gd name="connsiteX24" fmla="*/ 222716 w 399278"/>
                <a:gd name="connsiteY24" fmla="*/ 213702 h 467401"/>
                <a:gd name="connsiteX25" fmla="*/ 276342 w 399278"/>
                <a:gd name="connsiteY25" fmla="*/ 224275 h 467401"/>
                <a:gd name="connsiteX26" fmla="*/ 316538 w 399278"/>
                <a:gd name="connsiteY26" fmla="*/ 190461 h 467401"/>
                <a:gd name="connsiteX27" fmla="*/ 323872 w 399278"/>
                <a:gd name="connsiteY27" fmla="*/ 142455 h 467401"/>
                <a:gd name="connsiteX28" fmla="*/ 281676 w 399278"/>
                <a:gd name="connsiteY28" fmla="*/ 103784 h 467401"/>
                <a:gd name="connsiteX29" fmla="*/ 235194 w 399278"/>
                <a:gd name="connsiteY29" fmla="*/ 77780 h 467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9278" h="467401">
                  <a:moveTo>
                    <a:pt x="311680" y="47967"/>
                  </a:moveTo>
                  <a:cubicBezTo>
                    <a:pt x="352733" y="70923"/>
                    <a:pt x="379593" y="95783"/>
                    <a:pt x="392166" y="122548"/>
                  </a:cubicBezTo>
                  <a:cubicBezTo>
                    <a:pt x="404739" y="149409"/>
                    <a:pt x="400644" y="180936"/>
                    <a:pt x="379879" y="217227"/>
                  </a:cubicBezTo>
                  <a:cubicBezTo>
                    <a:pt x="356733" y="258755"/>
                    <a:pt x="321491" y="277711"/>
                    <a:pt x="274342" y="274186"/>
                  </a:cubicBezTo>
                  <a:cubicBezTo>
                    <a:pt x="312918" y="308285"/>
                    <a:pt x="317871" y="351243"/>
                    <a:pt x="289011" y="402773"/>
                  </a:cubicBezTo>
                  <a:cubicBezTo>
                    <a:pt x="267770" y="440779"/>
                    <a:pt x="241481" y="461924"/>
                    <a:pt x="209953" y="466401"/>
                  </a:cubicBezTo>
                  <a:cubicBezTo>
                    <a:pt x="178520" y="470782"/>
                    <a:pt x="140897" y="460781"/>
                    <a:pt x="97177" y="436397"/>
                  </a:cubicBezTo>
                  <a:lnTo>
                    <a:pt x="19453" y="392963"/>
                  </a:lnTo>
                  <a:cubicBezTo>
                    <a:pt x="11166" y="388296"/>
                    <a:pt x="5356" y="382295"/>
                    <a:pt x="2117" y="374770"/>
                  </a:cubicBezTo>
                  <a:cubicBezTo>
                    <a:pt x="-1121" y="367245"/>
                    <a:pt x="-645" y="359816"/>
                    <a:pt x="3546" y="352196"/>
                  </a:cubicBezTo>
                  <a:lnTo>
                    <a:pt x="192617" y="13677"/>
                  </a:lnTo>
                  <a:cubicBezTo>
                    <a:pt x="196904" y="5962"/>
                    <a:pt x="203190" y="1486"/>
                    <a:pt x="211286" y="342"/>
                  </a:cubicBezTo>
                  <a:cubicBezTo>
                    <a:pt x="219383" y="-801"/>
                    <a:pt x="227574" y="914"/>
                    <a:pt x="235956" y="5581"/>
                  </a:cubicBezTo>
                  <a:lnTo>
                    <a:pt x="311680" y="47872"/>
                  </a:lnTo>
                  <a:close/>
                  <a:moveTo>
                    <a:pt x="143373" y="242087"/>
                  </a:moveTo>
                  <a:lnTo>
                    <a:pt x="80603" y="354482"/>
                  </a:lnTo>
                  <a:lnTo>
                    <a:pt x="130038" y="382104"/>
                  </a:lnTo>
                  <a:cubicBezTo>
                    <a:pt x="153946" y="395439"/>
                    <a:pt x="174044" y="401154"/>
                    <a:pt x="190046" y="398964"/>
                  </a:cubicBezTo>
                  <a:cubicBezTo>
                    <a:pt x="206333" y="396963"/>
                    <a:pt x="220145" y="385724"/>
                    <a:pt x="231479" y="365435"/>
                  </a:cubicBezTo>
                  <a:cubicBezTo>
                    <a:pt x="242719" y="345243"/>
                    <a:pt x="245386" y="327812"/>
                    <a:pt x="239385" y="313143"/>
                  </a:cubicBezTo>
                  <a:cubicBezTo>
                    <a:pt x="233385" y="298475"/>
                    <a:pt x="217668" y="283902"/>
                    <a:pt x="192236" y="269423"/>
                  </a:cubicBezTo>
                  <a:lnTo>
                    <a:pt x="143373" y="242087"/>
                  </a:lnTo>
                  <a:close/>
                  <a:moveTo>
                    <a:pt x="235099" y="77780"/>
                  </a:moveTo>
                  <a:lnTo>
                    <a:pt x="174330" y="186652"/>
                  </a:lnTo>
                  <a:lnTo>
                    <a:pt x="222716" y="213702"/>
                  </a:lnTo>
                  <a:cubicBezTo>
                    <a:pt x="242052" y="224752"/>
                    <a:pt x="259959" y="228276"/>
                    <a:pt x="276342" y="224275"/>
                  </a:cubicBezTo>
                  <a:cubicBezTo>
                    <a:pt x="292725" y="220275"/>
                    <a:pt x="306156" y="209035"/>
                    <a:pt x="316538" y="190461"/>
                  </a:cubicBezTo>
                  <a:cubicBezTo>
                    <a:pt x="326920" y="171887"/>
                    <a:pt x="329301" y="155885"/>
                    <a:pt x="323872" y="142455"/>
                  </a:cubicBezTo>
                  <a:cubicBezTo>
                    <a:pt x="318062" y="129120"/>
                    <a:pt x="303965" y="116262"/>
                    <a:pt x="281676" y="103784"/>
                  </a:cubicBezTo>
                  <a:lnTo>
                    <a:pt x="235194" y="7778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4" name="Forme libre : forme 43">
              <a:extLst>
                <a:ext uri="{FF2B5EF4-FFF2-40B4-BE49-F238E27FC236}">
                  <a16:creationId xmlns:a16="http://schemas.microsoft.com/office/drawing/2014/main" id="{DF018550-E5E8-2D4E-7ECB-A9CF40C33A81}"/>
                </a:ext>
              </a:extLst>
            </p:cNvPr>
            <p:cNvSpPr/>
            <p:nvPr/>
          </p:nvSpPr>
          <p:spPr>
            <a:xfrm>
              <a:off x="4761394" y="5957067"/>
              <a:ext cx="452211" cy="522723"/>
            </a:xfrm>
            <a:custGeom>
              <a:avLst/>
              <a:gdLst>
                <a:gd name="connsiteX0" fmla="*/ 2344 w 452211"/>
                <a:gd name="connsiteY0" fmla="*/ 389440 h 522723"/>
                <a:gd name="connsiteX1" fmla="*/ 140551 w 452211"/>
                <a:gd name="connsiteY1" fmla="*/ 17679 h 522723"/>
                <a:gd name="connsiteX2" fmla="*/ 183604 w 452211"/>
                <a:gd name="connsiteY2" fmla="*/ 3963 h 522723"/>
                <a:gd name="connsiteX3" fmla="*/ 212846 w 452211"/>
                <a:gd name="connsiteY3" fmla="*/ 28347 h 522723"/>
                <a:gd name="connsiteX4" fmla="*/ 216561 w 452211"/>
                <a:gd name="connsiteY4" fmla="*/ 45873 h 522723"/>
                <a:gd name="connsiteX5" fmla="*/ 283712 w 452211"/>
                <a:gd name="connsiteY5" fmla="*/ 384487 h 522723"/>
                <a:gd name="connsiteX6" fmla="*/ 386106 w 452211"/>
                <a:gd name="connsiteY6" fmla="*/ 109024 h 522723"/>
                <a:gd name="connsiteX7" fmla="*/ 402298 w 452211"/>
                <a:gd name="connsiteY7" fmla="*/ 92546 h 522723"/>
                <a:gd name="connsiteX8" fmla="*/ 427730 w 452211"/>
                <a:gd name="connsiteY8" fmla="*/ 94736 h 522723"/>
                <a:gd name="connsiteX9" fmla="*/ 448590 w 452211"/>
                <a:gd name="connsiteY9" fmla="*/ 110071 h 522723"/>
                <a:gd name="connsiteX10" fmla="*/ 450209 w 452211"/>
                <a:gd name="connsiteY10" fmla="*/ 132836 h 522723"/>
                <a:gd name="connsiteX11" fmla="*/ 312001 w 452211"/>
                <a:gd name="connsiteY11" fmla="*/ 504693 h 522723"/>
                <a:gd name="connsiteX12" fmla="*/ 271044 w 452211"/>
                <a:gd name="connsiteY12" fmla="*/ 519170 h 522723"/>
                <a:gd name="connsiteX13" fmla="*/ 249517 w 452211"/>
                <a:gd name="connsiteY13" fmla="*/ 505835 h 522723"/>
                <a:gd name="connsiteX14" fmla="*/ 239611 w 452211"/>
                <a:gd name="connsiteY14" fmla="*/ 491548 h 522723"/>
                <a:gd name="connsiteX15" fmla="*/ 235135 w 452211"/>
                <a:gd name="connsiteY15" fmla="*/ 473355 h 522723"/>
                <a:gd name="connsiteX16" fmla="*/ 168555 w 452211"/>
                <a:gd name="connsiteY16" fmla="*/ 138361 h 522723"/>
                <a:gd name="connsiteX17" fmla="*/ 66352 w 452211"/>
                <a:gd name="connsiteY17" fmla="*/ 413348 h 522723"/>
                <a:gd name="connsiteX18" fmla="*/ 50445 w 452211"/>
                <a:gd name="connsiteY18" fmla="*/ 429921 h 522723"/>
                <a:gd name="connsiteX19" fmla="*/ 24727 w 452211"/>
                <a:gd name="connsiteY19" fmla="*/ 427635 h 522723"/>
                <a:gd name="connsiteX20" fmla="*/ 2248 w 452211"/>
                <a:gd name="connsiteY20" fmla="*/ 389535 h 52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52211" h="522723">
                  <a:moveTo>
                    <a:pt x="2344" y="389440"/>
                  </a:moveTo>
                  <a:lnTo>
                    <a:pt x="140551" y="17679"/>
                  </a:lnTo>
                  <a:cubicBezTo>
                    <a:pt x="147028" y="248"/>
                    <a:pt x="161411" y="-4229"/>
                    <a:pt x="183604" y="3963"/>
                  </a:cubicBezTo>
                  <a:cubicBezTo>
                    <a:pt x="200273" y="10154"/>
                    <a:pt x="209989" y="18346"/>
                    <a:pt x="212846" y="28347"/>
                  </a:cubicBezTo>
                  <a:cubicBezTo>
                    <a:pt x="213989" y="31871"/>
                    <a:pt x="215227" y="37681"/>
                    <a:pt x="216561" y="45873"/>
                  </a:cubicBezTo>
                  <a:lnTo>
                    <a:pt x="283712" y="384487"/>
                  </a:lnTo>
                  <a:lnTo>
                    <a:pt x="386106" y="109024"/>
                  </a:lnTo>
                  <a:cubicBezTo>
                    <a:pt x="389440" y="100165"/>
                    <a:pt x="394774" y="94641"/>
                    <a:pt x="402298" y="92546"/>
                  </a:cubicBezTo>
                  <a:cubicBezTo>
                    <a:pt x="409823" y="90545"/>
                    <a:pt x="418205" y="91212"/>
                    <a:pt x="427730" y="94736"/>
                  </a:cubicBezTo>
                  <a:cubicBezTo>
                    <a:pt x="437160" y="98260"/>
                    <a:pt x="444113" y="103404"/>
                    <a:pt x="448590" y="110071"/>
                  </a:cubicBezTo>
                  <a:cubicBezTo>
                    <a:pt x="452781" y="116739"/>
                    <a:pt x="453352" y="124264"/>
                    <a:pt x="450209" y="132836"/>
                  </a:cubicBezTo>
                  <a:lnTo>
                    <a:pt x="312001" y="504693"/>
                  </a:lnTo>
                  <a:cubicBezTo>
                    <a:pt x="305524" y="522028"/>
                    <a:pt x="291904" y="526885"/>
                    <a:pt x="271044" y="519170"/>
                  </a:cubicBezTo>
                  <a:cubicBezTo>
                    <a:pt x="261900" y="515741"/>
                    <a:pt x="254756" y="511360"/>
                    <a:pt x="249517" y="505835"/>
                  </a:cubicBezTo>
                  <a:cubicBezTo>
                    <a:pt x="244279" y="500406"/>
                    <a:pt x="240945" y="495644"/>
                    <a:pt x="239611" y="491548"/>
                  </a:cubicBezTo>
                  <a:cubicBezTo>
                    <a:pt x="238278" y="487547"/>
                    <a:pt x="236754" y="481452"/>
                    <a:pt x="235135" y="473355"/>
                  </a:cubicBezTo>
                  <a:lnTo>
                    <a:pt x="168555" y="138361"/>
                  </a:lnTo>
                  <a:lnTo>
                    <a:pt x="66352" y="413348"/>
                  </a:lnTo>
                  <a:cubicBezTo>
                    <a:pt x="63304" y="422110"/>
                    <a:pt x="58065" y="427635"/>
                    <a:pt x="50445" y="429921"/>
                  </a:cubicBezTo>
                  <a:cubicBezTo>
                    <a:pt x="42920" y="432207"/>
                    <a:pt x="34348" y="431445"/>
                    <a:pt x="24727" y="427635"/>
                  </a:cubicBezTo>
                  <a:cubicBezTo>
                    <a:pt x="3296" y="419634"/>
                    <a:pt x="-4229" y="406966"/>
                    <a:pt x="2248" y="389535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5" name="Forme libre : forme 44">
              <a:extLst>
                <a:ext uri="{FF2B5EF4-FFF2-40B4-BE49-F238E27FC236}">
                  <a16:creationId xmlns:a16="http://schemas.microsoft.com/office/drawing/2014/main" id="{B6AA870E-6D05-FA05-A93B-987D5B4031D2}"/>
                </a:ext>
              </a:extLst>
            </p:cNvPr>
            <p:cNvSpPr/>
            <p:nvPr/>
          </p:nvSpPr>
          <p:spPr>
            <a:xfrm>
              <a:off x="5262000" y="6106780"/>
              <a:ext cx="330188" cy="441242"/>
            </a:xfrm>
            <a:custGeom>
              <a:avLst/>
              <a:gdLst>
                <a:gd name="connsiteX0" fmla="*/ 79905 w 330188"/>
                <a:gd name="connsiteY0" fmla="*/ 21794 h 441242"/>
                <a:gd name="connsiteX1" fmla="*/ 93525 w 330188"/>
                <a:gd name="connsiteY1" fmla="*/ 3126 h 441242"/>
                <a:gd name="connsiteX2" fmla="*/ 119148 w 330188"/>
                <a:gd name="connsiteY2" fmla="*/ 1125 h 441242"/>
                <a:gd name="connsiteX3" fmla="*/ 202015 w 330188"/>
                <a:gd name="connsiteY3" fmla="*/ 18270 h 441242"/>
                <a:gd name="connsiteX4" fmla="*/ 312029 w 330188"/>
                <a:gd name="connsiteY4" fmla="*/ 73134 h 441242"/>
                <a:gd name="connsiteX5" fmla="*/ 324411 w 330188"/>
                <a:gd name="connsiteY5" fmla="*/ 189149 h 441242"/>
                <a:gd name="connsiteX6" fmla="*/ 260022 w 330188"/>
                <a:gd name="connsiteY6" fmla="*/ 293733 h 441242"/>
                <a:gd name="connsiteX7" fmla="*/ 142198 w 330188"/>
                <a:gd name="connsiteY7" fmla="*/ 306401 h 441242"/>
                <a:gd name="connsiteX8" fmla="*/ 93144 w 330188"/>
                <a:gd name="connsiteY8" fmla="*/ 296305 h 441242"/>
                <a:gd name="connsiteX9" fmla="*/ 67522 w 330188"/>
                <a:gd name="connsiteY9" fmla="*/ 420416 h 441242"/>
                <a:gd name="connsiteX10" fmla="*/ 53997 w 330188"/>
                <a:gd name="connsiteY10" fmla="*/ 438513 h 441242"/>
                <a:gd name="connsiteX11" fmla="*/ 28755 w 330188"/>
                <a:gd name="connsiteY11" fmla="*/ 440037 h 441242"/>
                <a:gd name="connsiteX12" fmla="*/ 5895 w 330188"/>
                <a:gd name="connsiteY12" fmla="*/ 428417 h 441242"/>
                <a:gd name="connsiteX13" fmla="*/ 752 w 330188"/>
                <a:gd name="connsiteY13" fmla="*/ 405842 h 441242"/>
                <a:gd name="connsiteX14" fmla="*/ 79905 w 330188"/>
                <a:gd name="connsiteY14" fmla="*/ 21890 h 441242"/>
                <a:gd name="connsiteX15" fmla="*/ 139722 w 330188"/>
                <a:gd name="connsiteY15" fmla="*/ 70182 h 441242"/>
                <a:gd name="connsiteX16" fmla="*/ 106384 w 330188"/>
                <a:gd name="connsiteY16" fmla="*/ 231726 h 441242"/>
                <a:gd name="connsiteX17" fmla="*/ 149151 w 330188"/>
                <a:gd name="connsiteY17" fmla="*/ 244965 h 441242"/>
                <a:gd name="connsiteX18" fmla="*/ 219922 w 330188"/>
                <a:gd name="connsiteY18" fmla="*/ 240298 h 441242"/>
                <a:gd name="connsiteX19" fmla="*/ 256308 w 330188"/>
                <a:gd name="connsiteY19" fmla="*/ 180195 h 441242"/>
                <a:gd name="connsiteX20" fmla="*/ 250116 w 330188"/>
                <a:gd name="connsiteY20" fmla="*/ 111901 h 441242"/>
                <a:gd name="connsiteX21" fmla="*/ 189347 w 330188"/>
                <a:gd name="connsiteY21" fmla="*/ 80373 h 441242"/>
                <a:gd name="connsiteX22" fmla="*/ 139626 w 330188"/>
                <a:gd name="connsiteY22" fmla="*/ 70086 h 441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0188" h="441242">
                  <a:moveTo>
                    <a:pt x="79905" y="21794"/>
                  </a:moveTo>
                  <a:cubicBezTo>
                    <a:pt x="81810" y="12651"/>
                    <a:pt x="86286" y="6459"/>
                    <a:pt x="93525" y="3126"/>
                  </a:cubicBezTo>
                  <a:cubicBezTo>
                    <a:pt x="100764" y="-208"/>
                    <a:pt x="109242" y="-875"/>
                    <a:pt x="119148" y="1125"/>
                  </a:cubicBezTo>
                  <a:lnTo>
                    <a:pt x="202015" y="18270"/>
                  </a:lnTo>
                  <a:cubicBezTo>
                    <a:pt x="256403" y="29510"/>
                    <a:pt x="293074" y="47798"/>
                    <a:pt x="312029" y="73134"/>
                  </a:cubicBezTo>
                  <a:cubicBezTo>
                    <a:pt x="330984" y="98470"/>
                    <a:pt x="335079" y="137237"/>
                    <a:pt x="324411" y="189149"/>
                  </a:cubicBezTo>
                  <a:cubicBezTo>
                    <a:pt x="313743" y="240869"/>
                    <a:pt x="292312" y="275731"/>
                    <a:pt x="260022" y="293733"/>
                  </a:cubicBezTo>
                  <a:cubicBezTo>
                    <a:pt x="227733" y="311735"/>
                    <a:pt x="188585" y="315926"/>
                    <a:pt x="142198" y="306401"/>
                  </a:cubicBezTo>
                  <a:cubicBezTo>
                    <a:pt x="122767" y="302401"/>
                    <a:pt x="106384" y="299068"/>
                    <a:pt x="93144" y="296305"/>
                  </a:cubicBezTo>
                  <a:lnTo>
                    <a:pt x="67522" y="420416"/>
                  </a:lnTo>
                  <a:cubicBezTo>
                    <a:pt x="65522" y="429179"/>
                    <a:pt x="61045" y="435275"/>
                    <a:pt x="53997" y="438513"/>
                  </a:cubicBezTo>
                  <a:cubicBezTo>
                    <a:pt x="47043" y="441561"/>
                    <a:pt x="38661" y="442037"/>
                    <a:pt x="28755" y="440037"/>
                  </a:cubicBezTo>
                  <a:cubicBezTo>
                    <a:pt x="18849" y="437942"/>
                    <a:pt x="11229" y="434132"/>
                    <a:pt x="5895" y="428417"/>
                  </a:cubicBezTo>
                  <a:cubicBezTo>
                    <a:pt x="561" y="422607"/>
                    <a:pt x="-1153" y="415177"/>
                    <a:pt x="752" y="405842"/>
                  </a:cubicBezTo>
                  <a:lnTo>
                    <a:pt x="79905" y="21890"/>
                  </a:lnTo>
                  <a:close/>
                  <a:moveTo>
                    <a:pt x="139722" y="70182"/>
                  </a:moveTo>
                  <a:lnTo>
                    <a:pt x="106384" y="231726"/>
                  </a:lnTo>
                  <a:cubicBezTo>
                    <a:pt x="120386" y="237536"/>
                    <a:pt x="134578" y="242012"/>
                    <a:pt x="149151" y="244965"/>
                  </a:cubicBezTo>
                  <a:cubicBezTo>
                    <a:pt x="178393" y="250966"/>
                    <a:pt x="202015" y="249442"/>
                    <a:pt x="219922" y="240298"/>
                  </a:cubicBezTo>
                  <a:cubicBezTo>
                    <a:pt x="237829" y="231154"/>
                    <a:pt x="249926" y="211151"/>
                    <a:pt x="256308" y="180195"/>
                  </a:cubicBezTo>
                  <a:cubicBezTo>
                    <a:pt x="262689" y="149239"/>
                    <a:pt x="260594" y="126474"/>
                    <a:pt x="250116" y="111901"/>
                  </a:cubicBezTo>
                  <a:cubicBezTo>
                    <a:pt x="239639" y="97328"/>
                    <a:pt x="219351" y="86850"/>
                    <a:pt x="189347" y="80373"/>
                  </a:cubicBezTo>
                  <a:lnTo>
                    <a:pt x="139626" y="700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6" name="Forme libre : forme 45">
              <a:extLst>
                <a:ext uri="{FF2B5EF4-FFF2-40B4-BE49-F238E27FC236}">
                  <a16:creationId xmlns:a16="http://schemas.microsoft.com/office/drawing/2014/main" id="{5A0F6754-6CDE-FA9E-633C-75D570F817FC}"/>
                </a:ext>
              </a:extLst>
            </p:cNvPr>
            <p:cNvSpPr/>
            <p:nvPr/>
          </p:nvSpPr>
          <p:spPr>
            <a:xfrm>
              <a:off x="5935503" y="6183328"/>
              <a:ext cx="274236" cy="448833"/>
            </a:xfrm>
            <a:custGeom>
              <a:avLst/>
              <a:gdLst>
                <a:gd name="connsiteX0" fmla="*/ 0 w 274236"/>
                <a:gd name="connsiteY0" fmla="*/ 29258 h 448833"/>
                <a:gd name="connsiteX1" fmla="*/ 9430 w 274236"/>
                <a:gd name="connsiteY1" fmla="*/ 8113 h 448833"/>
                <a:gd name="connsiteX2" fmla="*/ 34100 w 274236"/>
                <a:gd name="connsiteY2" fmla="*/ 778 h 448833"/>
                <a:gd name="connsiteX3" fmla="*/ 118681 w 274236"/>
                <a:gd name="connsiteY3" fmla="*/ 16 h 448833"/>
                <a:gd name="connsiteX4" fmla="*/ 237744 w 274236"/>
                <a:gd name="connsiteY4" fmla="*/ 30591 h 448833"/>
                <a:gd name="connsiteX5" fmla="*/ 274225 w 274236"/>
                <a:gd name="connsiteY5" fmla="*/ 141367 h 448833"/>
                <a:gd name="connsiteX6" fmla="*/ 233267 w 274236"/>
                <a:gd name="connsiteY6" fmla="*/ 257096 h 448833"/>
                <a:gd name="connsiteX7" fmla="*/ 120777 w 274236"/>
                <a:gd name="connsiteY7" fmla="*/ 294243 h 448833"/>
                <a:gd name="connsiteX8" fmla="*/ 70676 w 274236"/>
                <a:gd name="connsiteY8" fmla="*/ 294719 h 448833"/>
                <a:gd name="connsiteX9" fmla="*/ 71819 w 274236"/>
                <a:gd name="connsiteY9" fmla="*/ 421497 h 448833"/>
                <a:gd name="connsiteX10" fmla="*/ 62389 w 274236"/>
                <a:gd name="connsiteY10" fmla="*/ 441976 h 448833"/>
                <a:gd name="connsiteX11" fmla="*/ 38005 w 274236"/>
                <a:gd name="connsiteY11" fmla="*/ 448834 h 448833"/>
                <a:gd name="connsiteX12" fmla="*/ 13240 w 274236"/>
                <a:gd name="connsiteY12" fmla="*/ 442262 h 448833"/>
                <a:gd name="connsiteX13" fmla="*/ 3429 w 274236"/>
                <a:gd name="connsiteY13" fmla="*/ 421307 h 448833"/>
                <a:gd name="connsiteX14" fmla="*/ 95 w 274236"/>
                <a:gd name="connsiteY14" fmla="*/ 29258 h 448833"/>
                <a:gd name="connsiteX15" fmla="*/ 68675 w 274236"/>
                <a:gd name="connsiteY15" fmla="*/ 63929 h 448833"/>
                <a:gd name="connsiteX16" fmla="*/ 70104 w 274236"/>
                <a:gd name="connsiteY16" fmla="*/ 228902 h 448833"/>
                <a:gd name="connsiteX17" fmla="*/ 114681 w 274236"/>
                <a:gd name="connsiteY17" fmla="*/ 232902 h 448833"/>
                <a:gd name="connsiteX18" fmla="*/ 182880 w 274236"/>
                <a:gd name="connsiteY18" fmla="*/ 213472 h 448833"/>
                <a:gd name="connsiteX19" fmla="*/ 205835 w 274236"/>
                <a:gd name="connsiteY19" fmla="*/ 147082 h 448833"/>
                <a:gd name="connsiteX20" fmla="*/ 185452 w 274236"/>
                <a:gd name="connsiteY20" fmla="*/ 81645 h 448833"/>
                <a:gd name="connsiteX21" fmla="*/ 119444 w 274236"/>
                <a:gd name="connsiteY21" fmla="*/ 63643 h 448833"/>
                <a:gd name="connsiteX22" fmla="*/ 68675 w 274236"/>
                <a:gd name="connsiteY22" fmla="*/ 64024 h 448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74236" h="448833">
                  <a:moveTo>
                    <a:pt x="0" y="29258"/>
                  </a:moveTo>
                  <a:cubicBezTo>
                    <a:pt x="0" y="19923"/>
                    <a:pt x="3048" y="12970"/>
                    <a:pt x="9430" y="8113"/>
                  </a:cubicBezTo>
                  <a:cubicBezTo>
                    <a:pt x="15812" y="3255"/>
                    <a:pt x="24003" y="873"/>
                    <a:pt x="34100" y="778"/>
                  </a:cubicBezTo>
                  <a:lnTo>
                    <a:pt x="118681" y="16"/>
                  </a:lnTo>
                  <a:cubicBezTo>
                    <a:pt x="174212" y="-460"/>
                    <a:pt x="213931" y="9732"/>
                    <a:pt x="237744" y="30591"/>
                  </a:cubicBezTo>
                  <a:cubicBezTo>
                    <a:pt x="261556" y="51451"/>
                    <a:pt x="273749" y="88313"/>
                    <a:pt x="274225" y="141367"/>
                  </a:cubicBezTo>
                  <a:cubicBezTo>
                    <a:pt x="274701" y="194231"/>
                    <a:pt x="260985" y="232807"/>
                    <a:pt x="233267" y="257096"/>
                  </a:cubicBezTo>
                  <a:cubicBezTo>
                    <a:pt x="205550" y="281480"/>
                    <a:pt x="168021" y="293863"/>
                    <a:pt x="120777" y="294243"/>
                  </a:cubicBezTo>
                  <a:cubicBezTo>
                    <a:pt x="100965" y="294434"/>
                    <a:pt x="84296" y="294529"/>
                    <a:pt x="70676" y="294719"/>
                  </a:cubicBezTo>
                  <a:lnTo>
                    <a:pt x="71819" y="421497"/>
                  </a:lnTo>
                  <a:cubicBezTo>
                    <a:pt x="71628" y="430451"/>
                    <a:pt x="68580" y="437309"/>
                    <a:pt x="62389" y="441976"/>
                  </a:cubicBezTo>
                  <a:cubicBezTo>
                    <a:pt x="56197" y="446453"/>
                    <a:pt x="48101" y="448739"/>
                    <a:pt x="38005" y="448834"/>
                  </a:cubicBezTo>
                  <a:cubicBezTo>
                    <a:pt x="27908" y="448834"/>
                    <a:pt x="19621" y="446739"/>
                    <a:pt x="13240" y="442262"/>
                  </a:cubicBezTo>
                  <a:cubicBezTo>
                    <a:pt x="6858" y="437785"/>
                    <a:pt x="3524" y="430832"/>
                    <a:pt x="3429" y="421307"/>
                  </a:cubicBezTo>
                  <a:lnTo>
                    <a:pt x="95" y="29258"/>
                  </a:lnTo>
                  <a:close/>
                  <a:moveTo>
                    <a:pt x="68675" y="63929"/>
                  </a:moveTo>
                  <a:lnTo>
                    <a:pt x="70104" y="228902"/>
                  </a:lnTo>
                  <a:cubicBezTo>
                    <a:pt x="84963" y="231664"/>
                    <a:pt x="99822" y="232998"/>
                    <a:pt x="114681" y="232902"/>
                  </a:cubicBezTo>
                  <a:cubicBezTo>
                    <a:pt x="144589" y="232617"/>
                    <a:pt x="167354" y="226139"/>
                    <a:pt x="182880" y="213472"/>
                  </a:cubicBezTo>
                  <a:cubicBezTo>
                    <a:pt x="198406" y="200708"/>
                    <a:pt x="206121" y="178610"/>
                    <a:pt x="205835" y="147082"/>
                  </a:cubicBezTo>
                  <a:cubicBezTo>
                    <a:pt x="205550" y="115554"/>
                    <a:pt x="198787" y="93742"/>
                    <a:pt x="185452" y="81645"/>
                  </a:cubicBezTo>
                  <a:cubicBezTo>
                    <a:pt x="172117" y="69644"/>
                    <a:pt x="150114" y="63643"/>
                    <a:pt x="119444" y="63643"/>
                  </a:cubicBezTo>
                  <a:lnTo>
                    <a:pt x="68675" y="6402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7" name="Forme libre : forme 46">
              <a:extLst>
                <a:ext uri="{FF2B5EF4-FFF2-40B4-BE49-F238E27FC236}">
                  <a16:creationId xmlns:a16="http://schemas.microsoft.com/office/drawing/2014/main" id="{554AFCCC-E8EF-4B56-C44F-B14C8D10EDF3}"/>
                </a:ext>
              </a:extLst>
            </p:cNvPr>
            <p:cNvSpPr/>
            <p:nvPr/>
          </p:nvSpPr>
          <p:spPr>
            <a:xfrm>
              <a:off x="6296609" y="6156289"/>
              <a:ext cx="335474" cy="465516"/>
            </a:xfrm>
            <a:custGeom>
              <a:avLst/>
              <a:gdLst>
                <a:gd name="connsiteX0" fmla="*/ 653 w 335474"/>
                <a:gd name="connsiteY0" fmla="*/ 447488 h 465516"/>
                <a:gd name="connsiteX1" fmla="*/ 367 w 335474"/>
                <a:gd name="connsiteY1" fmla="*/ 435677 h 465516"/>
                <a:gd name="connsiteX2" fmla="*/ 66661 w 335474"/>
                <a:gd name="connsiteY2" fmla="*/ 34579 h 465516"/>
                <a:gd name="connsiteX3" fmla="*/ 97237 w 335474"/>
                <a:gd name="connsiteY3" fmla="*/ 4194 h 465516"/>
                <a:gd name="connsiteX4" fmla="*/ 125812 w 335474"/>
                <a:gd name="connsiteY4" fmla="*/ 384 h 465516"/>
                <a:gd name="connsiteX5" fmla="*/ 163150 w 335474"/>
                <a:gd name="connsiteY5" fmla="*/ 24292 h 465516"/>
                <a:gd name="connsiteX6" fmla="*/ 331837 w 335474"/>
                <a:gd name="connsiteY6" fmla="*/ 391767 h 465516"/>
                <a:gd name="connsiteX7" fmla="*/ 335362 w 335474"/>
                <a:gd name="connsiteY7" fmla="*/ 404149 h 465516"/>
                <a:gd name="connsiteX8" fmla="*/ 328599 w 335474"/>
                <a:gd name="connsiteY8" fmla="*/ 418627 h 465516"/>
                <a:gd name="connsiteX9" fmla="*/ 306120 w 335474"/>
                <a:gd name="connsiteY9" fmla="*/ 428247 h 465516"/>
                <a:gd name="connsiteX10" fmla="*/ 263353 w 335474"/>
                <a:gd name="connsiteY10" fmla="*/ 406054 h 465516"/>
                <a:gd name="connsiteX11" fmla="*/ 228872 w 335474"/>
                <a:gd name="connsiteY11" fmla="*/ 328711 h 465516"/>
                <a:gd name="connsiteX12" fmla="*/ 73996 w 335474"/>
                <a:gd name="connsiteY12" fmla="*/ 349571 h 465516"/>
                <a:gd name="connsiteX13" fmla="*/ 61899 w 335474"/>
                <a:gd name="connsiteY13" fmla="*/ 430057 h 465516"/>
                <a:gd name="connsiteX14" fmla="*/ 53612 w 335474"/>
                <a:gd name="connsiteY14" fmla="*/ 455298 h 465516"/>
                <a:gd name="connsiteX15" fmla="*/ 32657 w 335474"/>
                <a:gd name="connsiteY15" fmla="*/ 465014 h 465516"/>
                <a:gd name="connsiteX16" fmla="*/ 10083 w 335474"/>
                <a:gd name="connsiteY16" fmla="*/ 461204 h 465516"/>
                <a:gd name="connsiteX17" fmla="*/ 749 w 335474"/>
                <a:gd name="connsiteY17" fmla="*/ 447488 h 465516"/>
                <a:gd name="connsiteX18" fmla="*/ 115525 w 335474"/>
                <a:gd name="connsiteY18" fmla="*/ 74394 h 465516"/>
                <a:gd name="connsiteX19" fmla="*/ 83616 w 335474"/>
                <a:gd name="connsiteY19" fmla="*/ 286134 h 465516"/>
                <a:gd name="connsiteX20" fmla="*/ 202774 w 335474"/>
                <a:gd name="connsiteY20" fmla="*/ 270037 h 465516"/>
                <a:gd name="connsiteX21" fmla="*/ 115429 w 335474"/>
                <a:gd name="connsiteY21" fmla="*/ 74394 h 4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35474" h="465516">
                  <a:moveTo>
                    <a:pt x="653" y="447488"/>
                  </a:moveTo>
                  <a:cubicBezTo>
                    <a:pt x="-109" y="441963"/>
                    <a:pt x="-204" y="438058"/>
                    <a:pt x="367" y="435677"/>
                  </a:cubicBezTo>
                  <a:lnTo>
                    <a:pt x="66661" y="34579"/>
                  </a:lnTo>
                  <a:cubicBezTo>
                    <a:pt x="69233" y="16672"/>
                    <a:pt x="79425" y="6576"/>
                    <a:pt x="97237" y="4194"/>
                  </a:cubicBezTo>
                  <a:lnTo>
                    <a:pt x="125812" y="384"/>
                  </a:lnTo>
                  <a:cubicBezTo>
                    <a:pt x="142861" y="-1902"/>
                    <a:pt x="155339" y="6004"/>
                    <a:pt x="163150" y="24292"/>
                  </a:cubicBezTo>
                  <a:lnTo>
                    <a:pt x="331837" y="391767"/>
                  </a:lnTo>
                  <a:cubicBezTo>
                    <a:pt x="333552" y="395386"/>
                    <a:pt x="334790" y="399577"/>
                    <a:pt x="335362" y="404149"/>
                  </a:cubicBezTo>
                  <a:cubicBezTo>
                    <a:pt x="336028" y="408721"/>
                    <a:pt x="333742" y="413579"/>
                    <a:pt x="328599" y="418627"/>
                  </a:cubicBezTo>
                  <a:cubicBezTo>
                    <a:pt x="323455" y="423866"/>
                    <a:pt x="315931" y="427104"/>
                    <a:pt x="306120" y="428247"/>
                  </a:cubicBezTo>
                  <a:cubicBezTo>
                    <a:pt x="285641" y="431010"/>
                    <a:pt x="271449" y="423580"/>
                    <a:pt x="263353" y="406054"/>
                  </a:cubicBezTo>
                  <a:lnTo>
                    <a:pt x="228872" y="328711"/>
                  </a:lnTo>
                  <a:lnTo>
                    <a:pt x="73996" y="349571"/>
                  </a:lnTo>
                  <a:lnTo>
                    <a:pt x="61899" y="430057"/>
                  </a:lnTo>
                  <a:cubicBezTo>
                    <a:pt x="60756" y="441392"/>
                    <a:pt x="57994" y="449869"/>
                    <a:pt x="53612" y="455298"/>
                  </a:cubicBezTo>
                  <a:cubicBezTo>
                    <a:pt x="49135" y="460537"/>
                    <a:pt x="42182" y="463776"/>
                    <a:pt x="32657" y="465014"/>
                  </a:cubicBezTo>
                  <a:cubicBezTo>
                    <a:pt x="23132" y="466347"/>
                    <a:pt x="15607" y="465014"/>
                    <a:pt x="10083" y="461204"/>
                  </a:cubicBezTo>
                  <a:cubicBezTo>
                    <a:pt x="4558" y="457394"/>
                    <a:pt x="1510" y="452822"/>
                    <a:pt x="749" y="447488"/>
                  </a:cubicBezTo>
                  <a:moveTo>
                    <a:pt x="115525" y="74394"/>
                  </a:moveTo>
                  <a:lnTo>
                    <a:pt x="83616" y="286134"/>
                  </a:lnTo>
                  <a:lnTo>
                    <a:pt x="202774" y="270037"/>
                  </a:lnTo>
                  <a:lnTo>
                    <a:pt x="115429" y="7439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8" name="Forme libre : forme 47">
              <a:extLst>
                <a:ext uri="{FF2B5EF4-FFF2-40B4-BE49-F238E27FC236}">
                  <a16:creationId xmlns:a16="http://schemas.microsoft.com/office/drawing/2014/main" id="{A456128C-A834-91BD-FB63-1613C985684A}"/>
                </a:ext>
              </a:extLst>
            </p:cNvPr>
            <p:cNvSpPr/>
            <p:nvPr/>
          </p:nvSpPr>
          <p:spPr>
            <a:xfrm>
              <a:off x="6670016" y="6070844"/>
              <a:ext cx="373970" cy="468437"/>
            </a:xfrm>
            <a:custGeom>
              <a:avLst/>
              <a:gdLst>
                <a:gd name="connsiteX0" fmla="*/ 172934 w 373970"/>
                <a:gd name="connsiteY0" fmla="*/ 430349 h 468437"/>
                <a:gd name="connsiteX1" fmla="*/ 169409 w 373970"/>
                <a:gd name="connsiteY1" fmla="*/ 453209 h 468437"/>
                <a:gd name="connsiteX2" fmla="*/ 147692 w 373970"/>
                <a:gd name="connsiteY2" fmla="*/ 466354 h 468437"/>
                <a:gd name="connsiteX3" fmla="*/ 122070 w 373970"/>
                <a:gd name="connsiteY3" fmla="*/ 466449 h 468437"/>
                <a:gd name="connsiteX4" fmla="*/ 107116 w 373970"/>
                <a:gd name="connsiteY4" fmla="*/ 448732 h 468437"/>
                <a:gd name="connsiteX5" fmla="*/ 1293 w 373970"/>
                <a:gd name="connsiteY5" fmla="*/ 71257 h 468437"/>
                <a:gd name="connsiteX6" fmla="*/ 4722 w 373970"/>
                <a:gd name="connsiteY6" fmla="*/ 48397 h 468437"/>
                <a:gd name="connsiteX7" fmla="*/ 26344 w 373970"/>
                <a:gd name="connsiteY7" fmla="*/ 34967 h 468437"/>
                <a:gd name="connsiteX8" fmla="*/ 112069 w 373970"/>
                <a:gd name="connsiteY8" fmla="*/ 10963 h 468437"/>
                <a:gd name="connsiteX9" fmla="*/ 230274 w 373970"/>
                <a:gd name="connsiteY9" fmla="*/ 8678 h 468437"/>
                <a:gd name="connsiteX10" fmla="*/ 295139 w 373970"/>
                <a:gd name="connsiteY10" fmla="*/ 100689 h 468437"/>
                <a:gd name="connsiteX11" fmla="*/ 261516 w 373970"/>
                <a:gd name="connsiteY11" fmla="*/ 236420 h 468437"/>
                <a:gd name="connsiteX12" fmla="*/ 364862 w 373970"/>
                <a:gd name="connsiteY12" fmla="*/ 362722 h 468437"/>
                <a:gd name="connsiteX13" fmla="*/ 373054 w 373970"/>
                <a:gd name="connsiteY13" fmla="*/ 378724 h 468437"/>
                <a:gd name="connsiteX14" fmla="*/ 370863 w 373970"/>
                <a:gd name="connsiteY14" fmla="*/ 396059 h 468437"/>
                <a:gd name="connsiteX15" fmla="*/ 352004 w 373970"/>
                <a:gd name="connsiteY15" fmla="*/ 409013 h 468437"/>
                <a:gd name="connsiteX16" fmla="*/ 303712 w 373970"/>
                <a:gd name="connsiteY16" fmla="*/ 393678 h 468437"/>
                <a:gd name="connsiteX17" fmla="*/ 204080 w 373970"/>
                <a:gd name="connsiteY17" fmla="*/ 270901 h 468437"/>
                <a:gd name="connsiteX18" fmla="*/ 174457 w 373970"/>
                <a:gd name="connsiteY18" fmla="*/ 281092 h 468437"/>
                <a:gd name="connsiteX19" fmla="*/ 133405 w 373970"/>
                <a:gd name="connsiteY19" fmla="*/ 289379 h 468437"/>
                <a:gd name="connsiteX20" fmla="*/ 172934 w 373970"/>
                <a:gd name="connsiteY20" fmla="*/ 430349 h 468437"/>
                <a:gd name="connsiteX21" fmla="*/ 76636 w 373970"/>
                <a:gd name="connsiteY21" fmla="*/ 86782 h 468437"/>
                <a:gd name="connsiteX22" fmla="*/ 116641 w 373970"/>
                <a:gd name="connsiteY22" fmla="*/ 229467 h 468437"/>
                <a:gd name="connsiteX23" fmla="*/ 175124 w 373970"/>
                <a:gd name="connsiteY23" fmla="*/ 216894 h 468437"/>
                <a:gd name="connsiteX24" fmla="*/ 230179 w 373970"/>
                <a:gd name="connsiteY24" fmla="*/ 122120 h 468437"/>
                <a:gd name="connsiteX25" fmla="*/ 195603 w 373970"/>
                <a:gd name="connsiteY25" fmla="*/ 69828 h 468437"/>
                <a:gd name="connsiteX26" fmla="*/ 129976 w 373970"/>
                <a:gd name="connsiteY26" fmla="*/ 71828 h 468437"/>
                <a:gd name="connsiteX27" fmla="*/ 76636 w 373970"/>
                <a:gd name="connsiteY27" fmla="*/ 86782 h 46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73970" h="468437">
                  <a:moveTo>
                    <a:pt x="172934" y="430349"/>
                  </a:moveTo>
                  <a:cubicBezTo>
                    <a:pt x="175220" y="439302"/>
                    <a:pt x="174077" y="446923"/>
                    <a:pt x="169409" y="453209"/>
                  </a:cubicBezTo>
                  <a:cubicBezTo>
                    <a:pt x="164647" y="459210"/>
                    <a:pt x="157408" y="463686"/>
                    <a:pt x="147692" y="466354"/>
                  </a:cubicBezTo>
                  <a:cubicBezTo>
                    <a:pt x="137977" y="469116"/>
                    <a:pt x="129404" y="469116"/>
                    <a:pt x="122070" y="466449"/>
                  </a:cubicBezTo>
                  <a:cubicBezTo>
                    <a:pt x="114640" y="463782"/>
                    <a:pt x="109687" y="457972"/>
                    <a:pt x="107116" y="448732"/>
                  </a:cubicBezTo>
                  <a:lnTo>
                    <a:pt x="1293" y="71257"/>
                  </a:lnTo>
                  <a:cubicBezTo>
                    <a:pt x="-1183" y="62303"/>
                    <a:pt x="-136" y="54683"/>
                    <a:pt x="4722" y="48397"/>
                  </a:cubicBezTo>
                  <a:cubicBezTo>
                    <a:pt x="9580" y="42110"/>
                    <a:pt x="16723" y="37633"/>
                    <a:pt x="26344" y="34967"/>
                  </a:cubicBezTo>
                  <a:lnTo>
                    <a:pt x="112069" y="10963"/>
                  </a:lnTo>
                  <a:cubicBezTo>
                    <a:pt x="161218" y="-2848"/>
                    <a:pt x="200556" y="-3610"/>
                    <a:pt x="230274" y="8678"/>
                  </a:cubicBezTo>
                  <a:cubicBezTo>
                    <a:pt x="259992" y="20869"/>
                    <a:pt x="281614" y="51540"/>
                    <a:pt x="295139" y="100689"/>
                  </a:cubicBezTo>
                  <a:cubicBezTo>
                    <a:pt x="311808" y="160125"/>
                    <a:pt x="300569" y="205368"/>
                    <a:pt x="261516" y="236420"/>
                  </a:cubicBezTo>
                  <a:lnTo>
                    <a:pt x="364862" y="362722"/>
                  </a:lnTo>
                  <a:cubicBezTo>
                    <a:pt x="368768" y="367865"/>
                    <a:pt x="371530" y="373199"/>
                    <a:pt x="373054" y="378724"/>
                  </a:cubicBezTo>
                  <a:cubicBezTo>
                    <a:pt x="374768" y="384248"/>
                    <a:pt x="374102" y="389963"/>
                    <a:pt x="370863" y="396059"/>
                  </a:cubicBezTo>
                  <a:cubicBezTo>
                    <a:pt x="367720" y="402345"/>
                    <a:pt x="361433" y="406632"/>
                    <a:pt x="352004" y="409013"/>
                  </a:cubicBezTo>
                  <a:cubicBezTo>
                    <a:pt x="332192" y="414538"/>
                    <a:pt x="316094" y="409394"/>
                    <a:pt x="303712" y="393678"/>
                  </a:cubicBezTo>
                  <a:lnTo>
                    <a:pt x="204080" y="270901"/>
                  </a:lnTo>
                  <a:cubicBezTo>
                    <a:pt x="196270" y="274425"/>
                    <a:pt x="186364" y="277759"/>
                    <a:pt x="174457" y="281092"/>
                  </a:cubicBezTo>
                  <a:cubicBezTo>
                    <a:pt x="162551" y="284426"/>
                    <a:pt x="148835" y="287188"/>
                    <a:pt x="133405" y="289379"/>
                  </a:cubicBezTo>
                  <a:lnTo>
                    <a:pt x="172934" y="430349"/>
                  </a:lnTo>
                  <a:close/>
                  <a:moveTo>
                    <a:pt x="76636" y="86782"/>
                  </a:moveTo>
                  <a:lnTo>
                    <a:pt x="116641" y="229467"/>
                  </a:lnTo>
                  <a:cubicBezTo>
                    <a:pt x="132167" y="227657"/>
                    <a:pt x="151693" y="223466"/>
                    <a:pt x="175124" y="216894"/>
                  </a:cubicBezTo>
                  <a:cubicBezTo>
                    <a:pt x="225607" y="202987"/>
                    <a:pt x="243990" y="171364"/>
                    <a:pt x="230179" y="122120"/>
                  </a:cubicBezTo>
                  <a:cubicBezTo>
                    <a:pt x="222178" y="93736"/>
                    <a:pt x="210653" y="76305"/>
                    <a:pt x="195603" y="69828"/>
                  </a:cubicBezTo>
                  <a:cubicBezTo>
                    <a:pt x="180458" y="63351"/>
                    <a:pt x="158646" y="64018"/>
                    <a:pt x="129976" y="71828"/>
                  </a:cubicBezTo>
                  <a:lnTo>
                    <a:pt x="76636" y="8678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9" name="Forme libre : forme 48">
              <a:extLst>
                <a:ext uri="{FF2B5EF4-FFF2-40B4-BE49-F238E27FC236}">
                  <a16:creationId xmlns:a16="http://schemas.microsoft.com/office/drawing/2014/main" id="{73870654-FF47-53F9-24CE-C6F94B623230}"/>
                </a:ext>
              </a:extLst>
            </p:cNvPr>
            <p:cNvSpPr/>
            <p:nvPr/>
          </p:nvSpPr>
          <p:spPr>
            <a:xfrm>
              <a:off x="7050454" y="5974176"/>
              <a:ext cx="216666" cy="426937"/>
            </a:xfrm>
            <a:custGeom>
              <a:avLst/>
              <a:gdLst>
                <a:gd name="connsiteX0" fmla="*/ 2426 w 216666"/>
                <a:gd name="connsiteY0" fmla="*/ 42480 h 426937"/>
                <a:gd name="connsiteX1" fmla="*/ 3474 w 216666"/>
                <a:gd name="connsiteY1" fmla="*/ 19334 h 426937"/>
                <a:gd name="connsiteX2" fmla="*/ 23858 w 216666"/>
                <a:gd name="connsiteY2" fmla="*/ 3713 h 426937"/>
                <a:gd name="connsiteX3" fmla="*/ 49480 w 216666"/>
                <a:gd name="connsiteY3" fmla="*/ 1046 h 426937"/>
                <a:gd name="connsiteX4" fmla="*/ 65863 w 216666"/>
                <a:gd name="connsiteY4" fmla="*/ 16762 h 426937"/>
                <a:gd name="connsiteX5" fmla="*/ 214453 w 216666"/>
                <a:gd name="connsiteY5" fmla="*/ 384523 h 426937"/>
                <a:gd name="connsiteX6" fmla="*/ 213405 w 216666"/>
                <a:gd name="connsiteY6" fmla="*/ 407668 h 426937"/>
                <a:gd name="connsiteX7" fmla="*/ 193307 w 216666"/>
                <a:gd name="connsiteY7" fmla="*/ 423099 h 426937"/>
                <a:gd name="connsiteX8" fmla="*/ 167781 w 216666"/>
                <a:gd name="connsiteY8" fmla="*/ 426052 h 426937"/>
                <a:gd name="connsiteX9" fmla="*/ 151016 w 216666"/>
                <a:gd name="connsiteY9" fmla="*/ 410145 h 426937"/>
                <a:gd name="connsiteX10" fmla="*/ 2426 w 216666"/>
                <a:gd name="connsiteY10" fmla="*/ 42384 h 4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66" h="426937">
                  <a:moveTo>
                    <a:pt x="2426" y="42480"/>
                  </a:moveTo>
                  <a:cubicBezTo>
                    <a:pt x="-1098" y="33622"/>
                    <a:pt x="-812" y="26002"/>
                    <a:pt x="3474" y="19334"/>
                  </a:cubicBezTo>
                  <a:cubicBezTo>
                    <a:pt x="7665" y="12762"/>
                    <a:pt x="14523" y="7523"/>
                    <a:pt x="23858" y="3713"/>
                  </a:cubicBezTo>
                  <a:cubicBezTo>
                    <a:pt x="33192" y="-97"/>
                    <a:pt x="41765" y="-954"/>
                    <a:pt x="49480" y="1046"/>
                  </a:cubicBezTo>
                  <a:cubicBezTo>
                    <a:pt x="57195" y="3047"/>
                    <a:pt x="62624" y="8285"/>
                    <a:pt x="65863" y="16762"/>
                  </a:cubicBezTo>
                  <a:lnTo>
                    <a:pt x="214453" y="384523"/>
                  </a:lnTo>
                  <a:cubicBezTo>
                    <a:pt x="217691" y="393190"/>
                    <a:pt x="217406" y="400906"/>
                    <a:pt x="213405" y="407668"/>
                  </a:cubicBezTo>
                  <a:cubicBezTo>
                    <a:pt x="209405" y="414145"/>
                    <a:pt x="202642" y="419384"/>
                    <a:pt x="193307" y="423099"/>
                  </a:cubicBezTo>
                  <a:cubicBezTo>
                    <a:pt x="183973" y="426909"/>
                    <a:pt x="175400" y="427861"/>
                    <a:pt x="167781" y="426052"/>
                  </a:cubicBezTo>
                  <a:cubicBezTo>
                    <a:pt x="160160" y="424242"/>
                    <a:pt x="154541" y="418908"/>
                    <a:pt x="151016" y="410145"/>
                  </a:cubicBezTo>
                  <a:lnTo>
                    <a:pt x="2426" y="4238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0" name="Forme libre : forme 49">
              <a:extLst>
                <a:ext uri="{FF2B5EF4-FFF2-40B4-BE49-F238E27FC236}">
                  <a16:creationId xmlns:a16="http://schemas.microsoft.com/office/drawing/2014/main" id="{FE7CFA00-646F-AF8F-D6B5-2ABEBF44BBE1}"/>
                </a:ext>
              </a:extLst>
            </p:cNvPr>
            <p:cNvSpPr/>
            <p:nvPr/>
          </p:nvSpPr>
          <p:spPr>
            <a:xfrm>
              <a:off x="7249146" y="5827322"/>
              <a:ext cx="402092" cy="465771"/>
            </a:xfrm>
            <a:custGeom>
              <a:avLst/>
              <a:gdLst>
                <a:gd name="connsiteX0" fmla="*/ 96247 w 402092"/>
                <a:gd name="connsiteY0" fmla="*/ 28552 h 465771"/>
                <a:gd name="connsiteX1" fmla="*/ 202451 w 402092"/>
                <a:gd name="connsiteY1" fmla="*/ 834 h 465771"/>
                <a:gd name="connsiteX2" fmla="*/ 275603 w 402092"/>
                <a:gd name="connsiteY2" fmla="*/ 62080 h 465771"/>
                <a:gd name="connsiteX3" fmla="*/ 266935 w 402092"/>
                <a:gd name="connsiteY3" fmla="*/ 181714 h 465771"/>
                <a:gd name="connsiteX4" fmla="*/ 383235 w 402092"/>
                <a:gd name="connsiteY4" fmla="*/ 238483 h 465771"/>
                <a:gd name="connsiteX5" fmla="*/ 394380 w 402092"/>
                <a:gd name="connsiteY5" fmla="*/ 339353 h 465771"/>
                <a:gd name="connsiteX6" fmla="*/ 308464 w 402092"/>
                <a:gd name="connsiteY6" fmla="*/ 418315 h 465771"/>
                <a:gd name="connsiteX7" fmla="*/ 230073 w 402092"/>
                <a:gd name="connsiteY7" fmla="*/ 460511 h 465771"/>
                <a:gd name="connsiteX8" fmla="*/ 205404 w 402092"/>
                <a:gd name="connsiteY8" fmla="*/ 465369 h 465771"/>
                <a:gd name="connsiteX9" fmla="*/ 187116 w 402092"/>
                <a:gd name="connsiteY9" fmla="*/ 452034 h 465771"/>
                <a:gd name="connsiteX10" fmla="*/ 3474 w 402092"/>
                <a:gd name="connsiteY10" fmla="*/ 110563 h 465771"/>
                <a:gd name="connsiteX11" fmla="*/ 2235 w 402092"/>
                <a:gd name="connsiteY11" fmla="*/ 87702 h 465771"/>
                <a:gd name="connsiteX12" fmla="*/ 19952 w 402092"/>
                <a:gd name="connsiteY12" fmla="*/ 69700 h 465771"/>
                <a:gd name="connsiteX13" fmla="*/ 96342 w 402092"/>
                <a:gd name="connsiteY13" fmla="*/ 28647 h 465771"/>
                <a:gd name="connsiteX14" fmla="*/ 80245 w 402092"/>
                <a:gd name="connsiteY14" fmla="*/ 109134 h 465771"/>
                <a:gd name="connsiteX15" fmla="*/ 139300 w 402092"/>
                <a:gd name="connsiteY15" fmla="*/ 218957 h 465771"/>
                <a:gd name="connsiteX16" fmla="*/ 188068 w 402092"/>
                <a:gd name="connsiteY16" fmla="*/ 192763 h 465771"/>
                <a:gd name="connsiteX17" fmla="*/ 225882 w 402092"/>
                <a:gd name="connsiteY17" fmla="*/ 153234 h 465771"/>
                <a:gd name="connsiteX18" fmla="*/ 218929 w 402092"/>
                <a:gd name="connsiteY18" fmla="*/ 101132 h 465771"/>
                <a:gd name="connsiteX19" fmla="*/ 182448 w 402092"/>
                <a:gd name="connsiteY19" fmla="*/ 69128 h 465771"/>
                <a:gd name="connsiteX20" fmla="*/ 127108 w 402092"/>
                <a:gd name="connsiteY20" fmla="*/ 83892 h 465771"/>
                <a:gd name="connsiteX21" fmla="*/ 80245 w 402092"/>
                <a:gd name="connsiteY21" fmla="*/ 109134 h 465771"/>
                <a:gd name="connsiteX22" fmla="*/ 169399 w 402092"/>
                <a:gd name="connsiteY22" fmla="*/ 274773 h 465771"/>
                <a:gd name="connsiteX23" fmla="*/ 230359 w 402092"/>
                <a:gd name="connsiteY23" fmla="*/ 388121 h 465771"/>
                <a:gd name="connsiteX24" fmla="*/ 280175 w 402092"/>
                <a:gd name="connsiteY24" fmla="*/ 361260 h 465771"/>
                <a:gd name="connsiteX25" fmla="*/ 326657 w 402092"/>
                <a:gd name="connsiteY25" fmla="*/ 319731 h 465771"/>
                <a:gd name="connsiteX26" fmla="*/ 320656 w 402092"/>
                <a:gd name="connsiteY26" fmla="*/ 266772 h 465771"/>
                <a:gd name="connsiteX27" fmla="*/ 280841 w 402092"/>
                <a:gd name="connsiteY27" fmla="*/ 231911 h 465771"/>
                <a:gd name="connsiteX28" fmla="*/ 218643 w 402092"/>
                <a:gd name="connsiteY28" fmla="*/ 248198 h 465771"/>
                <a:gd name="connsiteX29" fmla="*/ 169304 w 402092"/>
                <a:gd name="connsiteY29" fmla="*/ 274773 h 46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2092" h="465771">
                  <a:moveTo>
                    <a:pt x="96247" y="28552"/>
                  </a:moveTo>
                  <a:cubicBezTo>
                    <a:pt x="137681" y="6264"/>
                    <a:pt x="173019" y="-2976"/>
                    <a:pt x="202451" y="834"/>
                  </a:cubicBezTo>
                  <a:cubicBezTo>
                    <a:pt x="231788" y="4645"/>
                    <a:pt x="256172" y="25123"/>
                    <a:pt x="275603" y="62080"/>
                  </a:cubicBezTo>
                  <a:cubicBezTo>
                    <a:pt x="298082" y="103895"/>
                    <a:pt x="295224" y="143805"/>
                    <a:pt x="266935" y="181714"/>
                  </a:cubicBezTo>
                  <a:cubicBezTo>
                    <a:pt x="316465" y="167522"/>
                    <a:pt x="355232" y="186477"/>
                    <a:pt x="383235" y="238483"/>
                  </a:cubicBezTo>
                  <a:cubicBezTo>
                    <a:pt x="403905" y="276773"/>
                    <a:pt x="407524" y="310397"/>
                    <a:pt x="394380" y="339353"/>
                  </a:cubicBezTo>
                  <a:cubicBezTo>
                    <a:pt x="381140" y="368214"/>
                    <a:pt x="352470" y="394503"/>
                    <a:pt x="308464" y="418315"/>
                  </a:cubicBezTo>
                  <a:lnTo>
                    <a:pt x="230073" y="460511"/>
                  </a:lnTo>
                  <a:cubicBezTo>
                    <a:pt x="221691" y="464987"/>
                    <a:pt x="213500" y="466607"/>
                    <a:pt x="205404" y="465369"/>
                  </a:cubicBezTo>
                  <a:cubicBezTo>
                    <a:pt x="197307" y="464035"/>
                    <a:pt x="191307" y="459653"/>
                    <a:pt x="187116" y="452034"/>
                  </a:cubicBezTo>
                  <a:lnTo>
                    <a:pt x="3474" y="110563"/>
                  </a:lnTo>
                  <a:cubicBezTo>
                    <a:pt x="-717" y="102752"/>
                    <a:pt x="-1098" y="95132"/>
                    <a:pt x="2235" y="87702"/>
                  </a:cubicBezTo>
                  <a:cubicBezTo>
                    <a:pt x="5664" y="80273"/>
                    <a:pt x="11570" y="74272"/>
                    <a:pt x="19952" y="69700"/>
                  </a:cubicBezTo>
                  <a:lnTo>
                    <a:pt x="96342" y="28647"/>
                  </a:lnTo>
                  <a:close/>
                  <a:moveTo>
                    <a:pt x="80245" y="109134"/>
                  </a:moveTo>
                  <a:lnTo>
                    <a:pt x="139300" y="218957"/>
                  </a:lnTo>
                  <a:lnTo>
                    <a:pt x="188068" y="192763"/>
                  </a:lnTo>
                  <a:cubicBezTo>
                    <a:pt x="207785" y="182381"/>
                    <a:pt x="220358" y="169236"/>
                    <a:pt x="225882" y="153234"/>
                  </a:cubicBezTo>
                  <a:cubicBezTo>
                    <a:pt x="231312" y="137232"/>
                    <a:pt x="229025" y="119897"/>
                    <a:pt x="218929" y="101132"/>
                  </a:cubicBezTo>
                  <a:cubicBezTo>
                    <a:pt x="208833" y="82368"/>
                    <a:pt x="196641" y="71700"/>
                    <a:pt x="182448" y="69128"/>
                  </a:cubicBezTo>
                  <a:cubicBezTo>
                    <a:pt x="168066" y="66843"/>
                    <a:pt x="149682" y="71796"/>
                    <a:pt x="127108" y="83892"/>
                  </a:cubicBezTo>
                  <a:lnTo>
                    <a:pt x="80245" y="109134"/>
                  </a:lnTo>
                  <a:close/>
                  <a:moveTo>
                    <a:pt x="169399" y="274773"/>
                  </a:moveTo>
                  <a:lnTo>
                    <a:pt x="230359" y="388121"/>
                  </a:lnTo>
                  <a:lnTo>
                    <a:pt x="280175" y="361260"/>
                  </a:lnTo>
                  <a:cubicBezTo>
                    <a:pt x="304368" y="348211"/>
                    <a:pt x="319894" y="334400"/>
                    <a:pt x="326657" y="319731"/>
                  </a:cubicBezTo>
                  <a:cubicBezTo>
                    <a:pt x="333705" y="304968"/>
                    <a:pt x="331705" y="287251"/>
                    <a:pt x="320656" y="266772"/>
                  </a:cubicBezTo>
                  <a:cubicBezTo>
                    <a:pt x="309702" y="246389"/>
                    <a:pt x="296463" y="234768"/>
                    <a:pt x="280841" y="231911"/>
                  </a:cubicBezTo>
                  <a:cubicBezTo>
                    <a:pt x="265221" y="229054"/>
                    <a:pt x="244551" y="234482"/>
                    <a:pt x="218643" y="248198"/>
                  </a:cubicBezTo>
                  <a:lnTo>
                    <a:pt x="169304" y="27477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1" name="Forme libre : forme 50">
              <a:extLst>
                <a:ext uri="{FF2B5EF4-FFF2-40B4-BE49-F238E27FC236}">
                  <a16:creationId xmlns:a16="http://schemas.microsoft.com/office/drawing/2014/main" id="{44CC89FC-682B-E3BC-296B-4B544543D1CC}"/>
                </a:ext>
              </a:extLst>
            </p:cNvPr>
            <p:cNvSpPr/>
            <p:nvPr/>
          </p:nvSpPr>
          <p:spPr>
            <a:xfrm>
              <a:off x="7642409" y="5637243"/>
              <a:ext cx="417193" cy="467371"/>
            </a:xfrm>
            <a:custGeom>
              <a:avLst/>
              <a:gdLst>
                <a:gd name="connsiteX0" fmla="*/ 141039 w 417193"/>
                <a:gd name="connsiteY0" fmla="*/ 459804 h 467371"/>
                <a:gd name="connsiteX1" fmla="*/ 135134 w 417193"/>
                <a:gd name="connsiteY1" fmla="*/ 449518 h 467371"/>
                <a:gd name="connsiteX2" fmla="*/ 2832 w 417193"/>
                <a:gd name="connsiteY2" fmla="*/ 65183 h 467371"/>
                <a:gd name="connsiteX3" fmla="*/ 15309 w 417193"/>
                <a:gd name="connsiteY3" fmla="*/ 23845 h 467371"/>
                <a:gd name="connsiteX4" fmla="*/ 38646 w 417193"/>
                <a:gd name="connsiteY4" fmla="*/ 6890 h 467371"/>
                <a:gd name="connsiteX5" fmla="*/ 82841 w 417193"/>
                <a:gd name="connsiteY5" fmla="*/ 10129 h 467371"/>
                <a:gd name="connsiteX6" fmla="*/ 405930 w 417193"/>
                <a:gd name="connsiteY6" fmla="*/ 253207 h 467371"/>
                <a:gd name="connsiteX7" fmla="*/ 414883 w 417193"/>
                <a:gd name="connsiteY7" fmla="*/ 262351 h 467371"/>
                <a:gd name="connsiteX8" fmla="*/ 415740 w 417193"/>
                <a:gd name="connsiteY8" fmla="*/ 278353 h 467371"/>
                <a:gd name="connsiteX9" fmla="*/ 400500 w 417193"/>
                <a:gd name="connsiteY9" fmla="*/ 297498 h 467371"/>
                <a:gd name="connsiteX10" fmla="*/ 352399 w 417193"/>
                <a:gd name="connsiteY10" fmla="*/ 298260 h 467371"/>
                <a:gd name="connsiteX11" fmla="*/ 285248 w 417193"/>
                <a:gd name="connsiteY11" fmla="*/ 246635 h 467371"/>
                <a:gd name="connsiteX12" fmla="*/ 158851 w 417193"/>
                <a:gd name="connsiteY12" fmla="*/ 338646 h 467371"/>
                <a:gd name="connsiteX13" fmla="*/ 186474 w 417193"/>
                <a:gd name="connsiteY13" fmla="*/ 415227 h 467371"/>
                <a:gd name="connsiteX14" fmla="*/ 191141 w 417193"/>
                <a:gd name="connsiteY14" fmla="*/ 441326 h 467371"/>
                <a:gd name="connsiteX15" fmla="*/ 177330 w 417193"/>
                <a:gd name="connsiteY15" fmla="*/ 459899 h 467371"/>
                <a:gd name="connsiteX16" fmla="*/ 155613 w 417193"/>
                <a:gd name="connsiteY16" fmla="*/ 467234 h 467371"/>
                <a:gd name="connsiteX17" fmla="*/ 140849 w 417193"/>
                <a:gd name="connsiteY17" fmla="*/ 459614 h 467371"/>
                <a:gd name="connsiteX18" fmla="*/ 64458 w 417193"/>
                <a:gd name="connsiteY18" fmla="*/ 76804 h 467371"/>
                <a:gd name="connsiteX19" fmla="*/ 137039 w 417193"/>
                <a:gd name="connsiteY19" fmla="*/ 278258 h 467371"/>
                <a:gd name="connsiteX20" fmla="*/ 234289 w 417193"/>
                <a:gd name="connsiteY20" fmla="*/ 207487 h 467371"/>
                <a:gd name="connsiteX21" fmla="*/ 64458 w 417193"/>
                <a:gd name="connsiteY21" fmla="*/ 76804 h 467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7193" h="467371">
                  <a:moveTo>
                    <a:pt x="141039" y="459804"/>
                  </a:moveTo>
                  <a:cubicBezTo>
                    <a:pt x="137801" y="455328"/>
                    <a:pt x="135800" y="451899"/>
                    <a:pt x="135134" y="449518"/>
                  </a:cubicBezTo>
                  <a:lnTo>
                    <a:pt x="2832" y="65183"/>
                  </a:lnTo>
                  <a:cubicBezTo>
                    <a:pt x="-3455" y="48229"/>
                    <a:pt x="736" y="34513"/>
                    <a:pt x="15309" y="23845"/>
                  </a:cubicBezTo>
                  <a:lnTo>
                    <a:pt x="38646" y="6890"/>
                  </a:lnTo>
                  <a:cubicBezTo>
                    <a:pt x="52552" y="-3301"/>
                    <a:pt x="67316" y="-2158"/>
                    <a:pt x="82841" y="10129"/>
                  </a:cubicBezTo>
                  <a:lnTo>
                    <a:pt x="405930" y="253207"/>
                  </a:lnTo>
                  <a:cubicBezTo>
                    <a:pt x="409168" y="255588"/>
                    <a:pt x="412216" y="258636"/>
                    <a:pt x="414883" y="262351"/>
                  </a:cubicBezTo>
                  <a:cubicBezTo>
                    <a:pt x="417645" y="266066"/>
                    <a:pt x="417931" y="271400"/>
                    <a:pt x="415740" y="278353"/>
                  </a:cubicBezTo>
                  <a:cubicBezTo>
                    <a:pt x="413740" y="285401"/>
                    <a:pt x="408597" y="291783"/>
                    <a:pt x="400500" y="297498"/>
                  </a:cubicBezTo>
                  <a:cubicBezTo>
                    <a:pt x="383832" y="309690"/>
                    <a:pt x="367734" y="309976"/>
                    <a:pt x="352399" y="298260"/>
                  </a:cubicBezTo>
                  <a:lnTo>
                    <a:pt x="285248" y="246635"/>
                  </a:lnTo>
                  <a:lnTo>
                    <a:pt x="158851" y="338646"/>
                  </a:lnTo>
                  <a:lnTo>
                    <a:pt x="186474" y="415227"/>
                  </a:lnTo>
                  <a:cubicBezTo>
                    <a:pt x="190855" y="425800"/>
                    <a:pt x="192474" y="434468"/>
                    <a:pt x="191141" y="441326"/>
                  </a:cubicBezTo>
                  <a:cubicBezTo>
                    <a:pt x="189712" y="447993"/>
                    <a:pt x="185140" y="454185"/>
                    <a:pt x="177330" y="459899"/>
                  </a:cubicBezTo>
                  <a:cubicBezTo>
                    <a:pt x="169519" y="465614"/>
                    <a:pt x="162280" y="467995"/>
                    <a:pt x="155613" y="467234"/>
                  </a:cubicBezTo>
                  <a:cubicBezTo>
                    <a:pt x="148945" y="466472"/>
                    <a:pt x="144087" y="463900"/>
                    <a:pt x="140849" y="459614"/>
                  </a:cubicBezTo>
                  <a:moveTo>
                    <a:pt x="64458" y="76804"/>
                  </a:moveTo>
                  <a:lnTo>
                    <a:pt x="137039" y="278258"/>
                  </a:lnTo>
                  <a:lnTo>
                    <a:pt x="234289" y="207487"/>
                  </a:lnTo>
                  <a:lnTo>
                    <a:pt x="64458" y="7680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2" name="Forme libre : forme 51">
              <a:extLst>
                <a:ext uri="{FF2B5EF4-FFF2-40B4-BE49-F238E27FC236}">
                  <a16:creationId xmlns:a16="http://schemas.microsoft.com/office/drawing/2014/main" id="{96A46C9D-573E-4BB0-C7DA-1E4798507CA8}"/>
                </a:ext>
              </a:extLst>
            </p:cNvPr>
            <p:cNvSpPr/>
            <p:nvPr/>
          </p:nvSpPr>
          <p:spPr>
            <a:xfrm>
              <a:off x="7901339" y="5362910"/>
              <a:ext cx="414994" cy="434933"/>
            </a:xfrm>
            <a:custGeom>
              <a:avLst/>
              <a:gdLst>
                <a:gd name="connsiteX0" fmla="*/ 48130 w 414994"/>
                <a:gd name="connsiteY0" fmla="*/ 45670 h 434933"/>
                <a:gd name="connsiteX1" fmla="*/ 138617 w 414994"/>
                <a:gd name="connsiteY1" fmla="*/ 712 h 434933"/>
                <a:gd name="connsiteX2" fmla="*/ 217579 w 414994"/>
                <a:gd name="connsiteY2" fmla="*/ 27573 h 434933"/>
                <a:gd name="connsiteX3" fmla="*/ 227295 w 414994"/>
                <a:gd name="connsiteY3" fmla="*/ 52528 h 434933"/>
                <a:gd name="connsiteX4" fmla="*/ 213484 w 414994"/>
                <a:gd name="connsiteY4" fmla="*/ 77770 h 434933"/>
                <a:gd name="connsiteX5" fmla="*/ 174336 w 414994"/>
                <a:gd name="connsiteY5" fmla="*/ 84342 h 434933"/>
                <a:gd name="connsiteX6" fmla="*/ 134045 w 414994"/>
                <a:gd name="connsiteY6" fmla="*/ 71483 h 434933"/>
                <a:gd name="connsiteX7" fmla="*/ 91469 w 414994"/>
                <a:gd name="connsiteY7" fmla="*/ 92057 h 434933"/>
                <a:gd name="connsiteX8" fmla="*/ 67465 w 414994"/>
                <a:gd name="connsiteY8" fmla="*/ 133872 h 434933"/>
                <a:gd name="connsiteX9" fmla="*/ 81848 w 414994"/>
                <a:gd name="connsiteY9" fmla="*/ 174925 h 434933"/>
                <a:gd name="connsiteX10" fmla="*/ 128521 w 414994"/>
                <a:gd name="connsiteY10" fmla="*/ 193213 h 434933"/>
                <a:gd name="connsiteX11" fmla="*/ 188814 w 414994"/>
                <a:gd name="connsiteY11" fmla="*/ 183592 h 434933"/>
                <a:gd name="connsiteX12" fmla="*/ 253203 w 414994"/>
                <a:gd name="connsiteY12" fmla="*/ 166543 h 434933"/>
                <a:gd name="connsiteX13" fmla="*/ 319878 w 414994"/>
                <a:gd name="connsiteY13" fmla="*/ 164066 h 434933"/>
                <a:gd name="connsiteX14" fmla="*/ 378171 w 414994"/>
                <a:gd name="connsiteY14" fmla="*/ 195594 h 434933"/>
                <a:gd name="connsiteX15" fmla="*/ 414366 w 414994"/>
                <a:gd name="connsiteY15" fmla="*/ 288082 h 434933"/>
                <a:gd name="connsiteX16" fmla="*/ 363503 w 414994"/>
                <a:gd name="connsiteY16" fmla="*/ 380760 h 434933"/>
                <a:gd name="connsiteX17" fmla="*/ 286826 w 414994"/>
                <a:gd name="connsiteY17" fmla="*/ 426194 h 434933"/>
                <a:gd name="connsiteX18" fmla="*/ 220151 w 414994"/>
                <a:gd name="connsiteY18" fmla="*/ 424861 h 434933"/>
                <a:gd name="connsiteX19" fmla="*/ 210340 w 414994"/>
                <a:gd name="connsiteY19" fmla="*/ 401620 h 434933"/>
                <a:gd name="connsiteX20" fmla="*/ 217008 w 414994"/>
                <a:gd name="connsiteY20" fmla="*/ 379331 h 434933"/>
                <a:gd name="connsiteX21" fmla="*/ 233867 w 414994"/>
                <a:gd name="connsiteY21" fmla="*/ 370949 h 434933"/>
                <a:gd name="connsiteX22" fmla="*/ 322068 w 414994"/>
                <a:gd name="connsiteY22" fmla="*/ 332468 h 434933"/>
                <a:gd name="connsiteX23" fmla="*/ 333880 w 414994"/>
                <a:gd name="connsiteY23" fmla="*/ 248362 h 434933"/>
                <a:gd name="connsiteX24" fmla="*/ 291303 w 414994"/>
                <a:gd name="connsiteY24" fmla="*/ 233885 h 434933"/>
                <a:gd name="connsiteX25" fmla="*/ 231391 w 414994"/>
                <a:gd name="connsiteY25" fmla="*/ 244362 h 434933"/>
                <a:gd name="connsiteX26" fmla="*/ 166049 w 414994"/>
                <a:gd name="connsiteY26" fmla="*/ 261126 h 434933"/>
                <a:gd name="connsiteX27" fmla="*/ 97564 w 414994"/>
                <a:gd name="connsiteY27" fmla="*/ 261126 h 434933"/>
                <a:gd name="connsiteX28" fmla="*/ 36604 w 414994"/>
                <a:gd name="connsiteY28" fmla="*/ 226455 h 434933"/>
                <a:gd name="connsiteX29" fmla="*/ 600 w 414994"/>
                <a:gd name="connsiteY29" fmla="*/ 134634 h 434933"/>
                <a:gd name="connsiteX30" fmla="*/ 48034 w 414994"/>
                <a:gd name="connsiteY30" fmla="*/ 45670 h 434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14994" h="434933">
                  <a:moveTo>
                    <a:pt x="48130" y="45670"/>
                  </a:moveTo>
                  <a:cubicBezTo>
                    <a:pt x="75943" y="19095"/>
                    <a:pt x="106137" y="4141"/>
                    <a:pt x="138617" y="712"/>
                  </a:cubicBezTo>
                  <a:cubicBezTo>
                    <a:pt x="171193" y="-2717"/>
                    <a:pt x="197482" y="6237"/>
                    <a:pt x="217579" y="27573"/>
                  </a:cubicBezTo>
                  <a:cubicBezTo>
                    <a:pt x="224819" y="35193"/>
                    <a:pt x="228057" y="43575"/>
                    <a:pt x="227295" y="52528"/>
                  </a:cubicBezTo>
                  <a:cubicBezTo>
                    <a:pt x="226438" y="61577"/>
                    <a:pt x="221866" y="69959"/>
                    <a:pt x="213484" y="77770"/>
                  </a:cubicBezTo>
                  <a:cubicBezTo>
                    <a:pt x="199577" y="91010"/>
                    <a:pt x="186528" y="93200"/>
                    <a:pt x="174336" y="84342"/>
                  </a:cubicBezTo>
                  <a:cubicBezTo>
                    <a:pt x="162049" y="75484"/>
                    <a:pt x="148714" y="71197"/>
                    <a:pt x="134045" y="71483"/>
                  </a:cubicBezTo>
                  <a:cubicBezTo>
                    <a:pt x="119472" y="71769"/>
                    <a:pt x="105280" y="78627"/>
                    <a:pt x="91469" y="92057"/>
                  </a:cubicBezTo>
                  <a:cubicBezTo>
                    <a:pt x="77848" y="105106"/>
                    <a:pt x="69847" y="119013"/>
                    <a:pt x="67465" y="133872"/>
                  </a:cubicBezTo>
                  <a:cubicBezTo>
                    <a:pt x="65084" y="148731"/>
                    <a:pt x="69847" y="162352"/>
                    <a:pt x="81848" y="174925"/>
                  </a:cubicBezTo>
                  <a:cubicBezTo>
                    <a:pt x="93850" y="187497"/>
                    <a:pt x="109375" y="193593"/>
                    <a:pt x="128521" y="193213"/>
                  </a:cubicBezTo>
                  <a:cubicBezTo>
                    <a:pt x="147571" y="192736"/>
                    <a:pt x="167669" y="189498"/>
                    <a:pt x="188814" y="183592"/>
                  </a:cubicBezTo>
                  <a:cubicBezTo>
                    <a:pt x="209959" y="177591"/>
                    <a:pt x="231486" y="171972"/>
                    <a:pt x="253203" y="166543"/>
                  </a:cubicBezTo>
                  <a:cubicBezTo>
                    <a:pt x="275015" y="161113"/>
                    <a:pt x="297208" y="160351"/>
                    <a:pt x="319878" y="164066"/>
                  </a:cubicBezTo>
                  <a:cubicBezTo>
                    <a:pt x="342547" y="167781"/>
                    <a:pt x="361978" y="178354"/>
                    <a:pt x="378171" y="195594"/>
                  </a:cubicBezTo>
                  <a:cubicBezTo>
                    <a:pt x="405984" y="224645"/>
                    <a:pt x="417985" y="255506"/>
                    <a:pt x="414366" y="288082"/>
                  </a:cubicBezTo>
                  <a:cubicBezTo>
                    <a:pt x="410746" y="320657"/>
                    <a:pt x="393792" y="351518"/>
                    <a:pt x="363503" y="380760"/>
                  </a:cubicBezTo>
                  <a:cubicBezTo>
                    <a:pt x="344453" y="398952"/>
                    <a:pt x="318926" y="414097"/>
                    <a:pt x="286826" y="426194"/>
                  </a:cubicBezTo>
                  <a:cubicBezTo>
                    <a:pt x="254727" y="438291"/>
                    <a:pt x="232534" y="437815"/>
                    <a:pt x="220151" y="424861"/>
                  </a:cubicBezTo>
                  <a:cubicBezTo>
                    <a:pt x="214531" y="419051"/>
                    <a:pt x="211293" y="411335"/>
                    <a:pt x="210340" y="401620"/>
                  </a:cubicBezTo>
                  <a:cubicBezTo>
                    <a:pt x="209388" y="391904"/>
                    <a:pt x="211674" y="384570"/>
                    <a:pt x="217008" y="379331"/>
                  </a:cubicBezTo>
                  <a:cubicBezTo>
                    <a:pt x="222437" y="374188"/>
                    <a:pt x="228057" y="371426"/>
                    <a:pt x="233867" y="370949"/>
                  </a:cubicBezTo>
                  <a:cubicBezTo>
                    <a:pt x="268348" y="368282"/>
                    <a:pt x="297684" y="355423"/>
                    <a:pt x="322068" y="332468"/>
                  </a:cubicBezTo>
                  <a:cubicBezTo>
                    <a:pt x="354168" y="301702"/>
                    <a:pt x="358169" y="273699"/>
                    <a:pt x="333880" y="248362"/>
                  </a:cubicBezTo>
                  <a:cubicBezTo>
                    <a:pt x="323878" y="237885"/>
                    <a:pt x="309686" y="233122"/>
                    <a:pt x="291303" y="233885"/>
                  </a:cubicBezTo>
                  <a:cubicBezTo>
                    <a:pt x="272920" y="234646"/>
                    <a:pt x="252917" y="238170"/>
                    <a:pt x="231391" y="244362"/>
                  </a:cubicBezTo>
                  <a:cubicBezTo>
                    <a:pt x="209959" y="250648"/>
                    <a:pt x="188147" y="256173"/>
                    <a:pt x="166049" y="261126"/>
                  </a:cubicBezTo>
                  <a:cubicBezTo>
                    <a:pt x="143665" y="265698"/>
                    <a:pt x="120805" y="265698"/>
                    <a:pt x="97564" y="261126"/>
                  </a:cubicBezTo>
                  <a:cubicBezTo>
                    <a:pt x="74323" y="256553"/>
                    <a:pt x="53940" y="244933"/>
                    <a:pt x="36604" y="226455"/>
                  </a:cubicBezTo>
                  <a:cubicBezTo>
                    <a:pt x="9077" y="197689"/>
                    <a:pt x="-2924" y="167114"/>
                    <a:pt x="600" y="134634"/>
                  </a:cubicBezTo>
                  <a:cubicBezTo>
                    <a:pt x="4410" y="101868"/>
                    <a:pt x="20221" y="72245"/>
                    <a:pt x="48034" y="4567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pic>
        <p:nvPicPr>
          <p:cNvPr id="53" name="Image 52" descr="Une image contenant graphisme, Graphique, drapeau&#10;&#10;Description générée automatiquement">
            <a:extLst>
              <a:ext uri="{FF2B5EF4-FFF2-40B4-BE49-F238E27FC236}">
                <a16:creationId xmlns:a16="http://schemas.microsoft.com/office/drawing/2014/main" id="{64181BBE-E4B6-3187-E193-AF2B4D7C4F8D}"/>
              </a:ext>
            </a:extLst>
          </p:cNvPr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634998" y="6254748"/>
            <a:ext cx="1707867" cy="353841"/>
          </a:xfrm>
          <a:prstGeom prst="rect">
            <a:avLst/>
          </a:prstGeom>
        </p:spPr>
      </p:pic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51B22507-4BDE-832E-C612-DF138FD7F5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015849" y="6369576"/>
            <a:ext cx="160300" cy="15388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ctr">
              <a:defRPr sz="700">
                <a:solidFill>
                  <a:schemeClr val="tx1"/>
                </a:solidFill>
              </a:defRPr>
            </a:lvl1pPr>
          </a:lstStyle>
          <a:p>
            <a:fld id="{12EA5F4A-9FB0-4812-AB35-92F9E0180226}" type="slidenum">
              <a:rPr lang="fr-FR" smtClean="0"/>
              <a:pPr/>
              <a:t>‹#›</a:t>
            </a:fld>
            <a:endParaRPr lang="fr-FR"/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DD26F77A-68B0-9CBA-5D7C-9F042C4870E0}"/>
              </a:ext>
            </a:extLst>
          </p:cNvPr>
          <p:cNvGrpSpPr/>
          <p:nvPr userDrawn="1"/>
        </p:nvGrpSpPr>
        <p:grpSpPr bwMode="gray">
          <a:xfrm>
            <a:off x="674688" y="534501"/>
            <a:ext cx="849312" cy="0"/>
            <a:chOff x="674688" y="534501"/>
            <a:chExt cx="849312" cy="0"/>
          </a:xfrm>
        </p:grpSpPr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0E55DD7C-D0B8-0808-5D99-89193C3E1CF6}"/>
                </a:ext>
              </a:extLst>
            </p:cNvPr>
            <p:cNvCxnSpPr>
              <a:cxnSpLocks/>
            </p:cNvCxnSpPr>
            <p:nvPr/>
          </p:nvCxnSpPr>
          <p:spPr bwMode="gray">
            <a:xfrm rot="10800000">
              <a:off x="675413" y="534501"/>
              <a:ext cx="848587" cy="0"/>
            </a:xfrm>
            <a:prstGeom prst="line">
              <a:avLst/>
            </a:prstGeom>
            <a:ln w="95250" cap="rnd">
              <a:solidFill>
                <a:schemeClr val="accent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5F7C5E6E-1091-914B-DF5F-61D969315B4B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931862" y="534501"/>
              <a:ext cx="277915" cy="0"/>
            </a:xfrm>
            <a:prstGeom prst="line">
              <a:avLst/>
            </a:prstGeom>
            <a:ln w="95250" cap="rnd">
              <a:solidFill>
                <a:schemeClr val="accent3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28E0A97E-BB00-E85D-A168-4F8FD0408546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1206500" y="534501"/>
              <a:ext cx="17463" cy="0"/>
            </a:xfrm>
            <a:prstGeom prst="line">
              <a:avLst/>
            </a:prstGeom>
            <a:ln w="95250" cap="rnd">
              <a:solidFill>
                <a:schemeClr val="accent4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CAF119C2-9ADB-6BFC-EC45-742FC6843FD4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674688" y="534501"/>
              <a:ext cx="307974" cy="0"/>
            </a:xfrm>
            <a:prstGeom prst="line">
              <a:avLst/>
            </a:prstGeom>
            <a:ln w="95250" cap="rnd">
              <a:solidFill>
                <a:schemeClr val="accent5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ZoneTexte 7">
            <a:extLst>
              <a:ext uri="{FF2B5EF4-FFF2-40B4-BE49-F238E27FC236}">
                <a16:creationId xmlns:a16="http://schemas.microsoft.com/office/drawing/2014/main" id="{DD4CEA2D-26DC-23DF-F491-5908E863D7D0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0963275" y="6642100"/>
            <a:ext cx="11938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0078D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Classification : Internal</a:t>
            </a:r>
          </a:p>
        </p:txBody>
      </p:sp>
    </p:spTree>
    <p:extLst>
      <p:ext uri="{BB962C8B-B14F-4D97-AF65-F5344CB8AC3E}">
        <p14:creationId xmlns:p14="http://schemas.microsoft.com/office/powerpoint/2010/main" val="2769857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89" r:id="rId5"/>
    <p:sldLayoutId id="2147483690" r:id="rId6"/>
    <p:sldLayoutId id="2147483680" r:id="rId7"/>
    <p:sldLayoutId id="2147483664" r:id="rId8"/>
    <p:sldLayoutId id="2147483665" r:id="rId9"/>
    <p:sldLayoutId id="2147483683" r:id="rId10"/>
    <p:sldLayoutId id="2147483684" r:id="rId11"/>
    <p:sldLayoutId id="2147483691" r:id="rId12"/>
    <p:sldLayoutId id="2147483692" r:id="rId13"/>
    <p:sldLayoutId id="2147483681" r:id="rId14"/>
    <p:sldLayoutId id="2147483682" r:id="rId15"/>
    <p:sldLayoutId id="2147483687" r:id="rId16"/>
    <p:sldLayoutId id="2147483657" r:id="rId17"/>
    <p:sldLayoutId id="2147483650" r:id="rId18"/>
    <p:sldLayoutId id="2147483686" r:id="rId19"/>
    <p:sldLayoutId id="2147483688" r:id="rId20"/>
    <p:sldLayoutId id="2147483685" r:id="rId21"/>
    <p:sldLayoutId id="2147483655" r:id="rId22"/>
    <p:sldLayoutId id="2147483656" r:id="rId23"/>
    <p:sldLayoutId id="2147483678" r:id="rId24"/>
    <p:sldLayoutId id="2147483677" r:id="rId2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accent1"/>
          </a:solidFill>
          <a:latin typeface="BNPPSans" panose="02000000000000000000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 "/>
        <a:defRPr sz="1800" b="1" kern="1200">
          <a:solidFill>
            <a:schemeClr val="accent1"/>
          </a:solidFill>
          <a:latin typeface="BNPPSans" panose="02000000000000000000" pitchFamily="2" charset="0"/>
          <a:ea typeface="+mn-ea"/>
          <a:cs typeface="+mn-cs"/>
        </a:defRPr>
      </a:lvl1pPr>
      <a:lvl2pPr marL="268288" indent="-18097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BNPPSans" panose="02000000000000000000" pitchFamily="2" charset="0"/>
          <a:ea typeface="+mn-ea"/>
          <a:cs typeface="+mn-cs"/>
        </a:defRPr>
      </a:lvl2pPr>
      <a:lvl3pPr marL="446088" indent="-1778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Maven Pro" pitchFamily="2" charset="0"/>
        <a:buChar char="–"/>
        <a:tabLst>
          <a:tab pos="446088" algn="l"/>
        </a:tabLst>
        <a:defRPr sz="1400" kern="1200">
          <a:solidFill>
            <a:schemeClr val="accent6"/>
          </a:solidFill>
          <a:latin typeface="BNPPSans" panose="02000000000000000000" pitchFamily="2" charset="0"/>
          <a:ea typeface="+mn-ea"/>
          <a:cs typeface="+mn-cs"/>
        </a:defRPr>
      </a:lvl3pPr>
      <a:lvl4pPr marL="628650" indent="-182563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Maven Pro" pitchFamily="2" charset="0"/>
        <a:buChar char="–"/>
        <a:defRPr sz="1200" kern="1200">
          <a:solidFill>
            <a:schemeClr val="accent6"/>
          </a:solidFill>
          <a:latin typeface="BNPPSans" panose="02000000000000000000" pitchFamily="2" charset="0"/>
          <a:ea typeface="+mn-ea"/>
          <a:cs typeface="+mn-cs"/>
        </a:defRPr>
      </a:lvl4pPr>
      <a:lvl5pPr marL="806450" indent="-1778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Maven Pro" pitchFamily="2" charset="0"/>
        <a:buChar char="–"/>
        <a:defRPr sz="1200" kern="1200">
          <a:solidFill>
            <a:schemeClr val="accent6"/>
          </a:solidFill>
          <a:latin typeface="BNPPSans" panose="020000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E6411B7-2796-6EC1-9599-AA3DB2F51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365125"/>
            <a:ext cx="10850561" cy="51244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29F8DA9-1678-81CD-4FBC-98F0C8F9BE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62100" y="1434367"/>
            <a:ext cx="906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22AEA50-90B7-62C4-CE37-CF9BDE340E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513" y="6356350"/>
            <a:ext cx="382327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700" cap="all"/>
            </a:lvl1pPr>
          </a:lstStyle>
          <a:p>
            <a:r>
              <a:rPr lang="fr-FR"/>
              <a:t>TITRE DE LA PRESENTATION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64E5760-9D88-BE16-223B-04137A50F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91200" y="6356350"/>
            <a:ext cx="6096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700" cap="all" smtClean="0"/>
            </a:lvl1pPr>
          </a:lstStyle>
          <a:p>
            <a:fld id="{C2C60FDE-1165-44E8-A8DD-A2C7EC5E5E50}" type="slidenum">
              <a:rPr lang="fr-FR" smtClean="0"/>
              <a:pPr/>
              <a:t>‹#›</a:t>
            </a:fld>
            <a:endParaRPr lang="fr-FR"/>
          </a:p>
        </p:txBody>
      </p:sp>
      <p:pic>
        <p:nvPicPr>
          <p:cNvPr id="11" name="Image 10" descr="Une image contenant graphisme, Graphique, drapeau&#10;&#10;Description générée automatiquement">
            <a:extLst>
              <a:ext uri="{FF2B5EF4-FFF2-40B4-BE49-F238E27FC236}">
                <a16:creationId xmlns:a16="http://schemas.microsoft.com/office/drawing/2014/main" id="{6EA51836-53F6-5628-39A3-87FC027F7A72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505617" y="6312435"/>
            <a:ext cx="1416937" cy="293564"/>
          </a:xfrm>
          <a:prstGeom prst="rect">
            <a:avLst/>
          </a:prstGeom>
        </p:spPr>
      </p:pic>
      <p:pic>
        <p:nvPicPr>
          <p:cNvPr id="10" name="Image 9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A64CB946-CC13-0A6E-D2A2-9905404C7400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1426249" y="6271051"/>
            <a:ext cx="305375" cy="305375"/>
          </a:xfrm>
          <a:prstGeom prst="rect">
            <a:avLst/>
          </a:prstGeom>
        </p:spPr>
      </p:pic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52730E2-5FA7-DAD0-2896-1082354AEF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63235" y="6356350"/>
            <a:ext cx="69056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700" cap="all" smtClean="0"/>
            </a:lvl1pPr>
          </a:lstStyle>
          <a:p>
            <a:pPr algn="r"/>
            <a:r>
              <a:rPr lang="fr-FR"/>
              <a:t>13/02/2024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8CD12F34-0AE7-57D2-A8C6-E9AFE1FC892A}"/>
              </a:ext>
            </a:extLst>
          </p:cNvPr>
          <p:cNvGrpSpPr/>
          <p:nvPr userDrawn="1"/>
        </p:nvGrpSpPr>
        <p:grpSpPr>
          <a:xfrm>
            <a:off x="-2" y="863723"/>
            <a:ext cx="1639886" cy="108001"/>
            <a:chOff x="-2" y="863723"/>
            <a:chExt cx="1639886" cy="108001"/>
          </a:xfrm>
        </p:grpSpPr>
        <p:sp>
          <p:nvSpPr>
            <p:cNvPr id="8" name="Rectangle : avec coins arrondis en haut 7">
              <a:extLst>
                <a:ext uri="{FF2B5EF4-FFF2-40B4-BE49-F238E27FC236}">
                  <a16:creationId xmlns:a16="http://schemas.microsoft.com/office/drawing/2014/main" id="{C1F3FA95-9BB8-9CE8-E795-2CF5E2A8140A}"/>
                </a:ext>
              </a:extLst>
            </p:cNvPr>
            <p:cNvSpPr>
              <a:spLocks/>
            </p:cNvSpPr>
            <p:nvPr userDrawn="1"/>
          </p:nvSpPr>
          <p:spPr>
            <a:xfrm rot="5400000">
              <a:off x="252387" y="611335"/>
              <a:ext cx="108000" cy="61277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A38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FD1C75AB-CB8C-B6A7-90B5-A73C311175FD}"/>
                </a:ext>
              </a:extLst>
            </p:cNvPr>
            <p:cNvSpPr/>
            <p:nvPr userDrawn="1"/>
          </p:nvSpPr>
          <p:spPr>
            <a:xfrm>
              <a:off x="498475" y="863723"/>
              <a:ext cx="628650" cy="108000"/>
            </a:xfrm>
            <a:prstGeom prst="roundRect">
              <a:avLst>
                <a:gd name="adj" fmla="val 50000"/>
              </a:avLst>
            </a:prstGeom>
            <a:solidFill>
              <a:srgbClr val="77C1AB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 : coins arrondis 11">
              <a:extLst>
                <a:ext uri="{FF2B5EF4-FFF2-40B4-BE49-F238E27FC236}">
                  <a16:creationId xmlns:a16="http://schemas.microsoft.com/office/drawing/2014/main" id="{B0515B88-1549-FF7A-F111-9F141988DB63}"/>
                </a:ext>
              </a:extLst>
            </p:cNvPr>
            <p:cNvSpPr>
              <a:spLocks/>
            </p:cNvSpPr>
            <p:nvPr userDrawn="1"/>
          </p:nvSpPr>
          <p:spPr>
            <a:xfrm>
              <a:off x="1011234" y="863723"/>
              <a:ext cx="628650" cy="108000"/>
            </a:xfrm>
            <a:prstGeom prst="roundRect">
              <a:avLst>
                <a:gd name="adj" fmla="val 50000"/>
              </a:avLst>
            </a:prstGeom>
            <a:solidFill>
              <a:srgbClr val="A1C438">
                <a:alpha val="3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MSIPCMContentMarking" descr="{&quot;HashCode&quot;:1319653229,&quot;Placement&quot;:&quot;Footer&quot;,&quot;Top&quot;:519.343,&quot;Left&quot;:844.5204,&quot;SlideWidth&quot;:960,&quot;SlideHeight&quot;:540}">
            <a:extLst>
              <a:ext uri="{FF2B5EF4-FFF2-40B4-BE49-F238E27FC236}">
                <a16:creationId xmlns:a16="http://schemas.microsoft.com/office/drawing/2014/main" id="{DD5AA66F-249E-2EF4-C4B1-859CF279664B}"/>
              </a:ext>
            </a:extLst>
          </p:cNvPr>
          <p:cNvSpPr txBox="1"/>
          <p:nvPr userDrawn="1"/>
        </p:nvSpPr>
        <p:spPr>
          <a:xfrm>
            <a:off x="10725409" y="6595656"/>
            <a:ext cx="1466591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fr-FR" sz="1000">
                <a:solidFill>
                  <a:srgbClr val="0078D7"/>
                </a:solidFill>
                <a:latin typeface="Calibri" panose="020F0502020204030204" pitchFamily="34" charset="0"/>
              </a:rPr>
              <a:t>Classification : Internal</a:t>
            </a:r>
          </a:p>
        </p:txBody>
      </p:sp>
    </p:spTree>
    <p:extLst>
      <p:ext uri="{BB962C8B-B14F-4D97-AF65-F5344CB8AC3E}">
        <p14:creationId xmlns:p14="http://schemas.microsoft.com/office/powerpoint/2010/main" val="118289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71" r:id="rId2"/>
    <p:sldLayoutId id="2147483672" r:id="rId3"/>
    <p:sldLayoutId id="2147483667" r:id="rId4"/>
    <p:sldLayoutId id="2147483668" r:id="rId5"/>
    <p:sldLayoutId id="2147483654" r:id="rId6"/>
    <p:sldLayoutId id="2147483673" r:id="rId7"/>
    <p:sldLayoutId id="2147483676" r:id="rId8"/>
    <p:sldLayoutId id="2147483675" r:id="rId9"/>
    <p:sldLayoutId id="2147483662" r:id="rId10"/>
    <p:sldLayoutId id="2147483663" r:id="rId11"/>
    <p:sldLayoutId id="2147483669" r:id="rId12"/>
    <p:sldLayoutId id="2147483670" r:id="rId13"/>
    <p:sldLayoutId id="2147483694" r:id="rId1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BNPPSans" panose="02000000000000000000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Tx/>
        <a:buNone/>
        <a:defRPr sz="1800" b="1" kern="1200">
          <a:solidFill>
            <a:schemeClr val="tx2"/>
          </a:solidFill>
          <a:latin typeface="BNPPSans" panose="02000000000000000000" pitchFamily="2" charset="0"/>
          <a:ea typeface="+mn-ea"/>
          <a:cs typeface="+mn-cs"/>
        </a:defRPr>
      </a:lvl1pPr>
      <a:lvl2pPr marL="541338" indent="-187325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Clr>
          <a:schemeClr val="tx2"/>
        </a:buClr>
        <a:buFont typeface="Wingdings" panose="05000000000000000000" pitchFamily="2" charset="2"/>
        <a:buChar char="l"/>
        <a:defRPr sz="1600" kern="1200">
          <a:solidFill>
            <a:schemeClr val="tx1"/>
          </a:solidFill>
          <a:latin typeface="BNPPSans" panose="02000000000000000000" pitchFamily="2" charset="0"/>
          <a:ea typeface="+mn-ea"/>
          <a:cs typeface="+mn-cs"/>
        </a:defRPr>
      </a:lvl2pPr>
      <a:lvl3pPr marL="895350" indent="-176213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BNPPSans" panose="020000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317" userDrawn="1">
          <p15:clr>
            <a:srgbClr val="F26B43"/>
          </p15:clr>
        </p15:guide>
        <p15:guide id="4" pos="3727" userDrawn="1">
          <p15:clr>
            <a:srgbClr val="F26B43"/>
          </p15:clr>
        </p15:guide>
        <p15:guide id="5" pos="3953" userDrawn="1">
          <p15:clr>
            <a:srgbClr val="F26B43"/>
          </p15:clr>
        </p15:guide>
        <p15:guide id="6" pos="7362" userDrawn="1">
          <p15:clr>
            <a:srgbClr val="F26B43"/>
          </p15:clr>
        </p15:guide>
        <p15:guide id="7" orient="horz" userDrawn="1">
          <p15:clr>
            <a:srgbClr val="F26B43"/>
          </p15:clr>
        </p15:guide>
        <p15:guide id="8" orient="horz" pos="4320" userDrawn="1">
          <p15:clr>
            <a:srgbClr val="F26B43"/>
          </p15:clr>
        </p15:guide>
        <p15:guide id="9" orient="horz" pos="453" userDrawn="1">
          <p15:clr>
            <a:srgbClr val="F26B43"/>
          </p15:clr>
        </p15:guide>
        <p15:guide id="10" orient="horz" pos="3816" userDrawn="1">
          <p15:clr>
            <a:srgbClr val="F26B43"/>
          </p15:clr>
        </p15:guide>
      </p15:sldGuideLst>
    </p:ext>
  </p:extLst>
</p:sldMaster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7.xml.rels><?xml version="1.0" encoding="UTF-8" standalone="yes"?>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4CE8AD6-70EC-2176-3266-927DAEFB3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6E333-BA35-4AFC-BEBF-F21DF244C866}" type="datetime1">
              <a:rPr lang="fr-FR" smtClean="0"/>
              <a:t>21/08/2026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E5BF297-3DF8-2CCB-AEE0-329CC93E0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Domino launcher user guide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E9DB5D5-2553-C579-1837-7441961DF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5F4A-9FB0-4812-AB35-92F9E0180226}" type="slidenum">
              <a:rPr lang="fr-FR" smtClean="0"/>
              <a:t>3</a:t>
            </a:fld>
            <a:endParaRPr lang="fr-FR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EB684C00-D4FA-3150-E899-44FC736C5B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41670" y="2700000"/>
            <a:ext cx="5753100" cy="1846659"/>
          </a:xfrm>
        </p:spPr>
        <p:txBody>
          <a:bodyPr/>
          <a:lstStyle/>
          <a:p>
            <a:r>
              <a:rPr lang="en-US" sz="2800"/>
              <a:t>Domino launcher</a:t>
            </a:r>
            <a:br>
              <a:rPr lang="en-US" sz="2800"/>
            </a:br>
            <a:r>
              <a:rPr lang="en-US" sz="2800"/>
              <a:t>user guide</a:t>
            </a:r>
            <a:br>
              <a:rPr lang="en-US" sz="2800"/>
            </a:br>
            <a:r>
              <a:rPr lang="en-US" sz="2800"/>
              <a:t>School classification</a:t>
            </a:r>
          </a:p>
        </p:txBody>
      </p:sp>
      <p:pic>
        <p:nvPicPr>
          <p:cNvPr id="2" name="Image 6" descr="Une image contenant clipart, Animation, dessin humoristique, art&#10;&#10;Description générée automatiquement">
            <a:extLst>
              <a:ext uri="{FF2B5EF4-FFF2-40B4-BE49-F238E27FC236}">
                <a16:creationId xmlns:a16="http://schemas.microsoft.com/office/drawing/2014/main" id="{066FE2A2-5F11-6777-7B96-C9116A5D5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4801" y="215724"/>
            <a:ext cx="3059437" cy="2309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612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1DCF140-02F4-6BE9-1F39-36FB63E9E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9B93F-5A2C-4BE4-8E2B-05CA4746F95D}" type="datetime1">
              <a:rPr lang="fr-FR" smtClean="0"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304D1E1-0712-0628-3100-039FDEBDF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Domino launcher user guide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15F6EA7-0377-B020-3285-00F8807DE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5F4A-9FB0-4812-AB35-92F9E0180226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6E4BC03F-6B1D-3011-1B4D-032C206DD7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1</a:t>
            </a:r>
          </a:p>
        </p:txBody>
      </p:sp>
      <p:sp>
        <p:nvSpPr>
          <p:cNvPr id="22" name="Espace réservé du texte 21">
            <a:extLst>
              <a:ext uri="{FF2B5EF4-FFF2-40B4-BE49-F238E27FC236}">
                <a16:creationId xmlns:a16="http://schemas.microsoft.com/office/drawing/2014/main" id="{9DD97A6B-3F79-508B-C740-011DDF64342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b="1"/>
              <a:t>Purpose</a:t>
            </a:r>
            <a:r>
              <a:rPr lang="en-US"/>
              <a:t> and scope of this guide</a:t>
            </a:r>
          </a:p>
        </p:txBody>
      </p:sp>
      <p:sp>
        <p:nvSpPr>
          <p:cNvPr id="24" name="Espace réservé du texte 23">
            <a:extLst>
              <a:ext uri="{FF2B5EF4-FFF2-40B4-BE49-F238E27FC236}">
                <a16:creationId xmlns:a16="http://schemas.microsoft.com/office/drawing/2014/main" id="{D12F50BE-CCCF-6148-30A5-AE7BEC81D2B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b="1"/>
              <a:t>Log in</a:t>
            </a:r>
            <a:r>
              <a:rPr lang="en-US"/>
              <a:t> to Domino with your SSO</a:t>
            </a:r>
          </a:p>
        </p:txBody>
      </p:sp>
      <p:sp>
        <p:nvSpPr>
          <p:cNvPr id="26" name="Espace réservé du texte 25">
            <a:extLst>
              <a:ext uri="{FF2B5EF4-FFF2-40B4-BE49-F238E27FC236}">
                <a16:creationId xmlns:a16="http://schemas.microsoft.com/office/drawing/2014/main" id="{E967D183-1914-6DC3-D760-B594064B92A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b="1"/>
              <a:t>Open</a:t>
            </a:r>
            <a:r>
              <a:rPr lang="en-US"/>
              <a:t> the Launchers section</a:t>
            </a:r>
          </a:p>
        </p:txBody>
      </p:sp>
      <p:sp>
        <p:nvSpPr>
          <p:cNvPr id="28" name="Espace réservé du texte 27">
            <a:extLst>
              <a:ext uri="{FF2B5EF4-FFF2-40B4-BE49-F238E27FC236}">
                <a16:creationId xmlns:a16="http://schemas.microsoft.com/office/drawing/2014/main" id="{354FA124-A4A9-E48D-D9E1-FBA3283DB91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b="1"/>
              <a:t>Select</a:t>
            </a:r>
            <a:r>
              <a:rPr lang="en-US"/>
              <a:t> the right launcher</a:t>
            </a:r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D04482A0-4A49-441F-4ADD-B76B902B4EB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FR"/>
              <a:t>2</a:t>
            </a:r>
          </a:p>
        </p:txBody>
      </p:sp>
      <p:sp>
        <p:nvSpPr>
          <p:cNvPr id="25" name="Espace réservé du texte 24">
            <a:extLst>
              <a:ext uri="{FF2B5EF4-FFF2-40B4-BE49-F238E27FC236}">
                <a16:creationId xmlns:a16="http://schemas.microsoft.com/office/drawing/2014/main" id="{F85CDC00-2E73-7806-02A4-CBB0E74832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fr-FR"/>
              <a:t>3</a:t>
            </a:r>
          </a:p>
        </p:txBody>
      </p:sp>
      <p:sp>
        <p:nvSpPr>
          <p:cNvPr id="27" name="Espace réservé du texte 26">
            <a:extLst>
              <a:ext uri="{FF2B5EF4-FFF2-40B4-BE49-F238E27FC236}">
                <a16:creationId xmlns:a16="http://schemas.microsoft.com/office/drawing/2014/main" id="{EEF530A9-A703-9A05-A4C7-E9D7D6C2636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fr-FR"/>
              <a:t>4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AD9FD11-15FB-FD18-04B2-40238A06AD9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fr-FR"/>
              <a:t>5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6A34E4D5-BE6B-22D5-968D-F53C4A9B616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09574" y="3219533"/>
            <a:ext cx="4971554" cy="276999"/>
          </a:xfrm>
        </p:spPr>
        <p:txBody>
          <a:bodyPr/>
          <a:lstStyle/>
          <a:p>
            <a:r>
              <a:rPr lang="en-US" b="1"/>
              <a:t>Fill in</a:t>
            </a:r>
            <a:r>
              <a:rPr lang="en-US"/>
              <a:t> the launcher fields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B806E8F5-2DF1-4045-A0D6-E3768A36B7B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409574" y="3894118"/>
            <a:ext cx="4971554" cy="276999"/>
          </a:xfrm>
        </p:spPr>
        <p:txBody>
          <a:bodyPr/>
          <a:lstStyle/>
          <a:p>
            <a:r>
              <a:rPr lang="en-US" b="1"/>
              <a:t>Choose</a:t>
            </a:r>
            <a:r>
              <a:rPr lang="en-US"/>
              <a:t> the run mode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C5529D75-A22E-0EF8-3D2C-D9D1598712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409574" y="4568703"/>
            <a:ext cx="4971554" cy="276999"/>
          </a:xfrm>
        </p:spPr>
        <p:txBody>
          <a:bodyPr/>
          <a:lstStyle/>
          <a:p>
            <a:r>
              <a:rPr lang="en-US" b="1"/>
              <a:t>Follow</a:t>
            </a:r>
            <a:r>
              <a:rPr lang="en-US"/>
              <a:t> your job and read the logs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D73DD48-EEEB-D3EE-4C36-5EC707D34FD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409574" y="5243288"/>
            <a:ext cx="4971554" cy="276999"/>
          </a:xfrm>
        </p:spPr>
        <p:txBody>
          <a:bodyPr/>
          <a:lstStyle/>
          <a:p>
            <a:r>
              <a:rPr lang="en-US" b="1"/>
              <a:t>Retrieve</a:t>
            </a:r>
            <a:r>
              <a:rPr lang="en-US"/>
              <a:t> the output files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E1208D60-C3BD-7287-F3D4-717800D10A0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fr-FR"/>
              <a:t>6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47489C84-7064-EA04-3113-55638359D81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fr-FR"/>
              <a:t>7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70A36AF4-EA71-BF36-623B-2511F7F89EF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fr-FR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006289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4E68BC89-7D5A-D7E8-3B2F-403F5B031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chemeClr val="accent1"/>
                </a:solidFill>
              </a:rPr>
              <a:t>Checklist</a:t>
            </a:r>
            <a:r>
              <a:rPr lang="en-US" sz="3200">
                <a:solidFill>
                  <a:schemeClr val="accent1"/>
                </a:solidFill>
              </a:rPr>
              <a:t> and common issues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99D09E5-F658-F619-B4B4-8208C0E2A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B2C6-440A-4D59-9973-7012CA353515}" type="datetime1">
              <a:rPr lang="fr-FR" smtClean="0"/>
              <a:pPr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E974364-7AFB-1F24-858A-3369AA0A6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Domino launcher user guide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B9C685-D775-CEE5-A744-874DFE614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5F4A-9FB0-4812-AB35-92F9E0180226}" type="slidenum">
              <a:rPr lang="fr-FR" smtClean="0"/>
              <a:pPr/>
              <a:t>19</a:t>
            </a:fld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84396DEC-FBD2-92C4-B073-D9FB60A8B7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600"/>
              <a:t>Most failed runs come from </a:t>
            </a:r>
            <a:r>
              <a:rPr lang="en-US" sz="1600" b="1"/>
              <a:t>a column or a sheet name that does not match the file.</a:t>
            </a: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66CF0E6C-CFBA-F276-AC1B-7839DE2D7474}"/>
              </a:ext>
            </a:extLst>
          </p:cNvPr>
          <p:cNvSpPr txBox="1">
            <a:spLocks/>
          </p:cNvSpPr>
          <p:nvPr/>
        </p:nvSpPr>
        <p:spPr>
          <a:xfrm>
            <a:off x="634998" y="2038962"/>
            <a:ext cx="4632962" cy="3703002"/>
          </a:xfrm>
          <a:prstGeom prst="rect">
            <a:avLst/>
          </a:prstGeom>
        </p:spPr>
        <p:txBody>
          <a:bodyPr lIns="0"/>
          <a:lstStyle/>
          <a:p>
            <a:pPr marL="0" indent="0">
              <a:buNone/>
            </a:pPr>
            <a:r>
              <a:rPr lang="en-US" sz="1600" b="1">
                <a:solidFill>
                  <a:schemeClr val="accent1"/>
                </a:solidFill>
                <a:latin typeface="BNPPSans" panose="02000000000000000000" pitchFamily="2" charset="0"/>
              </a:rPr>
              <a:t>Before you click Run</a:t>
            </a:r>
          </a:p>
          <a:p>
            <a:pPr marL="228600" indent="-2286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BNPPSans" panose="02000000000000000000" pitchFamily="2" charset="0"/>
              </a:rPr>
              <a:t>Your input file is available in the project</a:t>
            </a:r>
          </a:p>
          <a:p>
            <a:pPr marL="228600" indent="-2286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BNPPSans" panose="02000000000000000000" pitchFamily="2" charset="0"/>
              </a:rPr>
              <a:t>The column name matches the file header exactly</a:t>
            </a:r>
          </a:p>
          <a:p>
            <a:pPr marL="228600" indent="-2286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BNPPSans" panose="02000000000000000000" pitchFamily="2" charset="0"/>
              </a:rPr>
              <a:t>The sheet name matches the Excel tab exactly</a:t>
            </a:r>
          </a:p>
          <a:p>
            <a:pPr marL="228600" indent="-2286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BNPPSans" panose="02000000000000000000" pitchFamily="2" charset="0"/>
              </a:rPr>
              <a:t>The run mode matches what you actually need</a:t>
            </a:r>
          </a:p>
          <a:p>
            <a:pPr marL="228600" indent="-2286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BNPPSans" panose="02000000000000000000" pitchFamily="2" charset="0"/>
              </a:rPr>
              <a:t>You know where the output will be written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0D52BA68-54B2-B171-E3A6-027D8B243FD6}"/>
              </a:ext>
            </a:extLst>
          </p:cNvPr>
          <p:cNvSpPr txBox="1">
            <a:spLocks/>
          </p:cNvSpPr>
          <p:nvPr/>
        </p:nvSpPr>
        <p:spPr>
          <a:xfrm>
            <a:off x="6404461" y="2038962"/>
            <a:ext cx="4632962" cy="3703002"/>
          </a:xfrm>
          <a:prstGeom prst="rect">
            <a:avLst/>
          </a:prstGeom>
        </p:spPr>
        <p:txBody>
          <a:bodyPr lIns="0"/>
          <a:lstStyle/>
          <a:p>
            <a:pPr marL="0" indent="0">
              <a:buNone/>
            </a:pPr>
            <a:r>
              <a:rPr lang="en-US" sz="1600" b="1">
                <a:solidFill>
                  <a:schemeClr val="accent5"/>
                </a:solidFill>
                <a:latin typeface="BNPPSans" panose="02000000000000000000" pitchFamily="2" charset="0"/>
              </a:rPr>
              <a:t>If something goes wrong</a:t>
            </a:r>
          </a:p>
          <a:p>
            <a:pPr marL="228600" indent="-2286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BNPPSans" panose="02000000000000000000" pitchFamily="2" charset="0"/>
              </a:rPr>
              <a:t>Job fails immediately: check the column and sheet names</a:t>
            </a:r>
          </a:p>
          <a:p>
            <a:pPr marL="228600" indent="-2286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BNPPSans" panose="02000000000000000000" pitchFamily="2" charset="0"/>
              </a:rPr>
              <a:t>Empty output: the selected column holds no school names</a:t>
            </a:r>
          </a:p>
          <a:p>
            <a:pPr marL="228600" indent="-2286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BNPPSans" panose="02000000000000000000" pitchFamily="2" charset="0"/>
              </a:rPr>
              <a:t>Nothing in the output folder: the job is not finished yet</a:t>
            </a:r>
          </a:p>
          <a:p>
            <a:pPr marL="228600" indent="-2286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BNPPSans" panose="02000000000000000000" pitchFamily="2" charset="0"/>
              </a:rPr>
              <a:t>Typology looks off: re-run in FULL so names are normalised first</a:t>
            </a:r>
          </a:p>
          <a:p>
            <a:pPr marL="228600" indent="-2286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BNPPSans" panose="02000000000000000000" pitchFamily="2" charset="0"/>
              </a:rPr>
              <a:t>Still stuck: open the logs and share them with the team</a:t>
            </a:r>
          </a:p>
        </p:txBody>
      </p:sp>
    </p:spTree>
    <p:extLst>
      <p:ext uri="{BB962C8B-B14F-4D97-AF65-F5344CB8AC3E}">
        <p14:creationId xmlns:p14="http://schemas.microsoft.com/office/powerpoint/2010/main" val="1176496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4E68BC89-7D5A-D7E8-3B2F-403F5B031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chemeClr val="accent1"/>
                </a:solidFill>
              </a:rPr>
              <a:t>Purpose</a:t>
            </a:r>
            <a:r>
              <a:rPr lang="en-US" sz="3200">
                <a:solidFill>
                  <a:schemeClr val="accent1"/>
                </a:solidFill>
              </a:rPr>
              <a:t> of this guide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99D09E5-F658-F619-B4B4-8208C0E2A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B2C6-440A-4D59-9973-7012CA353515}" type="datetime1">
              <a:rPr lang="fr-FR" smtClean="0"/>
              <a:pPr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E974364-7AFB-1F24-858A-3369AA0A6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Domino launcher user guide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B9C685-D775-CEE5-A744-874DFE614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5F4A-9FB0-4812-AB35-92F9E0180226}" type="slidenum">
              <a:rPr lang="fr-FR" smtClean="0"/>
              <a:pPr/>
              <a:t>20</a:t>
            </a:fld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84396DEC-FBD2-92C4-B073-D9FB60A8B7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600"/>
              <a:t>Everything you need to run the school classification model </a:t>
            </a:r>
            <a:r>
              <a:rPr lang="en-US" sz="1600" b="1"/>
              <a:t>without writing a single line of code.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AE75B914-AFB7-B896-6595-A5965EC6E893}"/>
              </a:ext>
            </a:extLst>
          </p:cNvPr>
          <p:cNvGrpSpPr/>
          <p:nvPr/>
        </p:nvGrpSpPr>
        <p:grpSpPr bwMode="gray">
          <a:xfrm>
            <a:off x="743884" y="2324945"/>
            <a:ext cx="184151" cy="0"/>
            <a:chOff x="2965449" y="3181138"/>
            <a:chExt cx="184151" cy="0"/>
          </a:xfrm>
        </p:grpSpPr>
        <p:cxnSp>
          <p:nvCxnSpPr>
            <p:cNvPr id="7" name="Connecteur droit 6">
              <a:extLst>
                <a:ext uri="{FF2B5EF4-FFF2-40B4-BE49-F238E27FC236}">
                  <a16:creationId xmlns:a16="http://schemas.microsoft.com/office/drawing/2014/main" id="{7B40B089-99B2-0905-C002-48ECA4F9D172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965449" y="3181138"/>
              <a:ext cx="111338" cy="0"/>
            </a:xfrm>
            <a:prstGeom prst="line">
              <a:avLst/>
            </a:prstGeom>
            <a:ln w="219075" cap="rnd">
              <a:solidFill>
                <a:srgbClr val="BCE3E2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C65ACA0F-37F0-DC26-9D4A-B0B26ED4FB3D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038262" y="3181138"/>
              <a:ext cx="111338" cy="0"/>
            </a:xfrm>
            <a:prstGeom prst="line">
              <a:avLst/>
            </a:prstGeom>
            <a:ln w="219075" cap="rnd">
              <a:solidFill>
                <a:srgbClr val="66C0BD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7A03D15E-E7A2-D2D6-7A67-7E22F8A56A1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114208" y="3181138"/>
              <a:ext cx="35392" cy="0"/>
            </a:xfrm>
            <a:prstGeom prst="line">
              <a:avLst/>
            </a:prstGeom>
            <a:ln w="219075" cap="rnd">
              <a:solidFill>
                <a:schemeClr val="accent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234C618E-55AD-87E2-8DE7-6999B413FC3A}"/>
              </a:ext>
            </a:extLst>
          </p:cNvPr>
          <p:cNvGrpSpPr/>
          <p:nvPr/>
        </p:nvGrpSpPr>
        <p:grpSpPr bwMode="gray">
          <a:xfrm>
            <a:off x="743884" y="3499243"/>
            <a:ext cx="184151" cy="0"/>
            <a:chOff x="2965449" y="2570480"/>
            <a:chExt cx="422911" cy="0"/>
          </a:xfrm>
        </p:grpSpPr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C26F54D7-D3D3-6B17-0D98-C4766983C7A7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965449" y="2570480"/>
              <a:ext cx="255693" cy="0"/>
            </a:xfrm>
            <a:prstGeom prst="line">
              <a:avLst/>
            </a:prstGeom>
            <a:ln w="219075" cap="rnd">
              <a:solidFill>
                <a:srgbClr val="D28FBB">
                  <a:alpha val="47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00E0CE34-0149-4E0A-759C-41499267B86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132667" y="2570480"/>
              <a:ext cx="255693" cy="0"/>
            </a:xfrm>
            <a:prstGeom prst="line">
              <a:avLst/>
            </a:prstGeom>
            <a:ln w="219075" cap="rnd">
              <a:solidFill>
                <a:srgbClr val="D28FB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id="{73D66BE5-02D5-9111-C6ED-0A9B91727302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307080" y="2570480"/>
              <a:ext cx="81280" cy="0"/>
            </a:xfrm>
            <a:prstGeom prst="line">
              <a:avLst/>
            </a:prstGeom>
            <a:ln w="219075" cap="rnd">
              <a:solidFill>
                <a:schemeClr val="accent3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59914F99-10B4-6DE8-8CE1-A5032C03F817}"/>
              </a:ext>
            </a:extLst>
          </p:cNvPr>
          <p:cNvGrpSpPr/>
          <p:nvPr/>
        </p:nvGrpSpPr>
        <p:grpSpPr bwMode="gray">
          <a:xfrm>
            <a:off x="743884" y="4678039"/>
            <a:ext cx="184151" cy="0"/>
            <a:chOff x="7212251" y="3422438"/>
            <a:chExt cx="184151" cy="0"/>
          </a:xfrm>
        </p:grpSpPr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7D561784-801F-646E-713B-867DF589ADF7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212251" y="3422438"/>
              <a:ext cx="111338" cy="0"/>
            </a:xfrm>
            <a:prstGeom prst="line">
              <a:avLst/>
            </a:prstGeom>
            <a:ln w="219075" cap="rnd">
              <a:solidFill>
                <a:srgbClr val="FFE3D2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1D3F64A8-B1AE-FEA0-8A9C-1A3149DBA66B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285064" y="3422438"/>
              <a:ext cx="111338" cy="0"/>
            </a:xfrm>
            <a:prstGeom prst="line">
              <a:avLst/>
            </a:prstGeom>
            <a:ln w="219075" cap="rnd">
              <a:solidFill>
                <a:srgbClr val="FEB98E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A0A894DD-F726-2B35-9459-48081FAF1FC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361010" y="3422438"/>
              <a:ext cx="35392" cy="0"/>
            </a:xfrm>
            <a:prstGeom prst="line">
              <a:avLst/>
            </a:prstGeom>
            <a:ln w="219075" cap="rnd">
              <a:solidFill>
                <a:srgbClr val="F96203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ZoneTexte 15">
            <a:extLst>
              <a:ext uri="{FF2B5EF4-FFF2-40B4-BE49-F238E27FC236}">
                <a16:creationId xmlns:a16="http://schemas.microsoft.com/office/drawing/2014/main" id="{3B4AD0AC-A354-DAD1-2695-DC8910848A01}"/>
              </a:ext>
            </a:extLst>
          </p:cNvPr>
          <p:cNvSpPr txBox="1"/>
          <p:nvPr/>
        </p:nvSpPr>
        <p:spPr>
          <a:xfrm>
            <a:off x="1220702" y="2123334"/>
            <a:ext cx="4614948" cy="797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>
                <a:solidFill>
                  <a:schemeClr val="accent1"/>
                </a:solidFill>
                <a:latin typeface="BNPPSans" panose="02000000000000000000" pitchFamily="2" charset="0"/>
              </a:rPr>
              <a:t>Why this guide exists</a:t>
            </a:r>
          </a:p>
          <a:p>
            <a:pPr>
              <a:spcBef>
                <a:spcPts val="700"/>
              </a:spcBef>
            </a:pPr>
            <a:r>
              <a:rPr lang="en-US" sz="1100">
                <a:latin typeface="BNPPSans" panose="02000000000000000000" pitchFamily="2" charset="0"/>
              </a:rPr>
              <a:t>It walks you step by step through Domino and the inference launcher, so that every team member produces results the same way, with the same settings.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FE70E145-6312-EE68-BB2F-34C7A35404AD}"/>
              </a:ext>
            </a:extLst>
          </p:cNvPr>
          <p:cNvSpPr txBox="1"/>
          <p:nvPr/>
        </p:nvSpPr>
        <p:spPr>
          <a:xfrm>
            <a:off x="1220702" y="3299129"/>
            <a:ext cx="4614948" cy="797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>
                <a:solidFill>
                  <a:schemeClr val="accent3"/>
                </a:solidFill>
                <a:latin typeface="BNPPSans" panose="02000000000000000000" pitchFamily="2" charset="0"/>
              </a:rPr>
              <a:t>What the model does</a:t>
            </a:r>
          </a:p>
          <a:p>
            <a:pPr>
              <a:spcBef>
                <a:spcPts val="700"/>
              </a:spcBef>
            </a:pPr>
            <a:r>
              <a:rPr lang="en-US" sz="1100">
                <a:latin typeface="BNPPSans" panose="02000000000000000000" pitchFamily="2" charset="0"/>
              </a:rPr>
              <a:t>Two tasks. Normalisation rewrites raw school names into a clean, standard form. Typology assigns each school a category: university, business school, engineering school, and so on.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D74AAFB1-1572-F8DD-DB3C-C3075528649B}"/>
              </a:ext>
            </a:extLst>
          </p:cNvPr>
          <p:cNvSpPr txBox="1"/>
          <p:nvPr/>
        </p:nvSpPr>
        <p:spPr>
          <a:xfrm>
            <a:off x="1220702" y="4474925"/>
            <a:ext cx="4614948" cy="797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>
                <a:solidFill>
                  <a:schemeClr val="accent5"/>
                </a:solidFill>
                <a:latin typeface="BNPPSans" panose="02000000000000000000" pitchFamily="2" charset="0"/>
              </a:rPr>
              <a:t>What you need before starting</a:t>
            </a:r>
          </a:p>
          <a:p>
            <a:pPr>
              <a:spcBef>
                <a:spcPts val="700"/>
              </a:spcBef>
            </a:pPr>
            <a:r>
              <a:rPr lang="en-US" sz="1100">
                <a:latin typeface="BNPPSans" panose="02000000000000000000" pitchFamily="2" charset="0"/>
              </a:rPr>
              <a:t>Access to the Domino project, your input file available in the project, and the exact name of the column and of the Excel sheet to process.</a:t>
            </a:r>
          </a:p>
        </p:txBody>
      </p:sp>
    </p:spTree>
    <p:extLst>
      <p:ext uri="{BB962C8B-B14F-4D97-AF65-F5344CB8AC3E}">
        <p14:creationId xmlns:p14="http://schemas.microsoft.com/office/powerpoint/2010/main" val="137155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4E68BC89-7D5A-D7E8-3B2F-403F5B031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chemeClr val="accent1"/>
                </a:solidFill>
              </a:rPr>
              <a:t>Step 5</a:t>
            </a:r>
            <a:r>
              <a:rPr lang="en-US" sz="3200">
                <a:solidFill>
                  <a:schemeClr val="accent1"/>
                </a:solidFill>
              </a:rPr>
              <a:t> – Choose the run mode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99D09E5-F658-F619-B4B4-8208C0E2A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B2C6-440A-4D59-9973-7012CA353515}" type="datetime1">
              <a:rPr lang="fr-FR" smtClean="0"/>
              <a:pPr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E974364-7AFB-1F24-858A-3369AA0A6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Domino launcher user guide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B9C685-D775-CEE5-A744-874DFE614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5F4A-9FB0-4812-AB35-92F9E0180226}" type="slidenum">
              <a:rPr lang="fr-FR" smtClean="0"/>
              <a:pPr/>
              <a:t>22</a:t>
            </a:fld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84396DEC-FBD2-92C4-B073-D9FB60A8B7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600"/>
              <a:t>The fourth field decides </a:t>
            </a:r>
            <a:r>
              <a:rPr lang="en-US" sz="1600" b="1"/>
              <a:t>which part of the pipeline is executed.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99CF5CAB-45AF-DDEC-BC9F-09D5A52C4A94}"/>
              </a:ext>
            </a:extLst>
          </p:cNvPr>
          <p:cNvGrpSpPr/>
          <p:nvPr/>
        </p:nvGrpSpPr>
        <p:grpSpPr bwMode="gray">
          <a:xfrm flipH="1">
            <a:off x="752187" y="3264745"/>
            <a:ext cx="2704071" cy="0"/>
            <a:chOff x="2965449" y="3181138"/>
            <a:chExt cx="184151" cy="0"/>
          </a:xfrm>
        </p:grpSpPr>
        <p:cxnSp>
          <p:nvCxnSpPr>
            <p:cNvPr id="7" name="Connecteur droit 6">
              <a:extLst>
                <a:ext uri="{FF2B5EF4-FFF2-40B4-BE49-F238E27FC236}">
                  <a16:creationId xmlns:a16="http://schemas.microsoft.com/office/drawing/2014/main" id="{1A0447FC-5681-E923-57E5-7CD91184BB3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965449" y="3181138"/>
              <a:ext cx="111338" cy="0"/>
            </a:xfrm>
            <a:prstGeom prst="line">
              <a:avLst/>
            </a:prstGeom>
            <a:ln w="146050" cap="rnd">
              <a:solidFill>
                <a:srgbClr val="BCE3E2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eur droit 7">
              <a:extLst>
                <a:ext uri="{FF2B5EF4-FFF2-40B4-BE49-F238E27FC236}">
                  <a16:creationId xmlns:a16="http://schemas.microsoft.com/office/drawing/2014/main" id="{4A766900-B092-D798-B4AC-EBA51702917E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038262" y="3181138"/>
              <a:ext cx="111338" cy="0"/>
            </a:xfrm>
            <a:prstGeom prst="line">
              <a:avLst/>
            </a:prstGeom>
            <a:ln w="146050" cap="rnd">
              <a:solidFill>
                <a:srgbClr val="66C0BD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8B938C8F-167C-232A-4701-A6A5E5968930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114208" y="3181138"/>
              <a:ext cx="35392" cy="0"/>
            </a:xfrm>
            <a:prstGeom prst="line">
              <a:avLst/>
            </a:prstGeom>
            <a:ln w="146050" cap="rnd">
              <a:solidFill>
                <a:schemeClr val="accent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D6F58466-82CC-723F-FFC3-B5454165CA8A}"/>
              </a:ext>
            </a:extLst>
          </p:cNvPr>
          <p:cNvGrpSpPr/>
          <p:nvPr/>
        </p:nvGrpSpPr>
        <p:grpSpPr bwMode="gray">
          <a:xfrm flipH="1">
            <a:off x="4719667" y="3264745"/>
            <a:ext cx="2704071" cy="0"/>
            <a:chOff x="2965449" y="2570480"/>
            <a:chExt cx="422911" cy="0"/>
          </a:xfrm>
        </p:grpSpPr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4CD66375-EA7A-6076-6297-D59FAE85693D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965449" y="2570480"/>
              <a:ext cx="255693" cy="0"/>
            </a:xfrm>
            <a:prstGeom prst="line">
              <a:avLst/>
            </a:prstGeom>
            <a:ln w="146050" cap="rnd">
              <a:solidFill>
                <a:srgbClr val="D28FBB">
                  <a:alpha val="47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96160C69-63EE-DBC8-E742-F828D37E4DB6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132667" y="2570480"/>
              <a:ext cx="255693" cy="0"/>
            </a:xfrm>
            <a:prstGeom prst="line">
              <a:avLst/>
            </a:prstGeom>
            <a:ln w="146050" cap="rnd">
              <a:solidFill>
                <a:srgbClr val="D28FB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439B0898-714F-A936-3EAF-90487C4FFA7B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307080" y="2570480"/>
              <a:ext cx="81280" cy="0"/>
            </a:xfrm>
            <a:prstGeom prst="line">
              <a:avLst/>
            </a:prstGeom>
            <a:ln w="146050" cap="rnd">
              <a:solidFill>
                <a:schemeClr val="accent3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23528916-EF32-173C-C531-2646C812F9C9}"/>
              </a:ext>
            </a:extLst>
          </p:cNvPr>
          <p:cNvGrpSpPr/>
          <p:nvPr/>
        </p:nvGrpSpPr>
        <p:grpSpPr bwMode="gray">
          <a:xfrm flipH="1">
            <a:off x="8688841" y="3264745"/>
            <a:ext cx="2704071" cy="0"/>
            <a:chOff x="7212251" y="3422438"/>
            <a:chExt cx="184151" cy="0"/>
          </a:xfrm>
        </p:grpSpPr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289AD5F8-87CB-56A2-0C2D-127039BDEAEF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212251" y="3422438"/>
              <a:ext cx="111338" cy="0"/>
            </a:xfrm>
            <a:prstGeom prst="line">
              <a:avLst/>
            </a:prstGeom>
            <a:ln w="146050" cap="rnd">
              <a:solidFill>
                <a:srgbClr val="FFE3D2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1F284308-5222-C6FE-A01B-6903CE693C3B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285064" y="3422438"/>
              <a:ext cx="111338" cy="0"/>
            </a:xfrm>
            <a:prstGeom prst="line">
              <a:avLst/>
            </a:prstGeom>
            <a:ln w="146050" cap="rnd">
              <a:solidFill>
                <a:srgbClr val="FEB98E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92B5E305-8F43-B65C-42D7-2F707A00096C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361010" y="3422438"/>
              <a:ext cx="35392" cy="0"/>
            </a:xfrm>
            <a:prstGeom prst="line">
              <a:avLst/>
            </a:prstGeom>
            <a:ln w="146050" cap="rnd">
              <a:solidFill>
                <a:srgbClr val="F96203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23A30D60-DB6C-557E-F4FC-4443DF79CF3A}"/>
              </a:ext>
            </a:extLst>
          </p:cNvPr>
          <p:cNvSpPr txBox="1">
            <a:spLocks/>
          </p:cNvSpPr>
          <p:nvPr/>
        </p:nvSpPr>
        <p:spPr>
          <a:xfrm>
            <a:off x="674688" y="3628867"/>
            <a:ext cx="3016842" cy="15081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400" b="1">
                <a:solidFill>
                  <a:schemeClr val="accent1"/>
                </a:solidFill>
                <a:latin typeface="BNPPSans" panose="02000000000000000000" pitchFamily="2" charset="0"/>
              </a:rPr>
              <a:t>Normalisation, then typology.</a:t>
            </a:r>
            <a:r>
              <a:rPr lang="en-US" sz="1400">
                <a:latin typeface="BNPPSans" panose="02000000000000000000" pitchFamily="2" charset="0"/>
              </a:rPr>
              <a:t> The two stages run one after the other in a single job: names are cleaned first, then classified from the cleaned version. Use it when you start from raw data.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D4388353-693E-73D7-3FC3-2C2EBFBC6A84}"/>
              </a:ext>
            </a:extLst>
          </p:cNvPr>
          <p:cNvSpPr txBox="1">
            <a:spLocks/>
          </p:cNvSpPr>
          <p:nvPr/>
        </p:nvSpPr>
        <p:spPr>
          <a:xfrm>
            <a:off x="4633661" y="3628867"/>
            <a:ext cx="3016842" cy="15081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400" b="1">
                <a:solidFill>
                  <a:schemeClr val="accent4"/>
                </a:solidFill>
                <a:latin typeface="BNPPSans" panose="02000000000000000000" pitchFamily="2" charset="0"/>
              </a:rPr>
              <a:t>Cleaning only.</a:t>
            </a:r>
            <a:r>
              <a:rPr lang="en-US" sz="1400">
                <a:latin typeface="BNPPSans" panose="02000000000000000000" pitchFamily="2" charset="0"/>
              </a:rPr>
              <a:t> Raw school names are rewritten into a single standard form. Use it when you only need a clean, consistent list of school names.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6FAE7E9C-013D-EF5A-BA5F-00209B10A420}"/>
              </a:ext>
            </a:extLst>
          </p:cNvPr>
          <p:cNvSpPr txBox="1">
            <a:spLocks/>
          </p:cNvSpPr>
          <p:nvPr/>
        </p:nvSpPr>
        <p:spPr>
          <a:xfrm>
            <a:off x="8592633" y="3628867"/>
            <a:ext cx="3016842" cy="15081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400" b="1">
                <a:solidFill>
                  <a:schemeClr val="accent5"/>
                </a:solidFill>
                <a:latin typeface="BNPPSans" panose="02000000000000000000" pitchFamily="2" charset="0"/>
              </a:rPr>
              <a:t>Classification only.</a:t>
            </a:r>
            <a:r>
              <a:rPr lang="en-US" sz="1400">
                <a:latin typeface="BNPPSans" panose="02000000000000000000" pitchFamily="2" charset="0"/>
              </a:rPr>
              <a:t> Each school is assigned a category: university, business school, engineering school, and so on. Use it when your names are already clean.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5B895868-8D2F-7C85-AAD4-8594B5E73864}"/>
              </a:ext>
            </a:extLst>
          </p:cNvPr>
          <p:cNvSpPr txBox="1">
            <a:spLocks/>
          </p:cNvSpPr>
          <p:nvPr/>
        </p:nvSpPr>
        <p:spPr>
          <a:xfrm>
            <a:off x="674688" y="2396967"/>
            <a:ext cx="3016842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400" b="1">
                <a:solidFill>
                  <a:schemeClr val="accent1"/>
                </a:solidFill>
                <a:latin typeface="BNPPSans" panose="02000000000000000000" pitchFamily="2" charset="0"/>
              </a:rPr>
              <a:t>FULL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82A470C8-DEFB-ECA2-AD74-C35E7E0A6381}"/>
              </a:ext>
            </a:extLst>
          </p:cNvPr>
          <p:cNvSpPr txBox="1">
            <a:spLocks/>
          </p:cNvSpPr>
          <p:nvPr/>
        </p:nvSpPr>
        <p:spPr>
          <a:xfrm>
            <a:off x="4633661" y="2396967"/>
            <a:ext cx="3016842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400" b="1">
                <a:solidFill>
                  <a:schemeClr val="accent4"/>
                </a:solidFill>
                <a:latin typeface="BNPPSans" panose="02000000000000000000" pitchFamily="2" charset="0"/>
              </a:rPr>
              <a:t>NORMALISATION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FCDB8256-3622-86F6-04E6-A31D555EE32F}"/>
              </a:ext>
            </a:extLst>
          </p:cNvPr>
          <p:cNvSpPr txBox="1">
            <a:spLocks/>
          </p:cNvSpPr>
          <p:nvPr/>
        </p:nvSpPr>
        <p:spPr>
          <a:xfrm>
            <a:off x="8592633" y="2396967"/>
            <a:ext cx="3209891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400" b="1">
                <a:solidFill>
                  <a:schemeClr val="accent5"/>
                </a:solidFill>
                <a:latin typeface="BNPPSans" panose="02000000000000000000" pitchFamily="2" charset="0"/>
              </a:rPr>
              <a:t>TYPOLOGIE</a:t>
            </a:r>
          </a:p>
        </p:txBody>
      </p:sp>
    </p:spTree>
    <p:extLst>
      <p:ext uri="{BB962C8B-B14F-4D97-AF65-F5344CB8AC3E}">
        <p14:creationId xmlns:p14="http://schemas.microsoft.com/office/powerpoint/2010/main" val="1614412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4E68BC89-7D5A-D7E8-3B2F-403F5B031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chemeClr val="accent1"/>
                </a:solidFill>
              </a:rPr>
              <a:t>Step 1</a:t>
            </a:r>
            <a:r>
              <a:rPr lang="en-US" sz="3200">
                <a:solidFill>
                  <a:schemeClr val="accent1"/>
                </a:solidFill>
              </a:rPr>
              <a:t> – Log in to Domino with SSO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99D09E5-F658-F619-B4B4-8208C0E2A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B2C6-440A-4D59-9973-7012CA353515}" type="datetime1">
              <a:rPr lang="fr-FR" smtClean="0"/>
              <a:pPr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E974364-7AFB-1F24-858A-3369AA0A6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Domino launcher user guide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B9C685-D775-CEE5-A744-874DFE614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5F4A-9FB0-4812-AB35-92F9E0180226}" type="slidenum">
              <a:rPr lang="fr-FR" smtClean="0"/>
              <a:pPr/>
              <a:t>24</a:t>
            </a:fld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84396DEC-FBD2-92C4-B073-D9FB60A8B7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600"/>
              <a:t>Domino runs behind the group SSO: </a:t>
            </a:r>
            <a:r>
              <a:rPr lang="en-US" sz="1600" b="1"/>
              <a:t>no separate account, no extra password.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AE75B914-AFB7-B896-6595-A5965EC6E893}"/>
              </a:ext>
            </a:extLst>
          </p:cNvPr>
          <p:cNvGrpSpPr/>
          <p:nvPr/>
        </p:nvGrpSpPr>
        <p:grpSpPr bwMode="gray">
          <a:xfrm>
            <a:off x="743884" y="2324945"/>
            <a:ext cx="184151" cy="0"/>
            <a:chOff x="2965449" y="3181138"/>
            <a:chExt cx="184151" cy="0"/>
          </a:xfrm>
        </p:grpSpPr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7B40B089-99B2-0905-C002-48ECA4F9D172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965449" y="3181138"/>
              <a:ext cx="111338" cy="0"/>
            </a:xfrm>
            <a:prstGeom prst="line">
              <a:avLst/>
            </a:prstGeom>
            <a:ln w="219075" cap="rnd">
              <a:solidFill>
                <a:srgbClr val="BCE3E2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C65ACA0F-37F0-DC26-9D4A-B0B26ED4FB3D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038262" y="3181138"/>
              <a:ext cx="111338" cy="0"/>
            </a:xfrm>
            <a:prstGeom prst="line">
              <a:avLst/>
            </a:prstGeom>
            <a:ln w="219075" cap="rnd">
              <a:solidFill>
                <a:srgbClr val="66C0BD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7A03D15E-E7A2-D2D6-7A67-7E22F8A56A1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114208" y="3181138"/>
              <a:ext cx="35392" cy="0"/>
            </a:xfrm>
            <a:prstGeom prst="line">
              <a:avLst/>
            </a:prstGeom>
            <a:ln w="219075" cap="rnd">
              <a:solidFill>
                <a:schemeClr val="accent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ZoneTexte 21">
            <a:extLst>
              <a:ext uri="{FF2B5EF4-FFF2-40B4-BE49-F238E27FC236}">
                <a16:creationId xmlns:a16="http://schemas.microsoft.com/office/drawing/2014/main" id="{076FA3B4-1254-41B9-259C-C425CA4F8500}"/>
              </a:ext>
            </a:extLst>
          </p:cNvPr>
          <p:cNvSpPr txBox="1"/>
          <p:nvPr/>
        </p:nvSpPr>
        <p:spPr>
          <a:xfrm>
            <a:off x="1220702" y="2123334"/>
            <a:ext cx="3649908" cy="96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>
                <a:solidFill>
                  <a:schemeClr val="accent1"/>
                </a:solidFill>
                <a:latin typeface="BNPPSans" panose="02000000000000000000" pitchFamily="2" charset="0"/>
              </a:rPr>
              <a:t>Open the project link</a:t>
            </a:r>
          </a:p>
          <a:p>
            <a:pPr>
              <a:spcBef>
                <a:spcPts val="700"/>
              </a:spcBef>
            </a:pPr>
            <a:r>
              <a:rPr lang="en-US" sz="1100">
                <a:latin typeface="BNPPSans" panose="02000000000000000000" pitchFamily="2" charset="0"/>
              </a:rPr>
              <a:t>Project URL: [paste the Domino project link here]. Open it from your BNP Paribas workstation, on the internal network or through the VPN.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234C618E-55AD-87E2-8DE7-6999B413FC3A}"/>
              </a:ext>
            </a:extLst>
          </p:cNvPr>
          <p:cNvGrpSpPr/>
          <p:nvPr/>
        </p:nvGrpSpPr>
        <p:grpSpPr bwMode="gray">
          <a:xfrm>
            <a:off x="743884" y="3499243"/>
            <a:ext cx="184151" cy="0"/>
            <a:chOff x="2965449" y="2570480"/>
            <a:chExt cx="422911" cy="0"/>
          </a:xfrm>
        </p:grpSpPr>
        <p:cxnSp>
          <p:nvCxnSpPr>
            <p:cNvPr id="7" name="Connecteur droit 6">
              <a:extLst>
                <a:ext uri="{FF2B5EF4-FFF2-40B4-BE49-F238E27FC236}">
                  <a16:creationId xmlns:a16="http://schemas.microsoft.com/office/drawing/2014/main" id="{C26F54D7-D3D3-6B17-0D98-C4766983C7A7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965449" y="2570480"/>
              <a:ext cx="255693" cy="0"/>
            </a:xfrm>
            <a:prstGeom prst="line">
              <a:avLst/>
            </a:prstGeom>
            <a:ln w="219075" cap="rnd">
              <a:solidFill>
                <a:srgbClr val="D28FBB">
                  <a:alpha val="47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00E0CE34-0149-4E0A-759C-41499267B86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132667" y="2570480"/>
              <a:ext cx="255693" cy="0"/>
            </a:xfrm>
            <a:prstGeom prst="line">
              <a:avLst/>
            </a:prstGeom>
            <a:ln w="219075" cap="rnd">
              <a:solidFill>
                <a:srgbClr val="D28FB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73D66BE5-02D5-9111-C6ED-0A9B91727302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307080" y="2570480"/>
              <a:ext cx="81280" cy="0"/>
            </a:xfrm>
            <a:prstGeom prst="line">
              <a:avLst/>
            </a:prstGeom>
            <a:ln w="219075" cap="rnd">
              <a:solidFill>
                <a:schemeClr val="accent3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F696C473-6556-F541-96C5-1C3560A19AC1}"/>
              </a:ext>
            </a:extLst>
          </p:cNvPr>
          <p:cNvSpPr txBox="1"/>
          <p:nvPr/>
        </p:nvSpPr>
        <p:spPr>
          <a:xfrm>
            <a:off x="1220702" y="3299129"/>
            <a:ext cx="3649908" cy="96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>
                <a:solidFill>
                  <a:schemeClr val="accent3"/>
                </a:solidFill>
                <a:latin typeface="BNPPSans" panose="02000000000000000000" pitchFamily="2" charset="0"/>
              </a:rPr>
              <a:t>Authenticate</a:t>
            </a:r>
          </a:p>
          <a:p>
            <a:pPr>
              <a:spcBef>
                <a:spcPts val="700"/>
              </a:spcBef>
            </a:pPr>
            <a:r>
              <a:rPr lang="en-US" sz="1100">
                <a:latin typeface="BNPPSans" panose="02000000000000000000" pitchFamily="2" charset="0"/>
              </a:rPr>
              <a:t>Choose Log in with SSO and use your usual credentials. You are redirected straight back to the project.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DBA674A1-D420-8B38-26CC-E3B835E7BB2D}"/>
              </a:ext>
            </a:extLst>
          </p:cNvPr>
          <p:cNvSpPr txBox="1"/>
          <p:nvPr/>
        </p:nvSpPr>
        <p:spPr>
          <a:xfrm>
            <a:off x="1220702" y="4474925"/>
            <a:ext cx="3649908" cy="96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>
                <a:solidFill>
                  <a:schemeClr val="accent5"/>
                </a:solidFill>
                <a:latin typeface="BNPPSans" panose="02000000000000000000" pitchFamily="2" charset="0"/>
              </a:rPr>
              <a:t>Check where you landed</a:t>
            </a:r>
          </a:p>
          <a:p>
            <a:pPr>
              <a:spcBef>
                <a:spcPts val="700"/>
              </a:spcBef>
            </a:pPr>
            <a:r>
              <a:rPr lang="en-US" sz="1100">
                <a:latin typeface="BNPPSans" panose="02000000000000000000" pitchFamily="2" charset="0"/>
              </a:rPr>
              <a:t>The project name appears at the top of the left-hand menu. If it is not the right one, open the link again.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59914F99-10B4-6DE8-8CE1-A5032C03F817}"/>
              </a:ext>
            </a:extLst>
          </p:cNvPr>
          <p:cNvGrpSpPr/>
          <p:nvPr/>
        </p:nvGrpSpPr>
        <p:grpSpPr bwMode="gray">
          <a:xfrm>
            <a:off x="743884" y="4678039"/>
            <a:ext cx="184151" cy="0"/>
            <a:chOff x="7212251" y="3422438"/>
            <a:chExt cx="184151" cy="0"/>
          </a:xfrm>
        </p:grpSpPr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7D561784-801F-646E-713B-867DF589ADF7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212251" y="3422438"/>
              <a:ext cx="111338" cy="0"/>
            </a:xfrm>
            <a:prstGeom prst="line">
              <a:avLst/>
            </a:prstGeom>
            <a:ln w="219075" cap="rnd">
              <a:solidFill>
                <a:srgbClr val="FFE3D2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1D3F64A8-B1AE-FEA0-8A9C-1A3149DBA66B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285064" y="3422438"/>
              <a:ext cx="111338" cy="0"/>
            </a:xfrm>
            <a:prstGeom prst="line">
              <a:avLst/>
            </a:prstGeom>
            <a:ln w="219075" cap="rnd">
              <a:solidFill>
                <a:srgbClr val="FEB98E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A0A894DD-F726-2B35-9459-48081FAF1FC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361010" y="3422438"/>
              <a:ext cx="35392" cy="0"/>
            </a:xfrm>
            <a:prstGeom prst="line">
              <a:avLst/>
            </a:prstGeom>
            <a:ln w="219075" cap="rnd">
              <a:solidFill>
                <a:srgbClr val="F96203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FDDD02CD-3C85-17D5-AD37-EF8E971B9536}"/>
              </a:ext>
            </a:extLst>
          </p:cNvPr>
          <p:cNvSpPr/>
          <p:nvPr/>
        </p:nvSpPr>
        <p:spPr>
          <a:xfrm>
            <a:off x="5668484" y="2222500"/>
            <a:ext cx="5891842" cy="3168650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  <a:latin typeface="BNPPSans" panose="02000000000000000000" pitchFamily="2" charset="0"/>
              </a:rPr>
              <a:t>Insert screenshot here</a:t>
            </a:r>
          </a:p>
          <a:p>
            <a:pPr algn="ctr"/>
            <a:r>
              <a:rPr lang="en-US" sz="1100">
                <a:solidFill>
                  <a:schemeClr val="tx1"/>
                </a:solidFill>
                <a:latin typeface="BNPPSans" panose="02000000000000000000" pitchFamily="2" charset="0"/>
              </a:rPr>
              <a:t>Domino SSO login page and project home</a:t>
            </a:r>
          </a:p>
        </p:txBody>
      </p:sp>
    </p:spTree>
    <p:extLst>
      <p:ext uri="{BB962C8B-B14F-4D97-AF65-F5344CB8AC3E}">
        <p14:creationId xmlns:p14="http://schemas.microsoft.com/office/powerpoint/2010/main" val="798152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07EA72A-A39F-A089-79EA-DF97E95BF6F5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11744325" y="6369050"/>
            <a:ext cx="447675" cy="153988"/>
          </a:xfrm>
        </p:spPr>
        <p:txBody>
          <a:bodyPr/>
          <a:lstStyle/>
          <a:p>
            <a:fld id="{863DFEB3-5516-4F20-A9A0-1BE8DA6AA0BB}" type="datetime1">
              <a:rPr lang="fr-FR" smtClean="0"/>
              <a:t>21/08/2026</a:t>
            </a:fld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530CD77-C2D7-CC25-EDFC-586601169D4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346825"/>
            <a:ext cx="346075" cy="200025"/>
          </a:xfrm>
        </p:spPr>
        <p:txBody>
          <a:bodyPr/>
          <a:lstStyle/>
          <a:p>
            <a:fld id="{12EA5F4A-9FB0-4812-AB35-92F9E0180226}" type="slidenum">
              <a:rPr lang="fr-FR" smtClean="0"/>
              <a:t>45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3809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4E68BC89-7D5A-D7E8-3B2F-403F5B031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chemeClr val="accent1"/>
                </a:solidFill>
              </a:rPr>
              <a:t>Step 2</a:t>
            </a:r>
            <a:r>
              <a:rPr lang="en-US" sz="3200">
                <a:solidFill>
                  <a:schemeClr val="accent1"/>
                </a:solidFill>
              </a:rPr>
              <a:t> – Open the Launchers section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99D09E5-F658-F619-B4B4-8208C0E2A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B2C6-440A-4D59-9973-7012CA353515}" type="datetime1">
              <a:rPr lang="fr-FR" smtClean="0"/>
              <a:pPr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E974364-7AFB-1F24-858A-3369AA0A6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Domino launcher user guide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B9C685-D775-CEE5-A744-874DFE614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5F4A-9FB0-4812-AB35-92F9E0180226}" type="slidenum">
              <a:rPr lang="fr-FR" smtClean="0"/>
              <a:pPr/>
              <a:t>24</a:t>
            </a:fld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84396DEC-FBD2-92C4-B073-D9FB60A8B7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600"/>
              <a:t>A launcher is a ready-made form that runs the model for you: </a:t>
            </a:r>
            <a:r>
              <a:rPr lang="en-US" sz="1600" b="1"/>
              <a:t>you never touch the code.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AE75B914-AFB7-B896-6595-A5965EC6E893}"/>
              </a:ext>
            </a:extLst>
          </p:cNvPr>
          <p:cNvGrpSpPr/>
          <p:nvPr/>
        </p:nvGrpSpPr>
        <p:grpSpPr bwMode="gray">
          <a:xfrm>
            <a:off x="743884" y="2324945"/>
            <a:ext cx="184151" cy="0"/>
            <a:chOff x="2965449" y="3181138"/>
            <a:chExt cx="184151" cy="0"/>
          </a:xfrm>
        </p:grpSpPr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7B40B089-99B2-0905-C002-48ECA4F9D172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965449" y="3181138"/>
              <a:ext cx="111338" cy="0"/>
            </a:xfrm>
            <a:prstGeom prst="line">
              <a:avLst/>
            </a:prstGeom>
            <a:ln w="219075" cap="rnd">
              <a:solidFill>
                <a:srgbClr val="BCE3E2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C65ACA0F-37F0-DC26-9D4A-B0B26ED4FB3D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038262" y="3181138"/>
              <a:ext cx="111338" cy="0"/>
            </a:xfrm>
            <a:prstGeom prst="line">
              <a:avLst/>
            </a:prstGeom>
            <a:ln w="219075" cap="rnd">
              <a:solidFill>
                <a:srgbClr val="66C0BD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7A03D15E-E7A2-D2D6-7A67-7E22F8A56A1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114208" y="3181138"/>
              <a:ext cx="35392" cy="0"/>
            </a:xfrm>
            <a:prstGeom prst="line">
              <a:avLst/>
            </a:prstGeom>
            <a:ln w="219075" cap="rnd">
              <a:solidFill>
                <a:schemeClr val="accent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ZoneTexte 21">
            <a:extLst>
              <a:ext uri="{FF2B5EF4-FFF2-40B4-BE49-F238E27FC236}">
                <a16:creationId xmlns:a16="http://schemas.microsoft.com/office/drawing/2014/main" id="{076FA3B4-1254-41B9-259C-C425CA4F8500}"/>
              </a:ext>
            </a:extLst>
          </p:cNvPr>
          <p:cNvSpPr txBox="1"/>
          <p:nvPr/>
        </p:nvSpPr>
        <p:spPr>
          <a:xfrm>
            <a:off x="1220702" y="2123334"/>
            <a:ext cx="3649908" cy="96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>
                <a:solidFill>
                  <a:schemeClr val="accent1"/>
                </a:solidFill>
                <a:latin typeface="BNPPSans" panose="02000000000000000000" pitchFamily="2" charset="0"/>
              </a:rPr>
              <a:t>Find the left-hand menu</a:t>
            </a:r>
          </a:p>
          <a:p>
            <a:pPr>
              <a:spcBef>
                <a:spcPts val="700"/>
              </a:spcBef>
            </a:pPr>
            <a:r>
              <a:rPr lang="en-US" sz="1100">
                <a:latin typeface="BNPPSans" panose="02000000000000000000" pitchFamily="2" charset="0"/>
              </a:rPr>
              <a:t>From the project home page, look at the navigation menu on the left of the screen.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234C618E-55AD-87E2-8DE7-6999B413FC3A}"/>
              </a:ext>
            </a:extLst>
          </p:cNvPr>
          <p:cNvGrpSpPr/>
          <p:nvPr/>
        </p:nvGrpSpPr>
        <p:grpSpPr bwMode="gray">
          <a:xfrm>
            <a:off x="743884" y="3499243"/>
            <a:ext cx="184151" cy="0"/>
            <a:chOff x="2965449" y="2570480"/>
            <a:chExt cx="422911" cy="0"/>
          </a:xfrm>
        </p:grpSpPr>
        <p:cxnSp>
          <p:nvCxnSpPr>
            <p:cNvPr id="7" name="Connecteur droit 6">
              <a:extLst>
                <a:ext uri="{FF2B5EF4-FFF2-40B4-BE49-F238E27FC236}">
                  <a16:creationId xmlns:a16="http://schemas.microsoft.com/office/drawing/2014/main" id="{C26F54D7-D3D3-6B17-0D98-C4766983C7A7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965449" y="2570480"/>
              <a:ext cx="255693" cy="0"/>
            </a:xfrm>
            <a:prstGeom prst="line">
              <a:avLst/>
            </a:prstGeom>
            <a:ln w="219075" cap="rnd">
              <a:solidFill>
                <a:srgbClr val="D28FBB">
                  <a:alpha val="47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00E0CE34-0149-4E0A-759C-41499267B86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132667" y="2570480"/>
              <a:ext cx="255693" cy="0"/>
            </a:xfrm>
            <a:prstGeom prst="line">
              <a:avLst/>
            </a:prstGeom>
            <a:ln w="219075" cap="rnd">
              <a:solidFill>
                <a:srgbClr val="D28FB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73D66BE5-02D5-9111-C6ED-0A9B91727302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307080" y="2570480"/>
              <a:ext cx="81280" cy="0"/>
            </a:xfrm>
            <a:prstGeom prst="line">
              <a:avLst/>
            </a:prstGeom>
            <a:ln w="219075" cap="rnd">
              <a:solidFill>
                <a:schemeClr val="accent3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F696C473-6556-F541-96C5-1C3560A19AC1}"/>
              </a:ext>
            </a:extLst>
          </p:cNvPr>
          <p:cNvSpPr txBox="1"/>
          <p:nvPr/>
        </p:nvSpPr>
        <p:spPr>
          <a:xfrm>
            <a:off x="1220702" y="3299129"/>
            <a:ext cx="3649908" cy="96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>
                <a:solidFill>
                  <a:schemeClr val="accent3"/>
                </a:solidFill>
                <a:latin typeface="BNPPSans" panose="02000000000000000000" pitchFamily="2" charset="0"/>
              </a:rPr>
              <a:t>Click Launchers</a:t>
            </a:r>
          </a:p>
          <a:p>
            <a:pPr>
              <a:spcBef>
                <a:spcPts val="700"/>
              </a:spcBef>
            </a:pPr>
            <a:r>
              <a:rPr lang="en-US" sz="1100">
                <a:latin typeface="BNPPSans" panose="02000000000000000000" pitchFamily="2" charset="0"/>
              </a:rPr>
              <a:t>Open the Launchers entry. The page lists every launcher published in the project, with its name and its description.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DBA674A1-D420-8B38-26CC-E3B835E7BB2D}"/>
              </a:ext>
            </a:extLst>
          </p:cNvPr>
          <p:cNvSpPr txBox="1"/>
          <p:nvPr/>
        </p:nvSpPr>
        <p:spPr>
          <a:xfrm>
            <a:off x="1220702" y="4474925"/>
            <a:ext cx="3649908" cy="96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>
                <a:solidFill>
                  <a:schemeClr val="accent5"/>
                </a:solidFill>
                <a:latin typeface="BNPPSans" panose="02000000000000000000" pitchFamily="2" charset="0"/>
              </a:rPr>
              <a:t>Nothing else to start</a:t>
            </a:r>
          </a:p>
          <a:p>
            <a:pPr>
              <a:spcBef>
                <a:spcPts val="700"/>
              </a:spcBef>
            </a:pPr>
            <a:r>
              <a:rPr lang="en-US" sz="1100">
                <a:latin typeface="BNPPSans" panose="02000000000000000000" pitchFamily="2" charset="0"/>
              </a:rPr>
              <a:t>No workspace and no manual run are needed. The launcher takes care of the environment and of the hardware.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59914F99-10B4-6DE8-8CE1-A5032C03F817}"/>
              </a:ext>
            </a:extLst>
          </p:cNvPr>
          <p:cNvGrpSpPr/>
          <p:nvPr/>
        </p:nvGrpSpPr>
        <p:grpSpPr bwMode="gray">
          <a:xfrm>
            <a:off x="743884" y="4678039"/>
            <a:ext cx="184151" cy="0"/>
            <a:chOff x="7212251" y="3422438"/>
            <a:chExt cx="184151" cy="0"/>
          </a:xfrm>
        </p:grpSpPr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7D561784-801F-646E-713B-867DF589ADF7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212251" y="3422438"/>
              <a:ext cx="111338" cy="0"/>
            </a:xfrm>
            <a:prstGeom prst="line">
              <a:avLst/>
            </a:prstGeom>
            <a:ln w="219075" cap="rnd">
              <a:solidFill>
                <a:srgbClr val="FFE3D2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1D3F64A8-B1AE-FEA0-8A9C-1A3149DBA66B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285064" y="3422438"/>
              <a:ext cx="111338" cy="0"/>
            </a:xfrm>
            <a:prstGeom prst="line">
              <a:avLst/>
            </a:prstGeom>
            <a:ln w="219075" cap="rnd">
              <a:solidFill>
                <a:srgbClr val="FEB98E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A0A894DD-F726-2B35-9459-48081FAF1FC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361010" y="3422438"/>
              <a:ext cx="35392" cy="0"/>
            </a:xfrm>
            <a:prstGeom prst="line">
              <a:avLst/>
            </a:prstGeom>
            <a:ln w="219075" cap="rnd">
              <a:solidFill>
                <a:srgbClr val="F96203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FDDD02CD-3C85-17D5-AD37-EF8E971B9536}"/>
              </a:ext>
            </a:extLst>
          </p:cNvPr>
          <p:cNvSpPr/>
          <p:nvPr/>
        </p:nvSpPr>
        <p:spPr>
          <a:xfrm>
            <a:off x="5668484" y="2222500"/>
            <a:ext cx="5891842" cy="3168650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  <a:latin typeface="BNPPSans" panose="02000000000000000000" pitchFamily="2" charset="0"/>
              </a:rPr>
              <a:t>Insert screenshot here</a:t>
            </a:r>
          </a:p>
          <a:p>
            <a:pPr algn="ctr"/>
            <a:r>
              <a:rPr lang="en-US" sz="1100">
                <a:solidFill>
                  <a:schemeClr val="tx1"/>
                </a:solidFill>
                <a:latin typeface="BNPPSans" panose="02000000000000000000" pitchFamily="2" charset="0"/>
              </a:rPr>
              <a:t>The Launchers entry in the project menu</a:t>
            </a:r>
          </a:p>
        </p:txBody>
      </p:sp>
    </p:spTree>
    <p:extLst>
      <p:ext uri="{BB962C8B-B14F-4D97-AF65-F5344CB8AC3E}">
        <p14:creationId xmlns:p14="http://schemas.microsoft.com/office/powerpoint/2010/main" val="798152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4E68BC89-7D5A-D7E8-3B2F-403F5B031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chemeClr val="accent1"/>
                </a:solidFill>
              </a:rPr>
              <a:t>Step 3</a:t>
            </a:r>
            <a:r>
              <a:rPr lang="en-US" sz="3200">
                <a:solidFill>
                  <a:schemeClr val="accent1"/>
                </a:solidFill>
              </a:rPr>
              <a:t> – Select the right launcher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99D09E5-F658-F619-B4B4-8208C0E2A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B2C6-440A-4D59-9973-7012CA353515}" type="datetime1">
              <a:rPr lang="fr-FR" smtClean="0"/>
              <a:pPr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E974364-7AFB-1F24-858A-3369AA0A6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Domino launcher user guide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B9C685-D775-CEE5-A744-874DFE614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5F4A-9FB0-4812-AB35-92F9E0180226}" type="slidenum">
              <a:rPr lang="fr-FR" smtClean="0"/>
              <a:pPr/>
              <a:t>24</a:t>
            </a:fld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84396DEC-FBD2-92C4-B073-D9FB60A8B7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600"/>
              <a:t>Two launchers are published in this project. </a:t>
            </a:r>
            <a:r>
              <a:rPr lang="en-US" sz="1600" b="1"/>
              <a:t>Pick the one that matches what you want to run.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AE75B914-AFB7-B896-6595-A5965EC6E893}"/>
              </a:ext>
            </a:extLst>
          </p:cNvPr>
          <p:cNvGrpSpPr/>
          <p:nvPr/>
        </p:nvGrpSpPr>
        <p:grpSpPr bwMode="gray">
          <a:xfrm>
            <a:off x="743884" y="2324945"/>
            <a:ext cx="184151" cy="0"/>
            <a:chOff x="2965449" y="3181138"/>
            <a:chExt cx="184151" cy="0"/>
          </a:xfrm>
        </p:grpSpPr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7B40B089-99B2-0905-C002-48ECA4F9D172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965449" y="3181138"/>
              <a:ext cx="111338" cy="0"/>
            </a:xfrm>
            <a:prstGeom prst="line">
              <a:avLst/>
            </a:prstGeom>
            <a:ln w="219075" cap="rnd">
              <a:solidFill>
                <a:srgbClr val="BCE3E2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C65ACA0F-37F0-DC26-9D4A-B0B26ED4FB3D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038262" y="3181138"/>
              <a:ext cx="111338" cy="0"/>
            </a:xfrm>
            <a:prstGeom prst="line">
              <a:avLst/>
            </a:prstGeom>
            <a:ln w="219075" cap="rnd">
              <a:solidFill>
                <a:srgbClr val="66C0BD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7A03D15E-E7A2-D2D6-7A67-7E22F8A56A1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114208" y="3181138"/>
              <a:ext cx="35392" cy="0"/>
            </a:xfrm>
            <a:prstGeom prst="line">
              <a:avLst/>
            </a:prstGeom>
            <a:ln w="219075" cap="rnd">
              <a:solidFill>
                <a:schemeClr val="accent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ZoneTexte 21">
            <a:extLst>
              <a:ext uri="{FF2B5EF4-FFF2-40B4-BE49-F238E27FC236}">
                <a16:creationId xmlns:a16="http://schemas.microsoft.com/office/drawing/2014/main" id="{076FA3B4-1254-41B9-259C-C425CA4F8500}"/>
              </a:ext>
            </a:extLst>
          </p:cNvPr>
          <p:cNvSpPr txBox="1"/>
          <p:nvPr/>
        </p:nvSpPr>
        <p:spPr>
          <a:xfrm>
            <a:off x="1220702" y="2123334"/>
            <a:ext cx="3649908" cy="96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>
                <a:solidFill>
                  <a:schemeClr val="accent1"/>
                </a:solidFill>
                <a:latin typeface="BNPPSans" panose="02000000000000000000" pitchFamily="2" charset="0"/>
              </a:rPr>
              <a:t>[Launcher name 1]</a:t>
            </a:r>
          </a:p>
          <a:p>
            <a:pPr>
              <a:spcBef>
                <a:spcPts val="700"/>
              </a:spcBef>
            </a:pPr>
            <a:r>
              <a:rPr lang="en-US" sz="1100">
                <a:latin typeface="BNPPSans" panose="02000000000000000000" pitchFamily="2" charset="0"/>
              </a:rPr>
              <a:t>[One line on what this launcher does and when to use it.] This is the launcher described in the rest of this guide.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234C618E-55AD-87E2-8DE7-6999B413FC3A}"/>
              </a:ext>
            </a:extLst>
          </p:cNvPr>
          <p:cNvGrpSpPr/>
          <p:nvPr/>
        </p:nvGrpSpPr>
        <p:grpSpPr bwMode="gray">
          <a:xfrm>
            <a:off x="743884" y="3499243"/>
            <a:ext cx="184151" cy="0"/>
            <a:chOff x="2965449" y="2570480"/>
            <a:chExt cx="422911" cy="0"/>
          </a:xfrm>
        </p:grpSpPr>
        <p:cxnSp>
          <p:nvCxnSpPr>
            <p:cNvPr id="7" name="Connecteur droit 6">
              <a:extLst>
                <a:ext uri="{FF2B5EF4-FFF2-40B4-BE49-F238E27FC236}">
                  <a16:creationId xmlns:a16="http://schemas.microsoft.com/office/drawing/2014/main" id="{C26F54D7-D3D3-6B17-0D98-C4766983C7A7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965449" y="2570480"/>
              <a:ext cx="255693" cy="0"/>
            </a:xfrm>
            <a:prstGeom prst="line">
              <a:avLst/>
            </a:prstGeom>
            <a:ln w="219075" cap="rnd">
              <a:solidFill>
                <a:srgbClr val="D28FBB">
                  <a:alpha val="47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00E0CE34-0149-4E0A-759C-41499267B86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132667" y="2570480"/>
              <a:ext cx="255693" cy="0"/>
            </a:xfrm>
            <a:prstGeom prst="line">
              <a:avLst/>
            </a:prstGeom>
            <a:ln w="219075" cap="rnd">
              <a:solidFill>
                <a:srgbClr val="D28FB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73D66BE5-02D5-9111-C6ED-0A9B91727302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307080" y="2570480"/>
              <a:ext cx="81280" cy="0"/>
            </a:xfrm>
            <a:prstGeom prst="line">
              <a:avLst/>
            </a:prstGeom>
            <a:ln w="219075" cap="rnd">
              <a:solidFill>
                <a:schemeClr val="accent3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F696C473-6556-F541-96C5-1C3560A19AC1}"/>
              </a:ext>
            </a:extLst>
          </p:cNvPr>
          <p:cNvSpPr txBox="1"/>
          <p:nvPr/>
        </p:nvSpPr>
        <p:spPr>
          <a:xfrm>
            <a:off x="1220702" y="3299129"/>
            <a:ext cx="3649908" cy="96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>
                <a:solidFill>
                  <a:schemeClr val="accent3"/>
                </a:solidFill>
                <a:latin typeface="BNPPSans" panose="02000000000000000000" pitchFamily="2" charset="0"/>
              </a:rPr>
              <a:t>[Launcher name 2]</a:t>
            </a:r>
          </a:p>
          <a:p>
            <a:pPr>
              <a:spcBef>
                <a:spcPts val="700"/>
              </a:spcBef>
            </a:pPr>
            <a:r>
              <a:rPr lang="en-US" sz="1100">
                <a:latin typeface="BNPPSans" panose="02000000000000000000" pitchFamily="2" charset="0"/>
              </a:rPr>
              <a:t>[One line on what this launcher does and when to use it.]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DBA674A1-D420-8B38-26CC-E3B835E7BB2D}"/>
              </a:ext>
            </a:extLst>
          </p:cNvPr>
          <p:cNvSpPr txBox="1"/>
          <p:nvPr/>
        </p:nvSpPr>
        <p:spPr>
          <a:xfrm>
            <a:off x="1220702" y="4474925"/>
            <a:ext cx="3649908" cy="96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>
                <a:solidFill>
                  <a:schemeClr val="accent5"/>
                </a:solidFill>
                <a:latin typeface="BNPPSans" panose="02000000000000000000" pitchFamily="2" charset="0"/>
              </a:rPr>
              <a:t>Open it</a:t>
            </a:r>
          </a:p>
          <a:p>
            <a:pPr>
              <a:spcBef>
                <a:spcPts val="700"/>
              </a:spcBef>
            </a:pPr>
            <a:r>
              <a:rPr lang="en-US" sz="1100">
                <a:latin typeface="BNPPSans" panose="02000000000000000000" pitchFamily="2" charset="0"/>
              </a:rPr>
              <a:t>Click the launcher card to open its parameter form. Nothing runs until you have filled the fields and clicked Run.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59914F99-10B4-6DE8-8CE1-A5032C03F817}"/>
              </a:ext>
            </a:extLst>
          </p:cNvPr>
          <p:cNvGrpSpPr/>
          <p:nvPr/>
        </p:nvGrpSpPr>
        <p:grpSpPr bwMode="gray">
          <a:xfrm>
            <a:off x="743884" y="4678039"/>
            <a:ext cx="184151" cy="0"/>
            <a:chOff x="7212251" y="3422438"/>
            <a:chExt cx="184151" cy="0"/>
          </a:xfrm>
        </p:grpSpPr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7D561784-801F-646E-713B-867DF589ADF7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212251" y="3422438"/>
              <a:ext cx="111338" cy="0"/>
            </a:xfrm>
            <a:prstGeom prst="line">
              <a:avLst/>
            </a:prstGeom>
            <a:ln w="219075" cap="rnd">
              <a:solidFill>
                <a:srgbClr val="FFE3D2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1D3F64A8-B1AE-FEA0-8A9C-1A3149DBA66B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285064" y="3422438"/>
              <a:ext cx="111338" cy="0"/>
            </a:xfrm>
            <a:prstGeom prst="line">
              <a:avLst/>
            </a:prstGeom>
            <a:ln w="219075" cap="rnd">
              <a:solidFill>
                <a:srgbClr val="FEB98E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A0A894DD-F726-2B35-9459-48081FAF1FC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361010" y="3422438"/>
              <a:ext cx="35392" cy="0"/>
            </a:xfrm>
            <a:prstGeom prst="line">
              <a:avLst/>
            </a:prstGeom>
            <a:ln w="219075" cap="rnd">
              <a:solidFill>
                <a:srgbClr val="F96203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FDDD02CD-3C85-17D5-AD37-EF8E971B9536}"/>
              </a:ext>
            </a:extLst>
          </p:cNvPr>
          <p:cNvSpPr/>
          <p:nvPr/>
        </p:nvSpPr>
        <p:spPr>
          <a:xfrm>
            <a:off x="5668484" y="2222500"/>
            <a:ext cx="5891842" cy="3168650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  <a:latin typeface="BNPPSans" panose="02000000000000000000" pitchFamily="2" charset="0"/>
              </a:rPr>
              <a:t>Insert screenshot here</a:t>
            </a:r>
          </a:p>
          <a:p>
            <a:pPr algn="ctr"/>
            <a:r>
              <a:rPr lang="en-US" sz="1100">
                <a:solidFill>
                  <a:schemeClr val="tx1"/>
                </a:solidFill>
                <a:latin typeface="BNPPSans" panose="02000000000000000000" pitchFamily="2" charset="0"/>
              </a:rPr>
              <a:t>The two launchers listed in the project</a:t>
            </a:r>
          </a:p>
        </p:txBody>
      </p:sp>
    </p:spTree>
    <p:extLst>
      <p:ext uri="{BB962C8B-B14F-4D97-AF65-F5344CB8AC3E}">
        <p14:creationId xmlns:p14="http://schemas.microsoft.com/office/powerpoint/2010/main" val="798152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4E68BC89-7D5A-D7E8-3B2F-403F5B031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chemeClr val="accent1"/>
                </a:solidFill>
              </a:rPr>
              <a:t>Step 4</a:t>
            </a:r>
            <a:r>
              <a:rPr lang="en-US" sz="3200">
                <a:solidFill>
                  <a:schemeClr val="accent1"/>
                </a:solidFill>
              </a:rPr>
              <a:t> – Fill in the launcher fields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99D09E5-F658-F619-B4B4-8208C0E2A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B2C6-440A-4D59-9973-7012CA353515}" type="datetime1">
              <a:rPr lang="fr-FR" smtClean="0"/>
              <a:pPr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E974364-7AFB-1F24-858A-3369AA0A6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Domino launcher user guide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B9C685-D775-CEE5-A744-874DFE614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5F4A-9FB0-4812-AB35-92F9E0180226}" type="slidenum">
              <a:rPr lang="fr-FR" smtClean="0"/>
              <a:pPr/>
              <a:t>24</a:t>
            </a:fld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84396DEC-FBD2-92C4-B073-D9FB60A8B7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600"/>
              <a:t>Four fields to complete. The first three describe your input file; </a:t>
            </a:r>
            <a:r>
              <a:rPr lang="en-US" sz="1600" b="1"/>
              <a:t>the fourth is on the next slide.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AE75B914-AFB7-B896-6595-A5965EC6E893}"/>
              </a:ext>
            </a:extLst>
          </p:cNvPr>
          <p:cNvGrpSpPr/>
          <p:nvPr/>
        </p:nvGrpSpPr>
        <p:grpSpPr bwMode="gray">
          <a:xfrm>
            <a:off x="743884" y="2324945"/>
            <a:ext cx="184151" cy="0"/>
            <a:chOff x="2965449" y="3181138"/>
            <a:chExt cx="184151" cy="0"/>
          </a:xfrm>
        </p:grpSpPr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7B40B089-99B2-0905-C002-48ECA4F9D172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965449" y="3181138"/>
              <a:ext cx="111338" cy="0"/>
            </a:xfrm>
            <a:prstGeom prst="line">
              <a:avLst/>
            </a:prstGeom>
            <a:ln w="219075" cap="rnd">
              <a:solidFill>
                <a:srgbClr val="BCE3E2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C65ACA0F-37F0-DC26-9D4A-B0B26ED4FB3D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038262" y="3181138"/>
              <a:ext cx="111338" cy="0"/>
            </a:xfrm>
            <a:prstGeom prst="line">
              <a:avLst/>
            </a:prstGeom>
            <a:ln w="219075" cap="rnd">
              <a:solidFill>
                <a:srgbClr val="66C0BD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7A03D15E-E7A2-D2D6-7A67-7E22F8A56A1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114208" y="3181138"/>
              <a:ext cx="35392" cy="0"/>
            </a:xfrm>
            <a:prstGeom prst="line">
              <a:avLst/>
            </a:prstGeom>
            <a:ln w="219075" cap="rnd">
              <a:solidFill>
                <a:schemeClr val="accent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ZoneTexte 21">
            <a:extLst>
              <a:ext uri="{FF2B5EF4-FFF2-40B4-BE49-F238E27FC236}">
                <a16:creationId xmlns:a16="http://schemas.microsoft.com/office/drawing/2014/main" id="{076FA3B4-1254-41B9-259C-C425CA4F8500}"/>
              </a:ext>
            </a:extLst>
          </p:cNvPr>
          <p:cNvSpPr txBox="1"/>
          <p:nvPr/>
        </p:nvSpPr>
        <p:spPr>
          <a:xfrm>
            <a:off x="1220702" y="2123334"/>
            <a:ext cx="3649908" cy="96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>
                <a:solidFill>
                  <a:schemeClr val="accent1"/>
                </a:solidFill>
                <a:latin typeface="BNPPSans" panose="02000000000000000000" pitchFamily="2" charset="0"/>
              </a:rPr>
              <a:t>1 – Input file</a:t>
            </a:r>
          </a:p>
          <a:p>
            <a:pPr>
              <a:spcBef>
                <a:spcPts val="700"/>
              </a:spcBef>
            </a:pPr>
            <a:r>
              <a:rPr lang="en-US" sz="1100">
                <a:latin typeface="BNPPSans" panose="02000000000000000000" pitchFamily="2" charset="0"/>
              </a:rPr>
              <a:t>Select the file to process from the drop-down list. It shows the files already available in the project.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234C618E-55AD-87E2-8DE7-6999B413FC3A}"/>
              </a:ext>
            </a:extLst>
          </p:cNvPr>
          <p:cNvGrpSpPr/>
          <p:nvPr/>
        </p:nvGrpSpPr>
        <p:grpSpPr bwMode="gray">
          <a:xfrm>
            <a:off x="743884" y="3499243"/>
            <a:ext cx="184151" cy="0"/>
            <a:chOff x="2965449" y="2570480"/>
            <a:chExt cx="422911" cy="0"/>
          </a:xfrm>
        </p:grpSpPr>
        <p:cxnSp>
          <p:nvCxnSpPr>
            <p:cNvPr id="7" name="Connecteur droit 6">
              <a:extLst>
                <a:ext uri="{FF2B5EF4-FFF2-40B4-BE49-F238E27FC236}">
                  <a16:creationId xmlns:a16="http://schemas.microsoft.com/office/drawing/2014/main" id="{C26F54D7-D3D3-6B17-0D98-C4766983C7A7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965449" y="2570480"/>
              <a:ext cx="255693" cy="0"/>
            </a:xfrm>
            <a:prstGeom prst="line">
              <a:avLst/>
            </a:prstGeom>
            <a:ln w="219075" cap="rnd">
              <a:solidFill>
                <a:srgbClr val="D28FBB">
                  <a:alpha val="47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00E0CE34-0149-4E0A-759C-41499267B86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132667" y="2570480"/>
              <a:ext cx="255693" cy="0"/>
            </a:xfrm>
            <a:prstGeom prst="line">
              <a:avLst/>
            </a:prstGeom>
            <a:ln w="219075" cap="rnd">
              <a:solidFill>
                <a:srgbClr val="D28FB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73D66BE5-02D5-9111-C6ED-0A9B91727302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307080" y="2570480"/>
              <a:ext cx="81280" cy="0"/>
            </a:xfrm>
            <a:prstGeom prst="line">
              <a:avLst/>
            </a:prstGeom>
            <a:ln w="219075" cap="rnd">
              <a:solidFill>
                <a:schemeClr val="accent3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F696C473-6556-F541-96C5-1C3560A19AC1}"/>
              </a:ext>
            </a:extLst>
          </p:cNvPr>
          <p:cNvSpPr txBox="1"/>
          <p:nvPr/>
        </p:nvSpPr>
        <p:spPr>
          <a:xfrm>
            <a:off x="1220702" y="3299129"/>
            <a:ext cx="3649908" cy="96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>
                <a:solidFill>
                  <a:schemeClr val="accent3"/>
                </a:solidFill>
                <a:latin typeface="BNPPSans" panose="02000000000000000000" pitchFamily="2" charset="0"/>
              </a:rPr>
              <a:t>2 – Column name</a:t>
            </a:r>
          </a:p>
          <a:p>
            <a:pPr>
              <a:spcBef>
                <a:spcPts val="700"/>
              </a:spcBef>
            </a:pPr>
            <a:r>
              <a:rPr lang="en-US" sz="1100">
                <a:latin typeface="BNPPSans" panose="02000000000000000000" pitchFamily="2" charset="0"/>
              </a:rPr>
              <a:t>Type the exact name of the column holding the raw school names. Spelling, spacing and case must match your file.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DBA674A1-D420-8B38-26CC-E3B835E7BB2D}"/>
              </a:ext>
            </a:extLst>
          </p:cNvPr>
          <p:cNvSpPr txBox="1"/>
          <p:nvPr/>
        </p:nvSpPr>
        <p:spPr>
          <a:xfrm>
            <a:off x="1220702" y="4474925"/>
            <a:ext cx="3649908" cy="96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>
                <a:solidFill>
                  <a:schemeClr val="accent5"/>
                </a:solidFill>
                <a:latin typeface="BNPPSans" panose="02000000000000000000" pitchFamily="2" charset="0"/>
              </a:rPr>
              <a:t>3 – Sheet name</a:t>
            </a:r>
          </a:p>
          <a:p>
            <a:pPr>
              <a:spcBef>
                <a:spcPts val="700"/>
              </a:spcBef>
            </a:pPr>
            <a:r>
              <a:rPr lang="en-US" sz="1100">
                <a:latin typeface="BNPPSans" panose="02000000000000000000" pitchFamily="2" charset="0"/>
              </a:rPr>
              <a:t>Type the exact name of the Excel sheet holding that column. Watch out for trailing spaces in tab names.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59914F99-10B4-6DE8-8CE1-A5032C03F817}"/>
              </a:ext>
            </a:extLst>
          </p:cNvPr>
          <p:cNvGrpSpPr/>
          <p:nvPr/>
        </p:nvGrpSpPr>
        <p:grpSpPr bwMode="gray">
          <a:xfrm>
            <a:off x="743884" y="4678039"/>
            <a:ext cx="184151" cy="0"/>
            <a:chOff x="7212251" y="3422438"/>
            <a:chExt cx="184151" cy="0"/>
          </a:xfrm>
        </p:grpSpPr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7D561784-801F-646E-713B-867DF589ADF7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212251" y="3422438"/>
              <a:ext cx="111338" cy="0"/>
            </a:xfrm>
            <a:prstGeom prst="line">
              <a:avLst/>
            </a:prstGeom>
            <a:ln w="219075" cap="rnd">
              <a:solidFill>
                <a:srgbClr val="FFE3D2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1D3F64A8-B1AE-FEA0-8A9C-1A3149DBA66B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285064" y="3422438"/>
              <a:ext cx="111338" cy="0"/>
            </a:xfrm>
            <a:prstGeom prst="line">
              <a:avLst/>
            </a:prstGeom>
            <a:ln w="219075" cap="rnd">
              <a:solidFill>
                <a:srgbClr val="FEB98E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A0A894DD-F726-2B35-9459-48081FAF1FC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361010" y="3422438"/>
              <a:ext cx="35392" cy="0"/>
            </a:xfrm>
            <a:prstGeom prst="line">
              <a:avLst/>
            </a:prstGeom>
            <a:ln w="219075" cap="rnd">
              <a:solidFill>
                <a:srgbClr val="F96203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FDDD02CD-3C85-17D5-AD37-EF8E971B9536}"/>
              </a:ext>
            </a:extLst>
          </p:cNvPr>
          <p:cNvSpPr/>
          <p:nvPr/>
        </p:nvSpPr>
        <p:spPr>
          <a:xfrm>
            <a:off x="5668484" y="2222500"/>
            <a:ext cx="5891842" cy="3168650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  <a:latin typeface="BNPPSans" panose="02000000000000000000" pitchFamily="2" charset="0"/>
              </a:rPr>
              <a:t>Insert screenshot here</a:t>
            </a:r>
          </a:p>
          <a:p>
            <a:pPr algn="ctr"/>
            <a:r>
              <a:rPr lang="en-US" sz="1100">
                <a:solidFill>
                  <a:schemeClr val="tx1"/>
                </a:solidFill>
                <a:latin typeface="BNPPSans" panose="02000000000000000000" pitchFamily="2" charset="0"/>
              </a:rPr>
              <a:t>The launcher parameter form</a:t>
            </a:r>
          </a:p>
        </p:txBody>
      </p:sp>
    </p:spTree>
    <p:extLst>
      <p:ext uri="{BB962C8B-B14F-4D97-AF65-F5344CB8AC3E}">
        <p14:creationId xmlns:p14="http://schemas.microsoft.com/office/powerpoint/2010/main" val="798152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4E68BC89-7D5A-D7E8-3B2F-403F5B031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chemeClr val="accent1"/>
                </a:solidFill>
              </a:rPr>
              <a:t>Step 6</a:t>
            </a:r>
            <a:r>
              <a:rPr lang="en-US" sz="3200">
                <a:solidFill>
                  <a:schemeClr val="accent1"/>
                </a:solidFill>
              </a:rPr>
              <a:t> – Follow your job and the logs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99D09E5-F658-F619-B4B4-8208C0E2A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B2C6-440A-4D59-9973-7012CA353515}" type="datetime1">
              <a:rPr lang="fr-FR" smtClean="0"/>
              <a:pPr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E974364-7AFB-1F24-858A-3369AA0A6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Domino launcher user guide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B9C685-D775-CEE5-A744-874DFE614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5F4A-9FB0-4812-AB35-92F9E0180226}" type="slidenum">
              <a:rPr lang="fr-FR" smtClean="0"/>
              <a:pPr/>
              <a:t>24</a:t>
            </a:fld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84396DEC-FBD2-92C4-B073-D9FB60A8B7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600"/>
              <a:t>Once you click Run the job is queued, and you can </a:t>
            </a:r>
            <a:r>
              <a:rPr lang="en-US" sz="1600" b="1"/>
              <a:t>follow it live or come back later.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AE75B914-AFB7-B896-6595-A5965EC6E893}"/>
              </a:ext>
            </a:extLst>
          </p:cNvPr>
          <p:cNvGrpSpPr/>
          <p:nvPr/>
        </p:nvGrpSpPr>
        <p:grpSpPr bwMode="gray">
          <a:xfrm>
            <a:off x="743884" y="2324945"/>
            <a:ext cx="184151" cy="0"/>
            <a:chOff x="2965449" y="3181138"/>
            <a:chExt cx="184151" cy="0"/>
          </a:xfrm>
        </p:grpSpPr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7B40B089-99B2-0905-C002-48ECA4F9D172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965449" y="3181138"/>
              <a:ext cx="111338" cy="0"/>
            </a:xfrm>
            <a:prstGeom prst="line">
              <a:avLst/>
            </a:prstGeom>
            <a:ln w="219075" cap="rnd">
              <a:solidFill>
                <a:srgbClr val="BCE3E2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C65ACA0F-37F0-DC26-9D4A-B0B26ED4FB3D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038262" y="3181138"/>
              <a:ext cx="111338" cy="0"/>
            </a:xfrm>
            <a:prstGeom prst="line">
              <a:avLst/>
            </a:prstGeom>
            <a:ln w="219075" cap="rnd">
              <a:solidFill>
                <a:srgbClr val="66C0BD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7A03D15E-E7A2-D2D6-7A67-7E22F8A56A1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114208" y="3181138"/>
              <a:ext cx="35392" cy="0"/>
            </a:xfrm>
            <a:prstGeom prst="line">
              <a:avLst/>
            </a:prstGeom>
            <a:ln w="219075" cap="rnd">
              <a:solidFill>
                <a:schemeClr val="accent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ZoneTexte 21">
            <a:extLst>
              <a:ext uri="{FF2B5EF4-FFF2-40B4-BE49-F238E27FC236}">
                <a16:creationId xmlns:a16="http://schemas.microsoft.com/office/drawing/2014/main" id="{076FA3B4-1254-41B9-259C-C425CA4F8500}"/>
              </a:ext>
            </a:extLst>
          </p:cNvPr>
          <p:cNvSpPr txBox="1"/>
          <p:nvPr/>
        </p:nvSpPr>
        <p:spPr>
          <a:xfrm>
            <a:off x="1220702" y="2123334"/>
            <a:ext cx="3649908" cy="96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>
                <a:solidFill>
                  <a:schemeClr val="accent1"/>
                </a:solidFill>
                <a:latin typeface="BNPPSans" panose="02000000000000000000" pitchFamily="2" charset="0"/>
              </a:rPr>
              <a:t>Running jobs</a:t>
            </a:r>
          </a:p>
          <a:p>
            <a:pPr>
              <a:spcBef>
                <a:spcPts val="700"/>
              </a:spcBef>
            </a:pPr>
            <a:r>
              <a:rPr lang="en-US" sz="1100">
                <a:latin typeface="BNPPSans" panose="02000000000000000000" pitchFamily="2" charset="0"/>
              </a:rPr>
              <a:t>Open the Jobs tab in the left-hand menu. Your run appears at the top of the list, with its status and its start time.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234C618E-55AD-87E2-8DE7-6999B413FC3A}"/>
              </a:ext>
            </a:extLst>
          </p:cNvPr>
          <p:cNvGrpSpPr/>
          <p:nvPr/>
        </p:nvGrpSpPr>
        <p:grpSpPr bwMode="gray">
          <a:xfrm>
            <a:off x="743884" y="3499243"/>
            <a:ext cx="184151" cy="0"/>
            <a:chOff x="2965449" y="2570480"/>
            <a:chExt cx="422911" cy="0"/>
          </a:xfrm>
        </p:grpSpPr>
        <p:cxnSp>
          <p:nvCxnSpPr>
            <p:cNvPr id="7" name="Connecteur droit 6">
              <a:extLst>
                <a:ext uri="{FF2B5EF4-FFF2-40B4-BE49-F238E27FC236}">
                  <a16:creationId xmlns:a16="http://schemas.microsoft.com/office/drawing/2014/main" id="{C26F54D7-D3D3-6B17-0D98-C4766983C7A7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965449" y="2570480"/>
              <a:ext cx="255693" cy="0"/>
            </a:xfrm>
            <a:prstGeom prst="line">
              <a:avLst/>
            </a:prstGeom>
            <a:ln w="219075" cap="rnd">
              <a:solidFill>
                <a:srgbClr val="D28FBB">
                  <a:alpha val="47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00E0CE34-0149-4E0A-759C-41499267B86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132667" y="2570480"/>
              <a:ext cx="255693" cy="0"/>
            </a:xfrm>
            <a:prstGeom prst="line">
              <a:avLst/>
            </a:prstGeom>
            <a:ln w="219075" cap="rnd">
              <a:solidFill>
                <a:srgbClr val="D28FB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73D66BE5-02D5-9111-C6ED-0A9B91727302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307080" y="2570480"/>
              <a:ext cx="81280" cy="0"/>
            </a:xfrm>
            <a:prstGeom prst="line">
              <a:avLst/>
            </a:prstGeom>
            <a:ln w="219075" cap="rnd">
              <a:solidFill>
                <a:schemeClr val="accent3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F696C473-6556-F541-96C5-1C3560A19AC1}"/>
              </a:ext>
            </a:extLst>
          </p:cNvPr>
          <p:cNvSpPr txBox="1"/>
          <p:nvPr/>
        </p:nvSpPr>
        <p:spPr>
          <a:xfrm>
            <a:off x="1220702" y="3299129"/>
            <a:ext cx="3649908" cy="96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>
                <a:solidFill>
                  <a:schemeClr val="accent3"/>
                </a:solidFill>
                <a:latin typeface="BNPPSans" panose="02000000000000000000" pitchFamily="2" charset="0"/>
              </a:rPr>
              <a:t>Live logs</a:t>
            </a:r>
          </a:p>
          <a:p>
            <a:pPr>
              <a:spcBef>
                <a:spcPts val="700"/>
              </a:spcBef>
            </a:pPr>
            <a:r>
              <a:rPr lang="en-US" sz="1100">
                <a:latin typeface="BNPPSans" panose="02000000000000000000" pitchFamily="2" charset="0"/>
              </a:rPr>
              <a:t>Click your job, then open the logs tab to follow the execution in real time and spot any error message.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DBA674A1-D420-8B38-26CC-E3B835E7BB2D}"/>
              </a:ext>
            </a:extLst>
          </p:cNvPr>
          <p:cNvSpPr txBox="1"/>
          <p:nvPr/>
        </p:nvSpPr>
        <p:spPr>
          <a:xfrm>
            <a:off x="1220702" y="4474925"/>
            <a:ext cx="3649908" cy="96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>
                <a:solidFill>
                  <a:schemeClr val="accent5"/>
                </a:solidFill>
                <a:latin typeface="BNPPSans" panose="02000000000000000000" pitchFamily="2" charset="0"/>
              </a:rPr>
              <a:t>Past runs</a:t>
            </a:r>
          </a:p>
          <a:p>
            <a:pPr>
              <a:spcBef>
                <a:spcPts val="700"/>
              </a:spcBef>
            </a:pPr>
            <a:r>
              <a:rPr lang="en-US" sz="1100">
                <a:latin typeface="BNPPSans" panose="02000000000000000000" pitchFamily="2" charset="0"/>
              </a:rPr>
              <a:t>The same list keeps the history of previous runs. Open an older job to check the parameters it was launched with.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59914F99-10B4-6DE8-8CE1-A5032C03F817}"/>
              </a:ext>
            </a:extLst>
          </p:cNvPr>
          <p:cNvGrpSpPr/>
          <p:nvPr/>
        </p:nvGrpSpPr>
        <p:grpSpPr bwMode="gray">
          <a:xfrm>
            <a:off x="743884" y="4678039"/>
            <a:ext cx="184151" cy="0"/>
            <a:chOff x="7212251" y="3422438"/>
            <a:chExt cx="184151" cy="0"/>
          </a:xfrm>
        </p:grpSpPr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7D561784-801F-646E-713B-867DF589ADF7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212251" y="3422438"/>
              <a:ext cx="111338" cy="0"/>
            </a:xfrm>
            <a:prstGeom prst="line">
              <a:avLst/>
            </a:prstGeom>
            <a:ln w="219075" cap="rnd">
              <a:solidFill>
                <a:srgbClr val="FFE3D2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1D3F64A8-B1AE-FEA0-8A9C-1A3149DBA66B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285064" y="3422438"/>
              <a:ext cx="111338" cy="0"/>
            </a:xfrm>
            <a:prstGeom prst="line">
              <a:avLst/>
            </a:prstGeom>
            <a:ln w="219075" cap="rnd">
              <a:solidFill>
                <a:srgbClr val="FEB98E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A0A894DD-F726-2B35-9459-48081FAF1FC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361010" y="3422438"/>
              <a:ext cx="35392" cy="0"/>
            </a:xfrm>
            <a:prstGeom prst="line">
              <a:avLst/>
            </a:prstGeom>
            <a:ln w="219075" cap="rnd">
              <a:solidFill>
                <a:srgbClr val="F96203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FDDD02CD-3C85-17D5-AD37-EF8E971B9536}"/>
              </a:ext>
            </a:extLst>
          </p:cNvPr>
          <p:cNvSpPr/>
          <p:nvPr/>
        </p:nvSpPr>
        <p:spPr>
          <a:xfrm>
            <a:off x="5668484" y="2222500"/>
            <a:ext cx="5891842" cy="3168650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  <a:latin typeface="BNPPSans" panose="02000000000000000000" pitchFamily="2" charset="0"/>
              </a:rPr>
              <a:t>Insert screenshot here</a:t>
            </a:r>
          </a:p>
          <a:p>
            <a:pPr algn="ctr"/>
            <a:r>
              <a:rPr lang="en-US" sz="1100">
                <a:solidFill>
                  <a:schemeClr val="tx1"/>
                </a:solidFill>
                <a:latin typeface="BNPPSans" panose="02000000000000000000" pitchFamily="2" charset="0"/>
              </a:rPr>
              <a:t>Jobs tab: running job, history and logs</a:t>
            </a:r>
          </a:p>
        </p:txBody>
      </p:sp>
    </p:spTree>
    <p:extLst>
      <p:ext uri="{BB962C8B-B14F-4D97-AF65-F5344CB8AC3E}">
        <p14:creationId xmlns:p14="http://schemas.microsoft.com/office/powerpoint/2010/main" val="798152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4E68BC89-7D5A-D7E8-3B2F-403F5B031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chemeClr val="accent1"/>
                </a:solidFill>
              </a:rPr>
              <a:t>Step 7</a:t>
            </a:r>
            <a:r>
              <a:rPr lang="en-US" sz="3200">
                <a:solidFill>
                  <a:schemeClr val="accent1"/>
                </a:solidFill>
              </a:rPr>
              <a:t> – Retrieve the output files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99D09E5-F658-F619-B4B4-8208C0E2A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B2C6-440A-4D59-9973-7012CA353515}" type="datetime1">
              <a:rPr lang="fr-FR" smtClean="0"/>
              <a:pPr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E974364-7AFB-1F24-858A-3369AA0A6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Domino launcher user guide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B9C685-D775-CEE5-A744-874DFE614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A5F4A-9FB0-4812-AB35-92F9E0180226}" type="slidenum">
              <a:rPr lang="fr-FR" smtClean="0"/>
              <a:pPr/>
              <a:t>24</a:t>
            </a:fld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84396DEC-FBD2-92C4-B073-D9FB60A8B7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600"/>
              <a:t>Results are written to the project data folder </a:t>
            </a:r>
            <a:r>
              <a:rPr lang="en-US" sz="1600" b="1"/>
              <a:t>as soon as the job status turns to Succeeded.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AE75B914-AFB7-B896-6595-A5965EC6E893}"/>
              </a:ext>
            </a:extLst>
          </p:cNvPr>
          <p:cNvGrpSpPr/>
          <p:nvPr/>
        </p:nvGrpSpPr>
        <p:grpSpPr bwMode="gray">
          <a:xfrm>
            <a:off x="743884" y="2324945"/>
            <a:ext cx="184151" cy="0"/>
            <a:chOff x="2965449" y="3181138"/>
            <a:chExt cx="184151" cy="0"/>
          </a:xfrm>
        </p:grpSpPr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7B40B089-99B2-0905-C002-48ECA4F9D172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965449" y="3181138"/>
              <a:ext cx="111338" cy="0"/>
            </a:xfrm>
            <a:prstGeom prst="line">
              <a:avLst/>
            </a:prstGeom>
            <a:ln w="219075" cap="rnd">
              <a:solidFill>
                <a:srgbClr val="BCE3E2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C65ACA0F-37F0-DC26-9D4A-B0B26ED4FB3D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038262" y="3181138"/>
              <a:ext cx="111338" cy="0"/>
            </a:xfrm>
            <a:prstGeom prst="line">
              <a:avLst/>
            </a:prstGeom>
            <a:ln w="219075" cap="rnd">
              <a:solidFill>
                <a:srgbClr val="66C0BD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7A03D15E-E7A2-D2D6-7A67-7E22F8A56A1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114208" y="3181138"/>
              <a:ext cx="35392" cy="0"/>
            </a:xfrm>
            <a:prstGeom prst="line">
              <a:avLst/>
            </a:prstGeom>
            <a:ln w="219075" cap="rnd">
              <a:solidFill>
                <a:schemeClr val="accent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ZoneTexte 21">
            <a:extLst>
              <a:ext uri="{FF2B5EF4-FFF2-40B4-BE49-F238E27FC236}">
                <a16:creationId xmlns:a16="http://schemas.microsoft.com/office/drawing/2014/main" id="{076FA3B4-1254-41B9-259C-C425CA4F8500}"/>
              </a:ext>
            </a:extLst>
          </p:cNvPr>
          <p:cNvSpPr txBox="1"/>
          <p:nvPr/>
        </p:nvSpPr>
        <p:spPr>
          <a:xfrm>
            <a:off x="1220702" y="2123334"/>
            <a:ext cx="3649908" cy="96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>
                <a:solidFill>
                  <a:schemeClr val="accent1"/>
                </a:solidFill>
                <a:latin typeface="BNPPSans" panose="02000000000000000000" pitchFamily="2" charset="0"/>
              </a:rPr>
              <a:t>Where to look</a:t>
            </a:r>
          </a:p>
          <a:p>
            <a:pPr>
              <a:spcBef>
                <a:spcPts val="700"/>
              </a:spcBef>
            </a:pPr>
            <a:r>
              <a:rPr lang="en-US" sz="1100">
                <a:latin typeface="BNPPSans" panose="02000000000000000000" pitchFamily="2" charset="0"/>
              </a:rPr>
              <a:t>In the left-hand menu go to Data, then run_data, then output. Every launcher run writes its result files there.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234C618E-55AD-87E2-8DE7-6999B413FC3A}"/>
              </a:ext>
            </a:extLst>
          </p:cNvPr>
          <p:cNvGrpSpPr/>
          <p:nvPr/>
        </p:nvGrpSpPr>
        <p:grpSpPr bwMode="gray">
          <a:xfrm>
            <a:off x="743884" y="3499243"/>
            <a:ext cx="184151" cy="0"/>
            <a:chOff x="2965449" y="2570480"/>
            <a:chExt cx="422911" cy="0"/>
          </a:xfrm>
        </p:grpSpPr>
        <p:cxnSp>
          <p:nvCxnSpPr>
            <p:cNvPr id="7" name="Connecteur droit 6">
              <a:extLst>
                <a:ext uri="{FF2B5EF4-FFF2-40B4-BE49-F238E27FC236}">
                  <a16:creationId xmlns:a16="http://schemas.microsoft.com/office/drawing/2014/main" id="{C26F54D7-D3D3-6B17-0D98-C4766983C7A7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965449" y="2570480"/>
              <a:ext cx="255693" cy="0"/>
            </a:xfrm>
            <a:prstGeom prst="line">
              <a:avLst/>
            </a:prstGeom>
            <a:ln w="219075" cap="rnd">
              <a:solidFill>
                <a:srgbClr val="D28FBB">
                  <a:alpha val="47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00E0CE34-0149-4E0A-759C-41499267B86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132667" y="2570480"/>
              <a:ext cx="255693" cy="0"/>
            </a:xfrm>
            <a:prstGeom prst="line">
              <a:avLst/>
            </a:prstGeom>
            <a:ln w="219075" cap="rnd">
              <a:solidFill>
                <a:srgbClr val="D28FB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73D66BE5-02D5-9111-C6ED-0A9B91727302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307080" y="2570480"/>
              <a:ext cx="81280" cy="0"/>
            </a:xfrm>
            <a:prstGeom prst="line">
              <a:avLst/>
            </a:prstGeom>
            <a:ln w="219075" cap="rnd">
              <a:solidFill>
                <a:schemeClr val="accent3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F696C473-6556-F541-96C5-1C3560A19AC1}"/>
              </a:ext>
            </a:extLst>
          </p:cNvPr>
          <p:cNvSpPr txBox="1"/>
          <p:nvPr/>
        </p:nvSpPr>
        <p:spPr>
          <a:xfrm>
            <a:off x="1220702" y="3299129"/>
            <a:ext cx="3649908" cy="96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>
                <a:solidFill>
                  <a:schemeClr val="accent3"/>
                </a:solidFill>
                <a:latin typeface="BNPPSans" panose="02000000000000000000" pitchFamily="2" charset="0"/>
              </a:rPr>
              <a:t>Identify your run</a:t>
            </a:r>
          </a:p>
          <a:p>
            <a:pPr>
              <a:spcBef>
                <a:spcPts val="700"/>
              </a:spcBef>
            </a:pPr>
            <a:r>
              <a:rPr lang="en-US" sz="1100">
                <a:latin typeface="BNPPSans" panose="02000000000000000000" pitchFamily="2" charset="0"/>
              </a:rPr>
              <a:t>Files are listed with their creation date and time. Match them with the start time shown for your job.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DBA674A1-D420-8B38-26CC-E3B835E7BB2D}"/>
              </a:ext>
            </a:extLst>
          </p:cNvPr>
          <p:cNvSpPr txBox="1"/>
          <p:nvPr/>
        </p:nvSpPr>
        <p:spPr>
          <a:xfrm>
            <a:off x="1220702" y="4474925"/>
            <a:ext cx="3649908" cy="96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00"/>
              </a:spcBef>
            </a:pPr>
            <a:r>
              <a:rPr lang="en-US" b="1">
                <a:solidFill>
                  <a:schemeClr val="accent5"/>
                </a:solidFill>
                <a:latin typeface="BNPPSans" panose="02000000000000000000" pitchFamily="2" charset="0"/>
              </a:rPr>
              <a:t>Download and share</a:t>
            </a:r>
          </a:p>
          <a:p>
            <a:pPr>
              <a:spcBef>
                <a:spcPts val="700"/>
              </a:spcBef>
            </a:pPr>
            <a:r>
              <a:rPr lang="en-US" sz="1100">
                <a:latin typeface="BNPPSans" panose="02000000000000000000" pitchFamily="2" charset="0"/>
              </a:rPr>
              <a:t>Select the file and download it to your workstation. You can then open it in Excel and share it as usual.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59914F99-10B4-6DE8-8CE1-A5032C03F817}"/>
              </a:ext>
            </a:extLst>
          </p:cNvPr>
          <p:cNvGrpSpPr/>
          <p:nvPr/>
        </p:nvGrpSpPr>
        <p:grpSpPr bwMode="gray">
          <a:xfrm>
            <a:off x="743884" y="4678039"/>
            <a:ext cx="184151" cy="0"/>
            <a:chOff x="7212251" y="3422438"/>
            <a:chExt cx="184151" cy="0"/>
          </a:xfrm>
        </p:grpSpPr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7D561784-801F-646E-713B-867DF589ADF7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212251" y="3422438"/>
              <a:ext cx="111338" cy="0"/>
            </a:xfrm>
            <a:prstGeom prst="line">
              <a:avLst/>
            </a:prstGeom>
            <a:ln w="219075" cap="rnd">
              <a:solidFill>
                <a:srgbClr val="FFE3D2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1D3F64A8-B1AE-FEA0-8A9C-1A3149DBA66B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285064" y="3422438"/>
              <a:ext cx="111338" cy="0"/>
            </a:xfrm>
            <a:prstGeom prst="line">
              <a:avLst/>
            </a:prstGeom>
            <a:ln w="219075" cap="rnd">
              <a:solidFill>
                <a:srgbClr val="FEB98E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A0A894DD-F726-2B35-9459-48081FAF1FC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361010" y="3422438"/>
              <a:ext cx="35392" cy="0"/>
            </a:xfrm>
            <a:prstGeom prst="line">
              <a:avLst/>
            </a:prstGeom>
            <a:ln w="219075" cap="rnd">
              <a:solidFill>
                <a:srgbClr val="F96203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FDDD02CD-3C85-17D5-AD37-EF8E971B9536}"/>
              </a:ext>
            </a:extLst>
          </p:cNvPr>
          <p:cNvSpPr/>
          <p:nvPr/>
        </p:nvSpPr>
        <p:spPr>
          <a:xfrm>
            <a:off x="5668484" y="2222500"/>
            <a:ext cx="5891842" cy="3168650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  <a:latin typeface="BNPPSans" panose="02000000000000000000" pitchFamily="2" charset="0"/>
              </a:rPr>
              <a:t>Insert screenshot here</a:t>
            </a:r>
          </a:p>
          <a:p>
            <a:pPr algn="ctr"/>
            <a:r>
              <a:rPr lang="en-US" sz="1100">
                <a:solidFill>
                  <a:schemeClr val="tx1"/>
                </a:solidFill>
                <a:latin typeface="BNPPSans" panose="02000000000000000000" pitchFamily="2" charset="0"/>
              </a:rPr>
              <a:t>Data &gt; run_data &gt; output folder</a:t>
            </a:r>
          </a:p>
        </p:txBody>
      </p:sp>
    </p:spTree>
    <p:extLst>
      <p:ext uri="{BB962C8B-B14F-4D97-AF65-F5344CB8AC3E}">
        <p14:creationId xmlns:p14="http://schemas.microsoft.com/office/powerpoint/2010/main" val="798152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Personnalisé 259">
      <a:dk1>
        <a:srgbClr val="111515"/>
      </a:dk1>
      <a:lt1>
        <a:sysClr val="window" lastClr="FFFFFF"/>
      </a:lt1>
      <a:dk2>
        <a:srgbClr val="111515"/>
      </a:dk2>
      <a:lt2>
        <a:srgbClr val="F9F7EC"/>
      </a:lt2>
      <a:accent1>
        <a:srgbClr val="009691"/>
      </a:accent1>
      <a:accent2>
        <a:srgbClr val="00DA88"/>
      </a:accent2>
      <a:accent3>
        <a:srgbClr val="B1478C"/>
      </a:accent3>
      <a:accent4>
        <a:srgbClr val="950663"/>
      </a:accent4>
      <a:accent5>
        <a:srgbClr val="FD9553"/>
      </a:accent5>
      <a:accent6>
        <a:srgbClr val="5C8A94"/>
      </a:accent6>
      <a:hlink>
        <a:srgbClr val="009691"/>
      </a:hlink>
      <a:folHlink>
        <a:srgbClr val="009691"/>
      </a:folHlink>
    </a:clrScheme>
    <a:fontScheme name="Personnalisé 155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noFill/>
        <a:ln w="6350">
          <a:solidFill>
            <a:schemeClr val="tx2">
              <a:lumMod val="25000"/>
              <a:lumOff val="75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LIFE@BNP PARIBAS">
      <a:dk1>
        <a:srgbClr val="5C8994"/>
      </a:dk1>
      <a:lt1>
        <a:sysClr val="window" lastClr="FFFFFF"/>
      </a:lt1>
      <a:dk2>
        <a:srgbClr val="00A38C"/>
      </a:dk2>
      <a:lt2>
        <a:srgbClr val="BCD0D5"/>
      </a:lt2>
      <a:accent1>
        <a:srgbClr val="BA3D73"/>
      </a:accent1>
      <a:accent2>
        <a:srgbClr val="FD9553"/>
      </a:accent2>
      <a:accent3>
        <a:srgbClr val="51AE62"/>
      </a:accent3>
      <a:accent4>
        <a:srgbClr val="A1C438"/>
      </a:accent4>
      <a:accent5>
        <a:srgbClr val="77C2AB"/>
      </a:accent5>
      <a:accent6>
        <a:srgbClr val="4BC1F1"/>
      </a:accent6>
      <a:hlink>
        <a:srgbClr val="5C8994"/>
      </a:hlink>
      <a:folHlink>
        <a:srgbClr val="5C899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CDA5987680434EBA6CFAD13BEFED18" ma:contentTypeVersion="17" ma:contentTypeDescription="Crée un document." ma:contentTypeScope="" ma:versionID="93cf0e941f97d1d3763455e14d3c02a4">
  <xsd:schema xmlns:xsd="http://www.w3.org/2001/XMLSchema" xmlns:xs="http://www.w3.org/2001/XMLSchema" xmlns:p="http://schemas.microsoft.com/office/2006/metadata/properties" xmlns:ns2="8cdd8f39-cbb7-4114-ac95-6a86d2f7cf0a" xmlns:ns3="5521127a-24ba-467a-934a-8d0b6b334c90" targetNamespace="http://schemas.microsoft.com/office/2006/metadata/properties" ma:root="true" ma:fieldsID="8e26bead9b24085f3c44ef630371da31" ns2:_="" ns3:_="">
    <xsd:import namespace="8cdd8f39-cbb7-4114-ac95-6a86d2f7cf0a"/>
    <xsd:import namespace="5521127a-24ba-467a-934a-8d0b6b334c9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dd8f39-cbb7-4114-ac95-6a86d2f7cf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Balises d’images" ma:readOnly="false" ma:fieldId="{5cf76f15-5ced-4ddc-b409-7134ff3c332f}" ma:taxonomyMulti="true" ma:sspId="6e7c967a-c606-4e87-8e98-6b167b774ca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21127a-24ba-467a-934a-8d0b6b334c9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f2604c99-f0df-4bb0-8013-05059f4e872e}" ma:internalName="TaxCatchAll" ma:showField="CatchAllData" ma:web="5521127a-24ba-467a-934a-8d0b6b334c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521127a-24ba-467a-934a-8d0b6b334c90" xsi:nil="true"/>
    <lcf76f155ced4ddcb4097134ff3c332f xmlns="8cdd8f39-cbb7-4114-ac95-6a86d2f7cf0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AF0DC5E-3AB0-4F4D-B5EF-2C0D40EACF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30267ED-80EF-4D74-A9A5-25134BEE24E4}">
  <ds:schemaRefs>
    <ds:schemaRef ds:uri="5521127a-24ba-467a-934a-8d0b6b334c90"/>
    <ds:schemaRef ds:uri="8cdd8f39-cbb7-4114-ac95-6a86d2f7cf0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BFC4DCB-50FC-4DDC-83CD-2016FDC3B63F}">
  <ds:schemaRefs>
    <ds:schemaRef ds:uri="05340d2a-0ece-47a2-a8e8-d5f88f369495"/>
    <ds:schemaRef ds:uri="5521127a-24ba-467a-934a-8d0b6b334c90"/>
    <ds:schemaRef ds:uri="805491f4-69b0-45fa-bf4c-30d515e6ca0b"/>
    <ds:schemaRef ds:uri="8cdd8f39-cbb7-4114-ac95-6a86d2f7cf0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46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46</vt:i4>
      </vt:variant>
    </vt:vector>
  </HeadingPairs>
  <TitlesOfParts>
    <vt:vector size="48" baseType="lpstr">
      <vt:lpstr>Thème Office</vt:lpstr>
      <vt:lpstr>Thème Office</vt:lpstr>
      <vt:lpstr>PowerPoint Presentation</vt:lpstr>
      <vt:lpstr>Typographie : utilisation pour PowerPoint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Titre de la slide sur une grande ligne</vt:lpstr>
      <vt:lpstr>Titre de la slide sur une grande ligne</vt:lpstr>
      <vt:lpstr>Titre de la slide sur une grande ligne</vt:lpstr>
      <vt:lpstr>Titre de la slide sur une grande ligne</vt:lpstr>
      <vt:lpstr>Titre de la slide sur une grande ligne</vt:lpstr>
      <vt:lpstr>Titre de la slide sur une grande ligne</vt:lpstr>
      <vt:lpstr>Titre de la slide sur une grande ligne</vt:lpstr>
      <vt:lpstr>Titre de la slide sur une grande ligne</vt:lpstr>
      <vt:lpstr>Titre de la slide sur une grande ligne</vt:lpstr>
      <vt:lpstr>Titre de la slide sur une grande ligne</vt:lpstr>
      <vt:lpstr>Titre de la slide sur une grande ligne</vt:lpstr>
      <vt:lpstr>Titre de la slide sur une grande ligne</vt:lpstr>
      <vt:lpstr>Titre de la slide sur une grande ligne</vt:lpstr>
      <vt:lpstr>Titre de la slide sur une grande ligne</vt:lpstr>
      <vt:lpstr>Titre de la slide  sur une grande ligne</vt:lpstr>
      <vt:lpstr>Titre de la slide  sur une grande ligne</vt:lpstr>
      <vt:lpstr>Titre de la slide  sur une grande ligne</vt:lpstr>
      <vt:lpstr>Titre de la slide sur une grande ligne</vt:lpstr>
      <vt:lpstr>Titre de la slide sur une grande ligne</vt:lpstr>
      <vt:lpstr>Titre de la slide  sur une grande ligne</vt:lpstr>
      <vt:lpstr>PowerPoint Presentation</vt:lpstr>
      <vt:lpstr>Eléments graphiques</vt:lpstr>
      <vt:lpstr>Eléments graphiques</vt:lpstr>
      <vt:lpstr>Eléments graphiques</vt:lpstr>
      <vt:lpstr>Drapeaux d’Europe</vt:lpstr>
      <vt:lpstr>Organigramme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Marine Roques</dc:creator>
  <cp:revision>2</cp:revision>
  <dcterms:created xsi:type="dcterms:W3CDTF">2024-07-09T07:56:27Z</dcterms:created>
  <dcterms:modified xsi:type="dcterms:W3CDTF">2026-08-21T15:37:30Z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0x01010062CDA5987680434EBA6CFAD13BEFED18</vt:lpwstr>
  </property>
  <property fmtid="{D5CDD505-2E9C-101B-9397-08002B2CF9AE}" pid="3" name="MediaServiceImageTags">
    <vt:lpwstr/>
  </property>
  <property fmtid="{D5CDD505-2E9C-101B-9397-08002B2CF9AE}" pid="4" name="MSIP_Label_8ffbc0b8-e97b-47d1-beac-cb0955d66f3b_Enabled">
    <vt:lpwstr>true</vt:lpwstr>
  </property>
  <property fmtid="{D5CDD505-2E9C-101B-9397-08002B2CF9AE}" pid="5" name="MSIP_Label_8ffbc0b8-e97b-47d1-beac-cb0955d66f3b_SetDate">
    <vt:lpwstr>2024-09-05T10:49:33Z</vt:lpwstr>
  </property>
  <property fmtid="{D5CDD505-2E9C-101B-9397-08002B2CF9AE}" pid="6" name="MSIP_Label_8ffbc0b8-e97b-47d1-beac-cb0955d66f3b_Method">
    <vt:lpwstr>Standard</vt:lpwstr>
  </property>
  <property fmtid="{D5CDD505-2E9C-101B-9397-08002B2CF9AE}" pid="7" name="MSIP_Label_8ffbc0b8-e97b-47d1-beac-cb0955d66f3b_Name">
    <vt:lpwstr>8ffbc0b8-e97b-47d1-beac-cb0955d66f3b</vt:lpwstr>
  </property>
  <property fmtid="{D5CDD505-2E9C-101B-9397-08002B2CF9AE}" pid="8" name="MSIP_Label_8ffbc0b8-e97b-47d1-beac-cb0955d66f3b_SiteId">
    <vt:lpwstr>614f9c25-bffa-42c7-86d8-964101f55fa2</vt:lpwstr>
  </property>
  <property fmtid="{D5CDD505-2E9C-101B-9397-08002B2CF9AE}" pid="9" name="MSIP_Label_8ffbc0b8-e97b-47d1-beac-cb0955d66f3b_ActionId">
    <vt:lpwstr>78499d03-09db-4d5a-85bc-5ac808cdec5b</vt:lpwstr>
  </property>
  <property fmtid="{D5CDD505-2E9C-101B-9397-08002B2CF9AE}" pid="10" name="MSIP_Label_8ffbc0b8-e97b-47d1-beac-cb0955d66f3b_ContentBits">
    <vt:lpwstr>2</vt:lpwstr>
  </property>
  <property fmtid="{D5CDD505-2E9C-101B-9397-08002B2CF9AE}" pid="11" name="ClassificationContentMarkingFooterLocations">
    <vt:lpwstr>Thème Office:8</vt:lpwstr>
  </property>
  <property fmtid="{D5CDD505-2E9C-101B-9397-08002B2CF9AE}" pid="12" name="ClassificationContentMarkingFooterText">
    <vt:lpwstr>Classification : Internal</vt:lpwstr>
  </property>
</Properties>
</file>